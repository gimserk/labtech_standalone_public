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7AC07-1597-4CB6-86BE-71BDC9F4B46D}" v="3" dt="2025-05-27T16:37:40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43ae342c-01b7-44d1-9e4c-5ccd6bbabb0e" providerId="ADAL" clId="{8D8D9FCC-C03A-4C49-90E0-0AE8F379FE7D}"/>
    <pc:docChg chg="modSld">
      <pc:chgData name="Haskell, JT" userId="43ae342c-01b7-44d1-9e4c-5ccd6bbabb0e" providerId="ADAL" clId="{8D8D9FCC-C03A-4C49-90E0-0AE8F379FE7D}" dt="2025-05-27T16:40:51.254" v="26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44A187-25D7-490A-BCA7-6435271C771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217C65F-9B69-4749-831F-4A5F1B385C85}">
      <dgm:prSet/>
      <dgm:spPr/>
      <dgm:t>
        <a:bodyPr/>
        <a:lstStyle/>
        <a:p>
          <a:pPr>
            <a:defRPr cap="all"/>
          </a:pPr>
          <a:r>
            <a:rPr lang="en-US"/>
            <a:t>On-Demand Self-Service</a:t>
          </a:r>
        </a:p>
      </dgm:t>
    </dgm:pt>
    <dgm:pt modelId="{B02CB7E3-F972-4741-ABA3-6BCB364BB94F}" type="parTrans" cxnId="{1D0D1FC0-3396-481E-A9E6-A994769100D4}">
      <dgm:prSet/>
      <dgm:spPr/>
      <dgm:t>
        <a:bodyPr/>
        <a:lstStyle/>
        <a:p>
          <a:endParaRPr lang="en-US"/>
        </a:p>
      </dgm:t>
    </dgm:pt>
    <dgm:pt modelId="{8BA30CEC-CE35-4A6D-9C80-929FF6DF9A6E}" type="sibTrans" cxnId="{1D0D1FC0-3396-481E-A9E6-A994769100D4}">
      <dgm:prSet/>
      <dgm:spPr/>
      <dgm:t>
        <a:bodyPr/>
        <a:lstStyle/>
        <a:p>
          <a:endParaRPr lang="en-US"/>
        </a:p>
      </dgm:t>
    </dgm:pt>
    <dgm:pt modelId="{A8D26B99-3F59-4A00-9114-500331B995C3}">
      <dgm:prSet/>
      <dgm:spPr/>
      <dgm:t>
        <a:bodyPr/>
        <a:lstStyle/>
        <a:p>
          <a:pPr>
            <a:defRPr cap="all"/>
          </a:pPr>
          <a:r>
            <a:rPr lang="en-US"/>
            <a:t>Broad Network Access</a:t>
          </a:r>
        </a:p>
      </dgm:t>
    </dgm:pt>
    <dgm:pt modelId="{E545BBDF-50F1-480B-B72E-E92580A4F633}" type="parTrans" cxnId="{D27CFBDC-38E7-47B2-938C-0CA2C8C63F8C}">
      <dgm:prSet/>
      <dgm:spPr/>
      <dgm:t>
        <a:bodyPr/>
        <a:lstStyle/>
        <a:p>
          <a:endParaRPr lang="en-US"/>
        </a:p>
      </dgm:t>
    </dgm:pt>
    <dgm:pt modelId="{115F08F5-E352-44C5-9ECF-B2947D4BEA78}" type="sibTrans" cxnId="{D27CFBDC-38E7-47B2-938C-0CA2C8C63F8C}">
      <dgm:prSet/>
      <dgm:spPr/>
      <dgm:t>
        <a:bodyPr/>
        <a:lstStyle/>
        <a:p>
          <a:endParaRPr lang="en-US"/>
        </a:p>
      </dgm:t>
    </dgm:pt>
    <dgm:pt modelId="{D4B0EA05-785F-4907-AA84-A761D9CD9806}">
      <dgm:prSet/>
      <dgm:spPr/>
      <dgm:t>
        <a:bodyPr/>
        <a:lstStyle/>
        <a:p>
          <a:pPr>
            <a:defRPr cap="all"/>
          </a:pPr>
          <a:r>
            <a:rPr lang="en-US"/>
            <a:t>Resource Pooling</a:t>
          </a:r>
        </a:p>
      </dgm:t>
    </dgm:pt>
    <dgm:pt modelId="{55607C27-C5AA-4012-A04D-8747A7028EC1}" type="parTrans" cxnId="{6AC25B1D-ABBB-4D96-8842-E99A80C50F78}">
      <dgm:prSet/>
      <dgm:spPr/>
      <dgm:t>
        <a:bodyPr/>
        <a:lstStyle/>
        <a:p>
          <a:endParaRPr lang="en-US"/>
        </a:p>
      </dgm:t>
    </dgm:pt>
    <dgm:pt modelId="{117C06EB-4D16-42BA-8648-E1BCECDE2A53}" type="sibTrans" cxnId="{6AC25B1D-ABBB-4D96-8842-E99A80C50F78}">
      <dgm:prSet/>
      <dgm:spPr/>
      <dgm:t>
        <a:bodyPr/>
        <a:lstStyle/>
        <a:p>
          <a:endParaRPr lang="en-US"/>
        </a:p>
      </dgm:t>
    </dgm:pt>
    <dgm:pt modelId="{C9C3694E-530E-4D66-B2E5-AFD790268B10}">
      <dgm:prSet/>
      <dgm:spPr/>
      <dgm:t>
        <a:bodyPr/>
        <a:lstStyle/>
        <a:p>
          <a:pPr>
            <a:defRPr cap="all"/>
          </a:pPr>
          <a:r>
            <a:rPr lang="en-US"/>
            <a:t>Rapid Elasticity (Scalability)</a:t>
          </a:r>
        </a:p>
      </dgm:t>
    </dgm:pt>
    <dgm:pt modelId="{5D7C2637-5EDC-4496-B789-D8C0E104EF5C}" type="parTrans" cxnId="{D6B3443A-1897-4E6E-A72A-1F0486995BAE}">
      <dgm:prSet/>
      <dgm:spPr/>
      <dgm:t>
        <a:bodyPr/>
        <a:lstStyle/>
        <a:p>
          <a:endParaRPr lang="en-US"/>
        </a:p>
      </dgm:t>
    </dgm:pt>
    <dgm:pt modelId="{BE17FD47-092E-4C0F-8FE3-EAFBE532547F}" type="sibTrans" cxnId="{D6B3443A-1897-4E6E-A72A-1F0486995BAE}">
      <dgm:prSet/>
      <dgm:spPr/>
      <dgm:t>
        <a:bodyPr/>
        <a:lstStyle/>
        <a:p>
          <a:endParaRPr lang="en-US"/>
        </a:p>
      </dgm:t>
    </dgm:pt>
    <dgm:pt modelId="{F53D3D81-449D-4665-99E9-255754795120}">
      <dgm:prSet/>
      <dgm:spPr/>
      <dgm:t>
        <a:bodyPr/>
        <a:lstStyle/>
        <a:p>
          <a:pPr>
            <a:defRPr cap="all"/>
          </a:pPr>
          <a:r>
            <a:rPr lang="en-US"/>
            <a:t>Measured Service (Pay as you go)</a:t>
          </a:r>
        </a:p>
      </dgm:t>
    </dgm:pt>
    <dgm:pt modelId="{01B0F3EE-99F3-441F-BDAB-8B7BF4757386}" type="parTrans" cxnId="{16B774CB-1A69-4404-94E6-1CE1A8FA2F06}">
      <dgm:prSet/>
      <dgm:spPr/>
      <dgm:t>
        <a:bodyPr/>
        <a:lstStyle/>
        <a:p>
          <a:endParaRPr lang="en-US"/>
        </a:p>
      </dgm:t>
    </dgm:pt>
    <dgm:pt modelId="{1ED66F65-E7D9-464E-9714-3FD2CD7F25D7}" type="sibTrans" cxnId="{16B774CB-1A69-4404-94E6-1CE1A8FA2F06}">
      <dgm:prSet/>
      <dgm:spPr/>
      <dgm:t>
        <a:bodyPr/>
        <a:lstStyle/>
        <a:p>
          <a:endParaRPr lang="en-US"/>
        </a:p>
      </dgm:t>
    </dgm:pt>
    <dgm:pt modelId="{4BC6172B-8A7B-4345-9AE8-788776290364}" type="pres">
      <dgm:prSet presAssocID="{0844A187-25D7-490A-BCA7-6435271C771F}" presName="root" presStyleCnt="0">
        <dgm:presLayoutVars>
          <dgm:dir/>
          <dgm:resizeHandles val="exact"/>
        </dgm:presLayoutVars>
      </dgm:prSet>
      <dgm:spPr/>
    </dgm:pt>
    <dgm:pt modelId="{3FA25FDF-1FA8-4A68-95F8-E6A42C7A2BA0}" type="pres">
      <dgm:prSet presAssocID="{7217C65F-9B69-4749-831F-4A5F1B385C85}" presName="compNode" presStyleCnt="0"/>
      <dgm:spPr/>
    </dgm:pt>
    <dgm:pt modelId="{538FD97D-636E-4919-BF46-9FBA2FF5779A}" type="pres">
      <dgm:prSet presAssocID="{7217C65F-9B69-4749-831F-4A5F1B385C85}" presName="iconBgRect" presStyleLbl="bgShp" presStyleIdx="0" presStyleCnt="5"/>
      <dgm:spPr/>
    </dgm:pt>
    <dgm:pt modelId="{16EEF0DA-44B4-46C7-9A52-C0763CA8B536}" type="pres">
      <dgm:prSet presAssocID="{7217C65F-9B69-4749-831F-4A5F1B385C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F87D04D7-9F0D-4F70-A68D-798D745FECF3}" type="pres">
      <dgm:prSet presAssocID="{7217C65F-9B69-4749-831F-4A5F1B385C85}" presName="spaceRect" presStyleCnt="0"/>
      <dgm:spPr/>
    </dgm:pt>
    <dgm:pt modelId="{58E58321-63DC-4D9E-8A13-BEEF2FE0244B}" type="pres">
      <dgm:prSet presAssocID="{7217C65F-9B69-4749-831F-4A5F1B385C85}" presName="textRect" presStyleLbl="revTx" presStyleIdx="0" presStyleCnt="5">
        <dgm:presLayoutVars>
          <dgm:chMax val="1"/>
          <dgm:chPref val="1"/>
        </dgm:presLayoutVars>
      </dgm:prSet>
      <dgm:spPr/>
    </dgm:pt>
    <dgm:pt modelId="{BDD2508F-8EEC-4BAB-84A8-E5BDD7F8CFFE}" type="pres">
      <dgm:prSet presAssocID="{8BA30CEC-CE35-4A6D-9C80-929FF6DF9A6E}" presName="sibTrans" presStyleCnt="0"/>
      <dgm:spPr/>
    </dgm:pt>
    <dgm:pt modelId="{DBB12200-4516-454D-825B-F87D42281962}" type="pres">
      <dgm:prSet presAssocID="{A8D26B99-3F59-4A00-9114-500331B995C3}" presName="compNode" presStyleCnt="0"/>
      <dgm:spPr/>
    </dgm:pt>
    <dgm:pt modelId="{9B833AEE-6F59-4354-8555-3A75F08CFC3A}" type="pres">
      <dgm:prSet presAssocID="{A8D26B99-3F59-4A00-9114-500331B995C3}" presName="iconBgRect" presStyleLbl="bgShp" presStyleIdx="1" presStyleCnt="5"/>
      <dgm:spPr/>
    </dgm:pt>
    <dgm:pt modelId="{EE454B4B-CD21-4225-B51E-C7FD70E4AFED}" type="pres">
      <dgm:prSet presAssocID="{A8D26B99-3F59-4A00-9114-500331B995C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5DAE5CF-E7AD-4B44-9C77-E3C8D57A584B}" type="pres">
      <dgm:prSet presAssocID="{A8D26B99-3F59-4A00-9114-500331B995C3}" presName="spaceRect" presStyleCnt="0"/>
      <dgm:spPr/>
    </dgm:pt>
    <dgm:pt modelId="{B4934DB3-F178-4038-8952-1C851B117565}" type="pres">
      <dgm:prSet presAssocID="{A8D26B99-3F59-4A00-9114-500331B995C3}" presName="textRect" presStyleLbl="revTx" presStyleIdx="1" presStyleCnt="5">
        <dgm:presLayoutVars>
          <dgm:chMax val="1"/>
          <dgm:chPref val="1"/>
        </dgm:presLayoutVars>
      </dgm:prSet>
      <dgm:spPr/>
    </dgm:pt>
    <dgm:pt modelId="{FB955AF6-B0D5-47F1-87B5-F856C6C5FAE4}" type="pres">
      <dgm:prSet presAssocID="{115F08F5-E352-44C5-9ECF-B2947D4BEA78}" presName="sibTrans" presStyleCnt="0"/>
      <dgm:spPr/>
    </dgm:pt>
    <dgm:pt modelId="{ED062205-B7D8-4133-BC03-CB5B123B7419}" type="pres">
      <dgm:prSet presAssocID="{D4B0EA05-785F-4907-AA84-A761D9CD9806}" presName="compNode" presStyleCnt="0"/>
      <dgm:spPr/>
    </dgm:pt>
    <dgm:pt modelId="{E7F1FB96-BD4B-4D1B-AA89-24437AD3CC82}" type="pres">
      <dgm:prSet presAssocID="{D4B0EA05-785F-4907-AA84-A761D9CD9806}" presName="iconBgRect" presStyleLbl="bgShp" presStyleIdx="2" presStyleCnt="5"/>
      <dgm:spPr/>
    </dgm:pt>
    <dgm:pt modelId="{154EB354-3BFA-488C-A3E8-D2BABEA4CBD2}" type="pres">
      <dgm:prSet presAssocID="{D4B0EA05-785F-4907-AA84-A761D9CD980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C544040-083A-42F0-81C2-51C503CFCC43}" type="pres">
      <dgm:prSet presAssocID="{D4B0EA05-785F-4907-AA84-A761D9CD9806}" presName="spaceRect" presStyleCnt="0"/>
      <dgm:spPr/>
    </dgm:pt>
    <dgm:pt modelId="{25A47275-1760-4556-9343-0B511C3D7112}" type="pres">
      <dgm:prSet presAssocID="{D4B0EA05-785F-4907-AA84-A761D9CD9806}" presName="textRect" presStyleLbl="revTx" presStyleIdx="2" presStyleCnt="5">
        <dgm:presLayoutVars>
          <dgm:chMax val="1"/>
          <dgm:chPref val="1"/>
        </dgm:presLayoutVars>
      </dgm:prSet>
      <dgm:spPr/>
    </dgm:pt>
    <dgm:pt modelId="{B54E37F5-2C6A-4AB6-8FCC-E05C29E21742}" type="pres">
      <dgm:prSet presAssocID="{117C06EB-4D16-42BA-8648-E1BCECDE2A53}" presName="sibTrans" presStyleCnt="0"/>
      <dgm:spPr/>
    </dgm:pt>
    <dgm:pt modelId="{E24A8BAA-594D-46FF-9BE3-9338B85696C1}" type="pres">
      <dgm:prSet presAssocID="{C9C3694E-530E-4D66-B2E5-AFD790268B10}" presName="compNode" presStyleCnt="0"/>
      <dgm:spPr/>
    </dgm:pt>
    <dgm:pt modelId="{E1135ECA-63E5-4C30-9342-0AFCF9F28372}" type="pres">
      <dgm:prSet presAssocID="{C9C3694E-530E-4D66-B2E5-AFD790268B10}" presName="iconBgRect" presStyleLbl="bgShp" presStyleIdx="3" presStyleCnt="5"/>
      <dgm:spPr/>
    </dgm:pt>
    <dgm:pt modelId="{8E5A8E93-DC1F-4141-BA2F-16585924C186}" type="pres">
      <dgm:prSet presAssocID="{C9C3694E-530E-4D66-B2E5-AFD790268B1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3EB1D95-406F-415B-8C0B-69A4F0C6B31D}" type="pres">
      <dgm:prSet presAssocID="{C9C3694E-530E-4D66-B2E5-AFD790268B10}" presName="spaceRect" presStyleCnt="0"/>
      <dgm:spPr/>
    </dgm:pt>
    <dgm:pt modelId="{FEE19664-2F9E-4E90-BBB0-DA5F35AADB78}" type="pres">
      <dgm:prSet presAssocID="{C9C3694E-530E-4D66-B2E5-AFD790268B10}" presName="textRect" presStyleLbl="revTx" presStyleIdx="3" presStyleCnt="5">
        <dgm:presLayoutVars>
          <dgm:chMax val="1"/>
          <dgm:chPref val="1"/>
        </dgm:presLayoutVars>
      </dgm:prSet>
      <dgm:spPr/>
    </dgm:pt>
    <dgm:pt modelId="{D17C7D6D-2DCA-4C60-9385-1C85A52B4A4F}" type="pres">
      <dgm:prSet presAssocID="{BE17FD47-092E-4C0F-8FE3-EAFBE532547F}" presName="sibTrans" presStyleCnt="0"/>
      <dgm:spPr/>
    </dgm:pt>
    <dgm:pt modelId="{78897211-41FD-4093-ADAA-299381C88D07}" type="pres">
      <dgm:prSet presAssocID="{F53D3D81-449D-4665-99E9-255754795120}" presName="compNode" presStyleCnt="0"/>
      <dgm:spPr/>
    </dgm:pt>
    <dgm:pt modelId="{CDA6F47B-D1E3-4695-B805-B76C876469C4}" type="pres">
      <dgm:prSet presAssocID="{F53D3D81-449D-4665-99E9-255754795120}" presName="iconBgRect" presStyleLbl="bgShp" presStyleIdx="4" presStyleCnt="5"/>
      <dgm:spPr/>
    </dgm:pt>
    <dgm:pt modelId="{DCB26B3B-0088-459E-A8F6-34A2CB64B8A7}" type="pres">
      <dgm:prSet presAssocID="{F53D3D81-449D-4665-99E9-25575479512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F794E6E-41A9-4FFE-AEFA-D063F04324E2}" type="pres">
      <dgm:prSet presAssocID="{F53D3D81-449D-4665-99E9-255754795120}" presName="spaceRect" presStyleCnt="0"/>
      <dgm:spPr/>
    </dgm:pt>
    <dgm:pt modelId="{0AF57734-3DCE-4F5D-A485-259404F40E54}" type="pres">
      <dgm:prSet presAssocID="{F53D3D81-449D-4665-99E9-25575479512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AC25B1D-ABBB-4D96-8842-E99A80C50F78}" srcId="{0844A187-25D7-490A-BCA7-6435271C771F}" destId="{D4B0EA05-785F-4907-AA84-A761D9CD9806}" srcOrd="2" destOrd="0" parTransId="{55607C27-C5AA-4012-A04D-8747A7028EC1}" sibTransId="{117C06EB-4D16-42BA-8648-E1BCECDE2A53}"/>
    <dgm:cxn modelId="{5F32D624-1296-4608-834E-CEDD5B28A44F}" type="presOf" srcId="{F53D3D81-449D-4665-99E9-255754795120}" destId="{0AF57734-3DCE-4F5D-A485-259404F40E54}" srcOrd="0" destOrd="0" presId="urn:microsoft.com/office/officeart/2018/5/layout/IconCircleLabelList"/>
    <dgm:cxn modelId="{032F1837-17A3-4BE7-A77D-903D47EED3D0}" type="presOf" srcId="{D4B0EA05-785F-4907-AA84-A761D9CD9806}" destId="{25A47275-1760-4556-9343-0B511C3D7112}" srcOrd="0" destOrd="0" presId="urn:microsoft.com/office/officeart/2018/5/layout/IconCircleLabelList"/>
    <dgm:cxn modelId="{D6B3443A-1897-4E6E-A72A-1F0486995BAE}" srcId="{0844A187-25D7-490A-BCA7-6435271C771F}" destId="{C9C3694E-530E-4D66-B2E5-AFD790268B10}" srcOrd="3" destOrd="0" parTransId="{5D7C2637-5EDC-4496-B789-D8C0E104EF5C}" sibTransId="{BE17FD47-092E-4C0F-8FE3-EAFBE532547F}"/>
    <dgm:cxn modelId="{68840995-E492-40F7-A3C5-8A752FA1134F}" type="presOf" srcId="{C9C3694E-530E-4D66-B2E5-AFD790268B10}" destId="{FEE19664-2F9E-4E90-BBB0-DA5F35AADB78}" srcOrd="0" destOrd="0" presId="urn:microsoft.com/office/officeart/2018/5/layout/IconCircleLabelList"/>
    <dgm:cxn modelId="{E9DB809C-2DF1-424E-94BA-9E3AEF7B25BA}" type="presOf" srcId="{A8D26B99-3F59-4A00-9114-500331B995C3}" destId="{B4934DB3-F178-4038-8952-1C851B117565}" srcOrd="0" destOrd="0" presId="urn:microsoft.com/office/officeart/2018/5/layout/IconCircleLabelList"/>
    <dgm:cxn modelId="{AF21889D-576C-4A9A-BED4-64F6F3C56A1E}" type="presOf" srcId="{0844A187-25D7-490A-BCA7-6435271C771F}" destId="{4BC6172B-8A7B-4345-9AE8-788776290364}" srcOrd="0" destOrd="0" presId="urn:microsoft.com/office/officeart/2018/5/layout/IconCircleLabelList"/>
    <dgm:cxn modelId="{1D0D1FC0-3396-481E-A9E6-A994769100D4}" srcId="{0844A187-25D7-490A-BCA7-6435271C771F}" destId="{7217C65F-9B69-4749-831F-4A5F1B385C85}" srcOrd="0" destOrd="0" parTransId="{B02CB7E3-F972-4741-ABA3-6BCB364BB94F}" sibTransId="{8BA30CEC-CE35-4A6D-9C80-929FF6DF9A6E}"/>
    <dgm:cxn modelId="{16B774CB-1A69-4404-94E6-1CE1A8FA2F06}" srcId="{0844A187-25D7-490A-BCA7-6435271C771F}" destId="{F53D3D81-449D-4665-99E9-255754795120}" srcOrd="4" destOrd="0" parTransId="{01B0F3EE-99F3-441F-BDAB-8B7BF4757386}" sibTransId="{1ED66F65-E7D9-464E-9714-3FD2CD7F25D7}"/>
    <dgm:cxn modelId="{B9A206CC-9451-4D48-975C-7BC3B6612CC2}" type="presOf" srcId="{7217C65F-9B69-4749-831F-4A5F1B385C85}" destId="{58E58321-63DC-4D9E-8A13-BEEF2FE0244B}" srcOrd="0" destOrd="0" presId="urn:microsoft.com/office/officeart/2018/5/layout/IconCircleLabelList"/>
    <dgm:cxn modelId="{D27CFBDC-38E7-47B2-938C-0CA2C8C63F8C}" srcId="{0844A187-25D7-490A-BCA7-6435271C771F}" destId="{A8D26B99-3F59-4A00-9114-500331B995C3}" srcOrd="1" destOrd="0" parTransId="{E545BBDF-50F1-480B-B72E-E92580A4F633}" sibTransId="{115F08F5-E352-44C5-9ECF-B2947D4BEA78}"/>
    <dgm:cxn modelId="{186931FD-0C81-4E27-B409-A74C12EA5B0E}" type="presParOf" srcId="{4BC6172B-8A7B-4345-9AE8-788776290364}" destId="{3FA25FDF-1FA8-4A68-95F8-E6A42C7A2BA0}" srcOrd="0" destOrd="0" presId="urn:microsoft.com/office/officeart/2018/5/layout/IconCircleLabelList"/>
    <dgm:cxn modelId="{41F04DEF-1EBE-463A-8158-73D69ACE4AA7}" type="presParOf" srcId="{3FA25FDF-1FA8-4A68-95F8-E6A42C7A2BA0}" destId="{538FD97D-636E-4919-BF46-9FBA2FF5779A}" srcOrd="0" destOrd="0" presId="urn:microsoft.com/office/officeart/2018/5/layout/IconCircleLabelList"/>
    <dgm:cxn modelId="{B2803294-0D34-40AD-AB8F-1B85D0BECD80}" type="presParOf" srcId="{3FA25FDF-1FA8-4A68-95F8-E6A42C7A2BA0}" destId="{16EEF0DA-44B4-46C7-9A52-C0763CA8B536}" srcOrd="1" destOrd="0" presId="urn:microsoft.com/office/officeart/2018/5/layout/IconCircleLabelList"/>
    <dgm:cxn modelId="{FA07522F-5881-4A38-A116-3029170E1214}" type="presParOf" srcId="{3FA25FDF-1FA8-4A68-95F8-E6A42C7A2BA0}" destId="{F87D04D7-9F0D-4F70-A68D-798D745FECF3}" srcOrd="2" destOrd="0" presId="urn:microsoft.com/office/officeart/2018/5/layout/IconCircleLabelList"/>
    <dgm:cxn modelId="{9FDBFBD5-6A08-4001-9627-542F516988A7}" type="presParOf" srcId="{3FA25FDF-1FA8-4A68-95F8-E6A42C7A2BA0}" destId="{58E58321-63DC-4D9E-8A13-BEEF2FE0244B}" srcOrd="3" destOrd="0" presId="urn:microsoft.com/office/officeart/2018/5/layout/IconCircleLabelList"/>
    <dgm:cxn modelId="{50FD314D-6292-44BF-81FC-C46EB9B013A5}" type="presParOf" srcId="{4BC6172B-8A7B-4345-9AE8-788776290364}" destId="{BDD2508F-8EEC-4BAB-84A8-E5BDD7F8CFFE}" srcOrd="1" destOrd="0" presId="urn:microsoft.com/office/officeart/2018/5/layout/IconCircleLabelList"/>
    <dgm:cxn modelId="{E467A4A7-A282-47BB-A4CA-E0D98EE082F0}" type="presParOf" srcId="{4BC6172B-8A7B-4345-9AE8-788776290364}" destId="{DBB12200-4516-454D-825B-F87D42281962}" srcOrd="2" destOrd="0" presId="urn:microsoft.com/office/officeart/2018/5/layout/IconCircleLabelList"/>
    <dgm:cxn modelId="{83154A2F-F7B6-423F-9746-B7AAB9B8B00D}" type="presParOf" srcId="{DBB12200-4516-454D-825B-F87D42281962}" destId="{9B833AEE-6F59-4354-8555-3A75F08CFC3A}" srcOrd="0" destOrd="0" presId="urn:microsoft.com/office/officeart/2018/5/layout/IconCircleLabelList"/>
    <dgm:cxn modelId="{23155DC1-F1ED-4A21-B010-C564B16AA23A}" type="presParOf" srcId="{DBB12200-4516-454D-825B-F87D42281962}" destId="{EE454B4B-CD21-4225-B51E-C7FD70E4AFED}" srcOrd="1" destOrd="0" presId="urn:microsoft.com/office/officeart/2018/5/layout/IconCircleLabelList"/>
    <dgm:cxn modelId="{3A35A891-CC00-47D0-9C79-9B856C5AD338}" type="presParOf" srcId="{DBB12200-4516-454D-825B-F87D42281962}" destId="{B5DAE5CF-E7AD-4B44-9C77-E3C8D57A584B}" srcOrd="2" destOrd="0" presId="urn:microsoft.com/office/officeart/2018/5/layout/IconCircleLabelList"/>
    <dgm:cxn modelId="{D72A5BC5-A232-4A9B-AD04-1D6188F0FBA1}" type="presParOf" srcId="{DBB12200-4516-454D-825B-F87D42281962}" destId="{B4934DB3-F178-4038-8952-1C851B117565}" srcOrd="3" destOrd="0" presId="urn:microsoft.com/office/officeart/2018/5/layout/IconCircleLabelList"/>
    <dgm:cxn modelId="{96863ED8-5D9E-4176-9AAB-FEBFAD4AD27C}" type="presParOf" srcId="{4BC6172B-8A7B-4345-9AE8-788776290364}" destId="{FB955AF6-B0D5-47F1-87B5-F856C6C5FAE4}" srcOrd="3" destOrd="0" presId="urn:microsoft.com/office/officeart/2018/5/layout/IconCircleLabelList"/>
    <dgm:cxn modelId="{A29E744C-F421-480D-A36C-D60927FC5E3C}" type="presParOf" srcId="{4BC6172B-8A7B-4345-9AE8-788776290364}" destId="{ED062205-B7D8-4133-BC03-CB5B123B7419}" srcOrd="4" destOrd="0" presId="urn:microsoft.com/office/officeart/2018/5/layout/IconCircleLabelList"/>
    <dgm:cxn modelId="{BB4430B2-0F93-4464-A2D8-ADAC6A4F9578}" type="presParOf" srcId="{ED062205-B7D8-4133-BC03-CB5B123B7419}" destId="{E7F1FB96-BD4B-4D1B-AA89-24437AD3CC82}" srcOrd="0" destOrd="0" presId="urn:microsoft.com/office/officeart/2018/5/layout/IconCircleLabelList"/>
    <dgm:cxn modelId="{488C57CD-809C-4245-A0E3-FF9B02C81E46}" type="presParOf" srcId="{ED062205-B7D8-4133-BC03-CB5B123B7419}" destId="{154EB354-3BFA-488C-A3E8-D2BABEA4CBD2}" srcOrd="1" destOrd="0" presId="urn:microsoft.com/office/officeart/2018/5/layout/IconCircleLabelList"/>
    <dgm:cxn modelId="{AA36AA67-29D5-4778-BE5F-1385BB108138}" type="presParOf" srcId="{ED062205-B7D8-4133-BC03-CB5B123B7419}" destId="{7C544040-083A-42F0-81C2-51C503CFCC43}" srcOrd="2" destOrd="0" presId="urn:microsoft.com/office/officeart/2018/5/layout/IconCircleLabelList"/>
    <dgm:cxn modelId="{5605C4EB-A8E6-4F5E-A5DB-398745B37761}" type="presParOf" srcId="{ED062205-B7D8-4133-BC03-CB5B123B7419}" destId="{25A47275-1760-4556-9343-0B511C3D7112}" srcOrd="3" destOrd="0" presId="urn:microsoft.com/office/officeart/2018/5/layout/IconCircleLabelList"/>
    <dgm:cxn modelId="{EC63831B-519D-4003-B8B3-9B4BC11EF3F8}" type="presParOf" srcId="{4BC6172B-8A7B-4345-9AE8-788776290364}" destId="{B54E37F5-2C6A-4AB6-8FCC-E05C29E21742}" srcOrd="5" destOrd="0" presId="urn:microsoft.com/office/officeart/2018/5/layout/IconCircleLabelList"/>
    <dgm:cxn modelId="{A8F87638-D996-4413-B0A8-B84336C336FE}" type="presParOf" srcId="{4BC6172B-8A7B-4345-9AE8-788776290364}" destId="{E24A8BAA-594D-46FF-9BE3-9338B85696C1}" srcOrd="6" destOrd="0" presId="urn:microsoft.com/office/officeart/2018/5/layout/IconCircleLabelList"/>
    <dgm:cxn modelId="{03D967BE-F576-474D-ACC5-3626A539A87E}" type="presParOf" srcId="{E24A8BAA-594D-46FF-9BE3-9338B85696C1}" destId="{E1135ECA-63E5-4C30-9342-0AFCF9F28372}" srcOrd="0" destOrd="0" presId="urn:microsoft.com/office/officeart/2018/5/layout/IconCircleLabelList"/>
    <dgm:cxn modelId="{C3CB7DC8-3952-452F-924D-5D7FF7381EC0}" type="presParOf" srcId="{E24A8BAA-594D-46FF-9BE3-9338B85696C1}" destId="{8E5A8E93-DC1F-4141-BA2F-16585924C186}" srcOrd="1" destOrd="0" presId="urn:microsoft.com/office/officeart/2018/5/layout/IconCircleLabelList"/>
    <dgm:cxn modelId="{F9B56F42-55C6-4AFA-B27B-5C67A6774BDC}" type="presParOf" srcId="{E24A8BAA-594D-46FF-9BE3-9338B85696C1}" destId="{C3EB1D95-406F-415B-8C0B-69A4F0C6B31D}" srcOrd="2" destOrd="0" presId="urn:microsoft.com/office/officeart/2018/5/layout/IconCircleLabelList"/>
    <dgm:cxn modelId="{F69E6900-0640-4672-9C19-2998060BEDF0}" type="presParOf" srcId="{E24A8BAA-594D-46FF-9BE3-9338B85696C1}" destId="{FEE19664-2F9E-4E90-BBB0-DA5F35AADB78}" srcOrd="3" destOrd="0" presId="urn:microsoft.com/office/officeart/2018/5/layout/IconCircleLabelList"/>
    <dgm:cxn modelId="{E57BBC71-EBB1-4018-A5AF-0AEE422BBFC1}" type="presParOf" srcId="{4BC6172B-8A7B-4345-9AE8-788776290364}" destId="{D17C7D6D-2DCA-4C60-9385-1C85A52B4A4F}" srcOrd="7" destOrd="0" presId="urn:microsoft.com/office/officeart/2018/5/layout/IconCircleLabelList"/>
    <dgm:cxn modelId="{49B5FA65-F9D8-42C5-910A-4458735421CF}" type="presParOf" srcId="{4BC6172B-8A7B-4345-9AE8-788776290364}" destId="{78897211-41FD-4093-ADAA-299381C88D07}" srcOrd="8" destOrd="0" presId="urn:microsoft.com/office/officeart/2018/5/layout/IconCircleLabelList"/>
    <dgm:cxn modelId="{D7D041D3-8312-49E4-95E6-786A348E08B0}" type="presParOf" srcId="{78897211-41FD-4093-ADAA-299381C88D07}" destId="{CDA6F47B-D1E3-4695-B805-B76C876469C4}" srcOrd="0" destOrd="0" presId="urn:microsoft.com/office/officeart/2018/5/layout/IconCircleLabelList"/>
    <dgm:cxn modelId="{84D880E6-BF87-45C7-84B7-D9F67BEA47F4}" type="presParOf" srcId="{78897211-41FD-4093-ADAA-299381C88D07}" destId="{DCB26B3B-0088-459E-A8F6-34A2CB64B8A7}" srcOrd="1" destOrd="0" presId="urn:microsoft.com/office/officeart/2018/5/layout/IconCircleLabelList"/>
    <dgm:cxn modelId="{EEFD68A9-8CCE-4C16-8441-FC910CBC90CF}" type="presParOf" srcId="{78897211-41FD-4093-ADAA-299381C88D07}" destId="{9F794E6E-41A9-4FFE-AEFA-D063F04324E2}" srcOrd="2" destOrd="0" presId="urn:microsoft.com/office/officeart/2018/5/layout/IconCircleLabelList"/>
    <dgm:cxn modelId="{B2497FE4-9CB9-4F6B-BF3F-AC597ACE02A0}" type="presParOf" srcId="{78897211-41FD-4093-ADAA-299381C88D07}" destId="{0AF57734-3DCE-4F5D-A485-259404F40E5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4D5E23-6875-485B-9825-5E80FB7C10D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A937BEF-282F-4CA6-8771-57AFA6BFF632}">
      <dgm:prSet/>
      <dgm:spPr/>
      <dgm:t>
        <a:bodyPr/>
        <a:lstStyle/>
        <a:p>
          <a:r>
            <a:rPr lang="en-US"/>
            <a:t>Public Cloud</a:t>
          </a:r>
        </a:p>
      </dgm:t>
    </dgm:pt>
    <dgm:pt modelId="{7985B9DD-D4C7-4D6D-9464-A27E9CC6AAD1}" type="parTrans" cxnId="{22CACC4A-A5EA-412B-BE51-C4FE50E1711C}">
      <dgm:prSet/>
      <dgm:spPr/>
      <dgm:t>
        <a:bodyPr/>
        <a:lstStyle/>
        <a:p>
          <a:endParaRPr lang="en-US"/>
        </a:p>
      </dgm:t>
    </dgm:pt>
    <dgm:pt modelId="{66AB7819-8070-4FBF-A170-40B4717AB834}" type="sibTrans" cxnId="{22CACC4A-A5EA-412B-BE51-C4FE50E1711C}">
      <dgm:prSet/>
      <dgm:spPr/>
      <dgm:t>
        <a:bodyPr/>
        <a:lstStyle/>
        <a:p>
          <a:endParaRPr lang="en-US"/>
        </a:p>
      </dgm:t>
    </dgm:pt>
    <dgm:pt modelId="{D70809F8-00A6-4B75-8BFD-A81DE7956BC7}">
      <dgm:prSet/>
      <dgm:spPr/>
      <dgm:t>
        <a:bodyPr/>
        <a:lstStyle/>
        <a:p>
          <a:r>
            <a:rPr lang="en-US"/>
            <a:t>Multi-Tenant </a:t>
          </a:r>
        </a:p>
      </dgm:t>
    </dgm:pt>
    <dgm:pt modelId="{46BE97D2-E446-494B-A0C2-AE6B846A4205}" type="parTrans" cxnId="{E1638BA0-9C02-45CB-9838-2322138D29EA}">
      <dgm:prSet/>
      <dgm:spPr/>
      <dgm:t>
        <a:bodyPr/>
        <a:lstStyle/>
        <a:p>
          <a:endParaRPr lang="en-US"/>
        </a:p>
      </dgm:t>
    </dgm:pt>
    <dgm:pt modelId="{3925874D-461A-4C78-8EEC-51CD83C00665}" type="sibTrans" cxnId="{E1638BA0-9C02-45CB-9838-2322138D29EA}">
      <dgm:prSet/>
      <dgm:spPr/>
      <dgm:t>
        <a:bodyPr/>
        <a:lstStyle/>
        <a:p>
          <a:endParaRPr lang="en-US"/>
        </a:p>
      </dgm:t>
    </dgm:pt>
    <dgm:pt modelId="{D3DCDCEA-3A69-4F53-86BA-C854C216C613}">
      <dgm:prSet/>
      <dgm:spPr/>
      <dgm:t>
        <a:bodyPr/>
        <a:lstStyle/>
        <a:p>
          <a:r>
            <a:rPr lang="en-US"/>
            <a:t>Owned and Operated by a CSP (AWS, AZURE, GCP)</a:t>
          </a:r>
        </a:p>
      </dgm:t>
    </dgm:pt>
    <dgm:pt modelId="{7F649B4A-2A3C-4B6A-BE45-8EAE8E74243E}" type="parTrans" cxnId="{ADE6EAFD-75AB-4D78-A43D-A93B942503AC}">
      <dgm:prSet/>
      <dgm:spPr/>
      <dgm:t>
        <a:bodyPr/>
        <a:lstStyle/>
        <a:p>
          <a:endParaRPr lang="en-US"/>
        </a:p>
      </dgm:t>
    </dgm:pt>
    <dgm:pt modelId="{ABD8443F-851B-4D80-AEA5-AEDBE0D3029E}" type="sibTrans" cxnId="{ADE6EAFD-75AB-4D78-A43D-A93B942503AC}">
      <dgm:prSet/>
      <dgm:spPr/>
      <dgm:t>
        <a:bodyPr/>
        <a:lstStyle/>
        <a:p>
          <a:endParaRPr lang="en-US"/>
        </a:p>
      </dgm:t>
    </dgm:pt>
    <dgm:pt modelId="{BFEEA5CC-57F3-409C-9C50-546F3E752861}">
      <dgm:prSet/>
      <dgm:spPr/>
      <dgm:t>
        <a:bodyPr/>
        <a:lstStyle/>
        <a:p>
          <a:r>
            <a:rPr lang="en-US"/>
            <a:t>No Hardware Maintenance!</a:t>
          </a:r>
        </a:p>
      </dgm:t>
    </dgm:pt>
    <dgm:pt modelId="{C49049D9-F9AE-412F-8409-149E84E1E71E}" type="parTrans" cxnId="{D05854EE-3B67-4441-B4F1-04F296795EB8}">
      <dgm:prSet/>
      <dgm:spPr/>
      <dgm:t>
        <a:bodyPr/>
        <a:lstStyle/>
        <a:p>
          <a:endParaRPr lang="en-US"/>
        </a:p>
      </dgm:t>
    </dgm:pt>
    <dgm:pt modelId="{CCF9CC67-1FB5-42F9-BE9A-51019C712E67}" type="sibTrans" cxnId="{D05854EE-3B67-4441-B4F1-04F296795EB8}">
      <dgm:prSet/>
      <dgm:spPr/>
      <dgm:t>
        <a:bodyPr/>
        <a:lstStyle/>
        <a:p>
          <a:endParaRPr lang="en-US"/>
        </a:p>
      </dgm:t>
    </dgm:pt>
    <dgm:pt modelId="{046B6F80-07E2-4DE3-B27F-8FC2B4DC88AF}">
      <dgm:prSet/>
      <dgm:spPr/>
      <dgm:t>
        <a:bodyPr/>
        <a:lstStyle/>
        <a:p>
          <a:r>
            <a:rPr lang="en-US"/>
            <a:t>Private Cloud</a:t>
          </a:r>
        </a:p>
      </dgm:t>
    </dgm:pt>
    <dgm:pt modelId="{4D62F8DD-1509-4831-886A-765F0238C834}" type="parTrans" cxnId="{DE28CDDC-4C83-4EF7-B274-FD628699F227}">
      <dgm:prSet/>
      <dgm:spPr/>
      <dgm:t>
        <a:bodyPr/>
        <a:lstStyle/>
        <a:p>
          <a:endParaRPr lang="en-US"/>
        </a:p>
      </dgm:t>
    </dgm:pt>
    <dgm:pt modelId="{FA6ACC20-262B-45DA-875F-19D3F7419E09}" type="sibTrans" cxnId="{DE28CDDC-4C83-4EF7-B274-FD628699F227}">
      <dgm:prSet/>
      <dgm:spPr/>
      <dgm:t>
        <a:bodyPr/>
        <a:lstStyle/>
        <a:p>
          <a:endParaRPr lang="en-US"/>
        </a:p>
      </dgm:t>
    </dgm:pt>
    <dgm:pt modelId="{FEC36CCA-F269-4120-8926-6B7B926FE801}">
      <dgm:prSet/>
      <dgm:spPr/>
      <dgm:t>
        <a:bodyPr/>
        <a:lstStyle/>
        <a:p>
          <a:r>
            <a:rPr lang="en-US"/>
            <a:t>Often On PREMISE</a:t>
          </a:r>
        </a:p>
      </dgm:t>
    </dgm:pt>
    <dgm:pt modelId="{05EB3AAA-14D6-49A3-8AD6-C667C0EBA259}" type="parTrans" cxnId="{B7791800-D2FB-471D-9FB6-F2497F3BEFA5}">
      <dgm:prSet/>
      <dgm:spPr/>
      <dgm:t>
        <a:bodyPr/>
        <a:lstStyle/>
        <a:p>
          <a:endParaRPr lang="en-US"/>
        </a:p>
      </dgm:t>
    </dgm:pt>
    <dgm:pt modelId="{C4BFC4D1-9A47-4074-9A06-118CCAA818BD}" type="sibTrans" cxnId="{B7791800-D2FB-471D-9FB6-F2497F3BEFA5}">
      <dgm:prSet/>
      <dgm:spPr/>
      <dgm:t>
        <a:bodyPr/>
        <a:lstStyle/>
        <a:p>
          <a:endParaRPr lang="en-US"/>
        </a:p>
      </dgm:t>
    </dgm:pt>
    <dgm:pt modelId="{0A461E0D-4A35-4DB9-AC57-6BA25F7349CF}">
      <dgm:prSet/>
      <dgm:spPr/>
      <dgm:t>
        <a:bodyPr/>
        <a:lstStyle/>
        <a:p>
          <a:r>
            <a:rPr lang="en-US"/>
            <a:t>Organization Owned and Operated</a:t>
          </a:r>
        </a:p>
      </dgm:t>
    </dgm:pt>
    <dgm:pt modelId="{39DEEFC4-4BB6-48F0-9314-33CE49C9F605}" type="parTrans" cxnId="{20C516CC-6BB9-43CE-A725-6BC39C5E93B8}">
      <dgm:prSet/>
      <dgm:spPr/>
      <dgm:t>
        <a:bodyPr/>
        <a:lstStyle/>
        <a:p>
          <a:endParaRPr lang="en-US"/>
        </a:p>
      </dgm:t>
    </dgm:pt>
    <dgm:pt modelId="{E78815F4-AD4A-404C-B00B-D0FC8D577519}" type="sibTrans" cxnId="{20C516CC-6BB9-43CE-A725-6BC39C5E93B8}">
      <dgm:prSet/>
      <dgm:spPr/>
      <dgm:t>
        <a:bodyPr/>
        <a:lstStyle/>
        <a:p>
          <a:endParaRPr lang="en-US"/>
        </a:p>
      </dgm:t>
    </dgm:pt>
    <dgm:pt modelId="{4DFE01C1-8748-4023-B613-9BA9F4F983A3}">
      <dgm:prSet/>
      <dgm:spPr/>
      <dgm:t>
        <a:bodyPr/>
        <a:lstStyle/>
        <a:p>
          <a:r>
            <a:rPr lang="en-US"/>
            <a:t>Single-Tenant</a:t>
          </a:r>
        </a:p>
      </dgm:t>
    </dgm:pt>
    <dgm:pt modelId="{AF72DC08-D625-4CF3-B95B-82B5551FCCBA}" type="parTrans" cxnId="{330500CD-9DC4-4563-BB24-A1E64C4BADE1}">
      <dgm:prSet/>
      <dgm:spPr/>
      <dgm:t>
        <a:bodyPr/>
        <a:lstStyle/>
        <a:p>
          <a:endParaRPr lang="en-US"/>
        </a:p>
      </dgm:t>
    </dgm:pt>
    <dgm:pt modelId="{40788A8D-9251-4994-A7D0-DC657DF05883}" type="sibTrans" cxnId="{330500CD-9DC4-4563-BB24-A1E64C4BADE1}">
      <dgm:prSet/>
      <dgm:spPr/>
      <dgm:t>
        <a:bodyPr/>
        <a:lstStyle/>
        <a:p>
          <a:endParaRPr lang="en-US"/>
        </a:p>
      </dgm:t>
    </dgm:pt>
    <dgm:pt modelId="{DD7F4277-E591-4FBF-802E-9CA78C621B24}">
      <dgm:prSet/>
      <dgm:spPr/>
      <dgm:t>
        <a:bodyPr/>
        <a:lstStyle/>
        <a:p>
          <a:r>
            <a:rPr lang="en-US"/>
            <a:t>Hybrid Cloud:</a:t>
          </a:r>
        </a:p>
      </dgm:t>
    </dgm:pt>
    <dgm:pt modelId="{9C214B2D-111A-46D7-AFBD-CDBE8849A0CA}" type="parTrans" cxnId="{88221D5D-E305-412B-8A75-68C5677F683A}">
      <dgm:prSet/>
      <dgm:spPr/>
      <dgm:t>
        <a:bodyPr/>
        <a:lstStyle/>
        <a:p>
          <a:endParaRPr lang="en-US"/>
        </a:p>
      </dgm:t>
    </dgm:pt>
    <dgm:pt modelId="{8895BC5E-A156-4F9F-A2FD-93A6ED55A3F9}" type="sibTrans" cxnId="{88221D5D-E305-412B-8A75-68C5677F683A}">
      <dgm:prSet/>
      <dgm:spPr/>
      <dgm:t>
        <a:bodyPr/>
        <a:lstStyle/>
        <a:p>
          <a:endParaRPr lang="en-US"/>
        </a:p>
      </dgm:t>
    </dgm:pt>
    <dgm:pt modelId="{E5CCF4CF-194F-4CE4-965B-926784732F4D}">
      <dgm:prSet/>
      <dgm:spPr/>
      <dgm:t>
        <a:bodyPr/>
        <a:lstStyle/>
        <a:p>
          <a:r>
            <a:rPr lang="en-US"/>
            <a:t>A little bit of both!</a:t>
          </a:r>
        </a:p>
      </dgm:t>
    </dgm:pt>
    <dgm:pt modelId="{1BF4C1FD-427C-48C2-926F-F239776A3B4B}" type="parTrans" cxnId="{0847D498-5887-40D6-9AA7-3DDCFCA848EA}">
      <dgm:prSet/>
      <dgm:spPr/>
      <dgm:t>
        <a:bodyPr/>
        <a:lstStyle/>
        <a:p>
          <a:endParaRPr lang="en-US"/>
        </a:p>
      </dgm:t>
    </dgm:pt>
    <dgm:pt modelId="{048394EA-D03A-489D-8DAE-C01DC0C43095}" type="sibTrans" cxnId="{0847D498-5887-40D6-9AA7-3DDCFCA848EA}">
      <dgm:prSet/>
      <dgm:spPr/>
      <dgm:t>
        <a:bodyPr/>
        <a:lstStyle/>
        <a:p>
          <a:endParaRPr lang="en-US"/>
        </a:p>
      </dgm:t>
    </dgm:pt>
    <dgm:pt modelId="{80323292-E89F-4810-AB86-EB36645ECBBC}" type="pres">
      <dgm:prSet presAssocID="{B74D5E23-6875-485B-9825-5E80FB7C10DA}" presName="linear" presStyleCnt="0">
        <dgm:presLayoutVars>
          <dgm:animLvl val="lvl"/>
          <dgm:resizeHandles val="exact"/>
        </dgm:presLayoutVars>
      </dgm:prSet>
      <dgm:spPr/>
    </dgm:pt>
    <dgm:pt modelId="{816B457F-6C17-4EA0-B8ED-5FCBEA9474B9}" type="pres">
      <dgm:prSet presAssocID="{0A937BEF-282F-4CA6-8771-57AFA6BFF6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50120A0-F1DF-45C5-94FA-602DC705C7E1}" type="pres">
      <dgm:prSet presAssocID="{0A937BEF-282F-4CA6-8771-57AFA6BFF632}" presName="childText" presStyleLbl="revTx" presStyleIdx="0" presStyleCnt="3">
        <dgm:presLayoutVars>
          <dgm:bulletEnabled val="1"/>
        </dgm:presLayoutVars>
      </dgm:prSet>
      <dgm:spPr/>
    </dgm:pt>
    <dgm:pt modelId="{F9773E74-E662-4897-B8C9-9501521D095D}" type="pres">
      <dgm:prSet presAssocID="{046B6F80-07E2-4DE3-B27F-8FC2B4DC88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A424689-9C85-432C-B3C3-7109F6D34006}" type="pres">
      <dgm:prSet presAssocID="{046B6F80-07E2-4DE3-B27F-8FC2B4DC88AF}" presName="childText" presStyleLbl="revTx" presStyleIdx="1" presStyleCnt="3">
        <dgm:presLayoutVars>
          <dgm:bulletEnabled val="1"/>
        </dgm:presLayoutVars>
      </dgm:prSet>
      <dgm:spPr/>
    </dgm:pt>
    <dgm:pt modelId="{8A24BF7B-571A-496C-9279-2ED4C89169B9}" type="pres">
      <dgm:prSet presAssocID="{DD7F4277-E591-4FBF-802E-9CA78C621B2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CE357FF-4EE3-4F01-B714-714CD7731714}" type="pres">
      <dgm:prSet presAssocID="{DD7F4277-E591-4FBF-802E-9CA78C621B2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7791800-D2FB-471D-9FB6-F2497F3BEFA5}" srcId="{046B6F80-07E2-4DE3-B27F-8FC2B4DC88AF}" destId="{FEC36CCA-F269-4120-8926-6B7B926FE801}" srcOrd="0" destOrd="0" parTransId="{05EB3AAA-14D6-49A3-8AD6-C667C0EBA259}" sibTransId="{C4BFC4D1-9A47-4074-9A06-118CCAA818BD}"/>
    <dgm:cxn modelId="{CFE64A08-146D-416F-8260-64130A0A07FB}" type="presOf" srcId="{DD7F4277-E591-4FBF-802E-9CA78C621B24}" destId="{8A24BF7B-571A-496C-9279-2ED4C89169B9}" srcOrd="0" destOrd="0" presId="urn:microsoft.com/office/officeart/2005/8/layout/vList2"/>
    <dgm:cxn modelId="{050E8E29-0CB3-4A04-9F8F-2708323EE6C0}" type="presOf" srcId="{FEC36CCA-F269-4120-8926-6B7B926FE801}" destId="{EA424689-9C85-432C-B3C3-7109F6D34006}" srcOrd="0" destOrd="0" presId="urn:microsoft.com/office/officeart/2005/8/layout/vList2"/>
    <dgm:cxn modelId="{88221D5D-E305-412B-8A75-68C5677F683A}" srcId="{B74D5E23-6875-485B-9825-5E80FB7C10DA}" destId="{DD7F4277-E591-4FBF-802E-9CA78C621B24}" srcOrd="2" destOrd="0" parTransId="{9C214B2D-111A-46D7-AFBD-CDBE8849A0CA}" sibTransId="{8895BC5E-A156-4F9F-A2FD-93A6ED55A3F9}"/>
    <dgm:cxn modelId="{F67DB948-1AC8-46F1-A6F1-1263EBEFCBB1}" type="presOf" srcId="{0A461E0D-4A35-4DB9-AC57-6BA25F7349CF}" destId="{EA424689-9C85-432C-B3C3-7109F6D34006}" srcOrd="0" destOrd="1" presId="urn:microsoft.com/office/officeart/2005/8/layout/vList2"/>
    <dgm:cxn modelId="{22CACC4A-A5EA-412B-BE51-C4FE50E1711C}" srcId="{B74D5E23-6875-485B-9825-5E80FB7C10DA}" destId="{0A937BEF-282F-4CA6-8771-57AFA6BFF632}" srcOrd="0" destOrd="0" parTransId="{7985B9DD-D4C7-4D6D-9464-A27E9CC6AAD1}" sibTransId="{66AB7819-8070-4FBF-A170-40B4717AB834}"/>
    <dgm:cxn modelId="{D53BF84E-CF84-40DB-A995-1366A67D96B3}" type="presOf" srcId="{B74D5E23-6875-485B-9825-5E80FB7C10DA}" destId="{80323292-E89F-4810-AB86-EB36645ECBBC}" srcOrd="0" destOrd="0" presId="urn:microsoft.com/office/officeart/2005/8/layout/vList2"/>
    <dgm:cxn modelId="{0847D498-5887-40D6-9AA7-3DDCFCA848EA}" srcId="{DD7F4277-E591-4FBF-802E-9CA78C621B24}" destId="{E5CCF4CF-194F-4CE4-965B-926784732F4D}" srcOrd="0" destOrd="0" parTransId="{1BF4C1FD-427C-48C2-926F-F239776A3B4B}" sibTransId="{048394EA-D03A-489D-8DAE-C01DC0C43095}"/>
    <dgm:cxn modelId="{28957299-234D-47BF-BE38-D2761F41EC82}" type="presOf" srcId="{D70809F8-00A6-4B75-8BFD-A81DE7956BC7}" destId="{E50120A0-F1DF-45C5-94FA-602DC705C7E1}" srcOrd="0" destOrd="0" presId="urn:microsoft.com/office/officeart/2005/8/layout/vList2"/>
    <dgm:cxn modelId="{F253E89D-7A16-4485-900E-7EEFF74AC418}" type="presOf" srcId="{0A937BEF-282F-4CA6-8771-57AFA6BFF632}" destId="{816B457F-6C17-4EA0-B8ED-5FCBEA9474B9}" srcOrd="0" destOrd="0" presId="urn:microsoft.com/office/officeart/2005/8/layout/vList2"/>
    <dgm:cxn modelId="{9F113B9E-16C5-446D-A3E5-AE542EB653F1}" type="presOf" srcId="{BFEEA5CC-57F3-409C-9C50-546F3E752861}" destId="{E50120A0-F1DF-45C5-94FA-602DC705C7E1}" srcOrd="0" destOrd="2" presId="urn:microsoft.com/office/officeart/2005/8/layout/vList2"/>
    <dgm:cxn modelId="{E1638BA0-9C02-45CB-9838-2322138D29EA}" srcId="{0A937BEF-282F-4CA6-8771-57AFA6BFF632}" destId="{D70809F8-00A6-4B75-8BFD-A81DE7956BC7}" srcOrd="0" destOrd="0" parTransId="{46BE97D2-E446-494B-A0C2-AE6B846A4205}" sibTransId="{3925874D-461A-4C78-8EEC-51CD83C00665}"/>
    <dgm:cxn modelId="{392E57AE-C859-45CD-871D-6779C3FE99D4}" type="presOf" srcId="{4DFE01C1-8748-4023-B613-9BA9F4F983A3}" destId="{EA424689-9C85-432C-B3C3-7109F6D34006}" srcOrd="0" destOrd="2" presId="urn:microsoft.com/office/officeart/2005/8/layout/vList2"/>
    <dgm:cxn modelId="{771EA7B0-9AB2-41A9-9094-7000B8DFE738}" type="presOf" srcId="{D3DCDCEA-3A69-4F53-86BA-C854C216C613}" destId="{E50120A0-F1DF-45C5-94FA-602DC705C7E1}" srcOrd="0" destOrd="1" presId="urn:microsoft.com/office/officeart/2005/8/layout/vList2"/>
    <dgm:cxn modelId="{357705B4-0C9B-47D2-8EED-D1BA08C24FF0}" type="presOf" srcId="{046B6F80-07E2-4DE3-B27F-8FC2B4DC88AF}" destId="{F9773E74-E662-4897-B8C9-9501521D095D}" srcOrd="0" destOrd="0" presId="urn:microsoft.com/office/officeart/2005/8/layout/vList2"/>
    <dgm:cxn modelId="{20C516CC-6BB9-43CE-A725-6BC39C5E93B8}" srcId="{046B6F80-07E2-4DE3-B27F-8FC2B4DC88AF}" destId="{0A461E0D-4A35-4DB9-AC57-6BA25F7349CF}" srcOrd="1" destOrd="0" parTransId="{39DEEFC4-4BB6-48F0-9314-33CE49C9F605}" sibTransId="{E78815F4-AD4A-404C-B00B-D0FC8D577519}"/>
    <dgm:cxn modelId="{330500CD-9DC4-4563-BB24-A1E64C4BADE1}" srcId="{046B6F80-07E2-4DE3-B27F-8FC2B4DC88AF}" destId="{4DFE01C1-8748-4023-B613-9BA9F4F983A3}" srcOrd="2" destOrd="0" parTransId="{AF72DC08-D625-4CF3-B95B-82B5551FCCBA}" sibTransId="{40788A8D-9251-4994-A7D0-DC657DF05883}"/>
    <dgm:cxn modelId="{DE28CDDC-4C83-4EF7-B274-FD628699F227}" srcId="{B74D5E23-6875-485B-9825-5E80FB7C10DA}" destId="{046B6F80-07E2-4DE3-B27F-8FC2B4DC88AF}" srcOrd="1" destOrd="0" parTransId="{4D62F8DD-1509-4831-886A-765F0238C834}" sibTransId="{FA6ACC20-262B-45DA-875F-19D3F7419E09}"/>
    <dgm:cxn modelId="{D05854EE-3B67-4441-B4F1-04F296795EB8}" srcId="{0A937BEF-282F-4CA6-8771-57AFA6BFF632}" destId="{BFEEA5CC-57F3-409C-9C50-546F3E752861}" srcOrd="2" destOrd="0" parTransId="{C49049D9-F9AE-412F-8409-149E84E1E71E}" sibTransId="{CCF9CC67-1FB5-42F9-BE9A-51019C712E67}"/>
    <dgm:cxn modelId="{33AF20EF-14FF-4FA5-9F96-872C92194F04}" type="presOf" srcId="{E5CCF4CF-194F-4CE4-965B-926784732F4D}" destId="{4CE357FF-4EE3-4F01-B714-714CD7731714}" srcOrd="0" destOrd="0" presId="urn:microsoft.com/office/officeart/2005/8/layout/vList2"/>
    <dgm:cxn modelId="{ADE6EAFD-75AB-4D78-A43D-A93B942503AC}" srcId="{0A937BEF-282F-4CA6-8771-57AFA6BFF632}" destId="{D3DCDCEA-3A69-4F53-86BA-C854C216C613}" srcOrd="1" destOrd="0" parTransId="{7F649B4A-2A3C-4B6A-BE45-8EAE8E74243E}" sibTransId="{ABD8443F-851B-4D80-AEA5-AEDBE0D3029E}"/>
    <dgm:cxn modelId="{832EF59F-6FE1-4B29-BDBA-B549C26D4383}" type="presParOf" srcId="{80323292-E89F-4810-AB86-EB36645ECBBC}" destId="{816B457F-6C17-4EA0-B8ED-5FCBEA9474B9}" srcOrd="0" destOrd="0" presId="urn:microsoft.com/office/officeart/2005/8/layout/vList2"/>
    <dgm:cxn modelId="{16053098-213B-4DD8-8ABB-4676F3AED6F6}" type="presParOf" srcId="{80323292-E89F-4810-AB86-EB36645ECBBC}" destId="{E50120A0-F1DF-45C5-94FA-602DC705C7E1}" srcOrd="1" destOrd="0" presId="urn:microsoft.com/office/officeart/2005/8/layout/vList2"/>
    <dgm:cxn modelId="{C8FD5E6A-06B5-4C20-9436-EEC3708FE7FD}" type="presParOf" srcId="{80323292-E89F-4810-AB86-EB36645ECBBC}" destId="{F9773E74-E662-4897-B8C9-9501521D095D}" srcOrd="2" destOrd="0" presId="urn:microsoft.com/office/officeart/2005/8/layout/vList2"/>
    <dgm:cxn modelId="{C6B87DF4-5AA0-4274-A261-40BA8B02E402}" type="presParOf" srcId="{80323292-E89F-4810-AB86-EB36645ECBBC}" destId="{EA424689-9C85-432C-B3C3-7109F6D34006}" srcOrd="3" destOrd="0" presId="urn:microsoft.com/office/officeart/2005/8/layout/vList2"/>
    <dgm:cxn modelId="{383E9D14-02D1-465E-9C08-27AB0295E334}" type="presParOf" srcId="{80323292-E89F-4810-AB86-EB36645ECBBC}" destId="{8A24BF7B-571A-496C-9279-2ED4C89169B9}" srcOrd="4" destOrd="0" presId="urn:microsoft.com/office/officeart/2005/8/layout/vList2"/>
    <dgm:cxn modelId="{59F4D93D-DA24-45D4-819E-6E4AF4AFE505}" type="presParOf" srcId="{80323292-E89F-4810-AB86-EB36645ECBBC}" destId="{4CE357FF-4EE3-4F01-B714-714CD773171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9FE9F6-A561-41AF-B615-AC1941B0D33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9E513E-3D57-4DA5-B260-352EE6CC4879}">
      <dgm:prSet/>
      <dgm:spPr/>
      <dgm:t>
        <a:bodyPr/>
        <a:lstStyle/>
        <a:p>
          <a:r>
            <a:rPr lang="en-US"/>
            <a:t>Server Consolidation</a:t>
          </a:r>
        </a:p>
      </dgm:t>
    </dgm:pt>
    <dgm:pt modelId="{231BE06B-ACA2-4232-8952-75C61B87D59A}" type="parTrans" cxnId="{9D388656-AD95-4C89-92E4-A9316538AAFF}">
      <dgm:prSet/>
      <dgm:spPr/>
      <dgm:t>
        <a:bodyPr/>
        <a:lstStyle/>
        <a:p>
          <a:endParaRPr lang="en-US"/>
        </a:p>
      </dgm:t>
    </dgm:pt>
    <dgm:pt modelId="{3903528D-76CA-4063-B939-CE2BA5347D5F}" type="sibTrans" cxnId="{9D388656-AD95-4C89-92E4-A9316538AAFF}">
      <dgm:prSet/>
      <dgm:spPr/>
      <dgm:t>
        <a:bodyPr/>
        <a:lstStyle/>
        <a:p>
          <a:endParaRPr lang="en-US"/>
        </a:p>
      </dgm:t>
    </dgm:pt>
    <dgm:pt modelId="{CF9D25B0-46DD-4F06-816E-43A06D8D7CBE}">
      <dgm:prSet/>
      <dgm:spPr/>
      <dgm:t>
        <a:bodyPr/>
        <a:lstStyle/>
        <a:p>
          <a:r>
            <a:rPr lang="en-US"/>
            <a:t>Resource Efficiency</a:t>
          </a:r>
        </a:p>
      </dgm:t>
    </dgm:pt>
    <dgm:pt modelId="{52EEDD5E-6B97-41C6-8CCB-2F48D6ED98D3}" type="parTrans" cxnId="{34577138-8A2E-4E96-93D1-4122050D5647}">
      <dgm:prSet/>
      <dgm:spPr/>
      <dgm:t>
        <a:bodyPr/>
        <a:lstStyle/>
        <a:p>
          <a:endParaRPr lang="en-US"/>
        </a:p>
      </dgm:t>
    </dgm:pt>
    <dgm:pt modelId="{3E556E23-2B3D-4CFA-84F6-46F542BBED45}" type="sibTrans" cxnId="{34577138-8A2E-4E96-93D1-4122050D5647}">
      <dgm:prSet/>
      <dgm:spPr/>
      <dgm:t>
        <a:bodyPr/>
        <a:lstStyle/>
        <a:p>
          <a:endParaRPr lang="en-US"/>
        </a:p>
      </dgm:t>
    </dgm:pt>
    <dgm:pt modelId="{3FB09678-B8FF-4EAD-A8E8-32C7B38931DB}">
      <dgm:prSet/>
      <dgm:spPr/>
      <dgm:t>
        <a:bodyPr/>
        <a:lstStyle/>
        <a:p>
          <a:r>
            <a:rPr lang="en-US"/>
            <a:t>Cost Savings</a:t>
          </a:r>
        </a:p>
      </dgm:t>
    </dgm:pt>
    <dgm:pt modelId="{F58D0C8B-A07B-4432-B4E4-3DD3F8A5B070}" type="parTrans" cxnId="{EF8D9129-59AC-44E4-8E2C-19CE94C798A3}">
      <dgm:prSet/>
      <dgm:spPr/>
      <dgm:t>
        <a:bodyPr/>
        <a:lstStyle/>
        <a:p>
          <a:endParaRPr lang="en-US"/>
        </a:p>
      </dgm:t>
    </dgm:pt>
    <dgm:pt modelId="{917BB71D-A9B8-48C0-A74C-6EDF04E3E872}" type="sibTrans" cxnId="{EF8D9129-59AC-44E4-8E2C-19CE94C798A3}">
      <dgm:prSet/>
      <dgm:spPr/>
      <dgm:t>
        <a:bodyPr/>
        <a:lstStyle/>
        <a:p>
          <a:endParaRPr lang="en-US"/>
        </a:p>
      </dgm:t>
    </dgm:pt>
    <dgm:pt modelId="{422631AB-8D91-4F53-868B-043A74A0EA5C}">
      <dgm:prSet/>
      <dgm:spPr/>
      <dgm:t>
        <a:bodyPr/>
        <a:lstStyle/>
        <a:p>
          <a:r>
            <a:rPr lang="en-US"/>
            <a:t>Isolation</a:t>
          </a:r>
        </a:p>
      </dgm:t>
    </dgm:pt>
    <dgm:pt modelId="{6EA7CF32-68FF-445C-BFCE-90F961EEAA30}" type="parTrans" cxnId="{EAE924EB-3C2A-4A79-A886-8791AED041B8}">
      <dgm:prSet/>
      <dgm:spPr/>
      <dgm:t>
        <a:bodyPr/>
        <a:lstStyle/>
        <a:p>
          <a:endParaRPr lang="en-US"/>
        </a:p>
      </dgm:t>
    </dgm:pt>
    <dgm:pt modelId="{66138CB5-E94E-498D-8E55-E2C1DCE38116}" type="sibTrans" cxnId="{EAE924EB-3C2A-4A79-A886-8791AED041B8}">
      <dgm:prSet/>
      <dgm:spPr/>
      <dgm:t>
        <a:bodyPr/>
        <a:lstStyle/>
        <a:p>
          <a:endParaRPr lang="en-US"/>
        </a:p>
      </dgm:t>
    </dgm:pt>
    <dgm:pt modelId="{393CA3F1-D146-4897-A972-DB3BCD0C7512}">
      <dgm:prSet/>
      <dgm:spPr/>
      <dgm:t>
        <a:bodyPr/>
        <a:lstStyle/>
        <a:p>
          <a:r>
            <a:rPr lang="en-US"/>
            <a:t>Easy Provisioning and Deployment</a:t>
          </a:r>
        </a:p>
      </dgm:t>
    </dgm:pt>
    <dgm:pt modelId="{20FA2B99-930B-4BA3-A600-D129AC0E3E4D}" type="parTrans" cxnId="{C8C23214-3A46-47A7-BDB8-C086FD78BCD5}">
      <dgm:prSet/>
      <dgm:spPr/>
      <dgm:t>
        <a:bodyPr/>
        <a:lstStyle/>
        <a:p>
          <a:endParaRPr lang="en-US"/>
        </a:p>
      </dgm:t>
    </dgm:pt>
    <dgm:pt modelId="{8985A11C-67DD-4D0C-874E-A0946D353C30}" type="sibTrans" cxnId="{C8C23214-3A46-47A7-BDB8-C086FD78BCD5}">
      <dgm:prSet/>
      <dgm:spPr/>
      <dgm:t>
        <a:bodyPr/>
        <a:lstStyle/>
        <a:p>
          <a:endParaRPr lang="en-US"/>
        </a:p>
      </dgm:t>
    </dgm:pt>
    <dgm:pt modelId="{84F673AA-32B1-4AE4-B0C3-EC95135E7C9D}">
      <dgm:prSet/>
      <dgm:spPr/>
      <dgm:t>
        <a:bodyPr/>
        <a:lstStyle/>
        <a:p>
          <a:r>
            <a:rPr lang="en-US"/>
            <a:t>Testing and Development</a:t>
          </a:r>
        </a:p>
      </dgm:t>
    </dgm:pt>
    <dgm:pt modelId="{798FD522-B0D2-485C-A572-727ADC334ECF}" type="parTrans" cxnId="{7308D5F7-463B-480E-B0FE-A3C16D3C7174}">
      <dgm:prSet/>
      <dgm:spPr/>
      <dgm:t>
        <a:bodyPr/>
        <a:lstStyle/>
        <a:p>
          <a:endParaRPr lang="en-US"/>
        </a:p>
      </dgm:t>
    </dgm:pt>
    <dgm:pt modelId="{EA90AF40-B54F-40F1-8993-278FA14B63AD}" type="sibTrans" cxnId="{7308D5F7-463B-480E-B0FE-A3C16D3C7174}">
      <dgm:prSet/>
      <dgm:spPr/>
      <dgm:t>
        <a:bodyPr/>
        <a:lstStyle/>
        <a:p>
          <a:endParaRPr lang="en-US"/>
        </a:p>
      </dgm:t>
    </dgm:pt>
    <dgm:pt modelId="{F6FB1288-7CEA-4098-9F18-03DCADDAA4ED}">
      <dgm:prSet/>
      <dgm:spPr/>
      <dgm:t>
        <a:bodyPr/>
        <a:lstStyle/>
        <a:p>
          <a:r>
            <a:rPr lang="en-US"/>
            <a:t>Disaster Recovery</a:t>
          </a:r>
        </a:p>
      </dgm:t>
    </dgm:pt>
    <dgm:pt modelId="{1B892DA2-37A2-416E-BBA8-48827051C26D}" type="parTrans" cxnId="{5AE5E246-7221-4520-930D-B383A4C49204}">
      <dgm:prSet/>
      <dgm:spPr/>
      <dgm:t>
        <a:bodyPr/>
        <a:lstStyle/>
        <a:p>
          <a:endParaRPr lang="en-US"/>
        </a:p>
      </dgm:t>
    </dgm:pt>
    <dgm:pt modelId="{61D6FE3D-3759-49D8-B60D-C580A3BF21DE}" type="sibTrans" cxnId="{5AE5E246-7221-4520-930D-B383A4C49204}">
      <dgm:prSet/>
      <dgm:spPr/>
      <dgm:t>
        <a:bodyPr/>
        <a:lstStyle/>
        <a:p>
          <a:endParaRPr lang="en-US"/>
        </a:p>
      </dgm:t>
    </dgm:pt>
    <dgm:pt modelId="{24887B77-BBF0-4805-83B4-526536EFA23D}" type="pres">
      <dgm:prSet presAssocID="{979FE9F6-A561-41AF-B615-AC1941B0D332}" presName="diagram" presStyleCnt="0">
        <dgm:presLayoutVars>
          <dgm:dir/>
          <dgm:resizeHandles val="exact"/>
        </dgm:presLayoutVars>
      </dgm:prSet>
      <dgm:spPr/>
    </dgm:pt>
    <dgm:pt modelId="{21FD3AAF-06FC-4FFB-8FAD-372EF373D66E}" type="pres">
      <dgm:prSet presAssocID="{1E9E513E-3D57-4DA5-B260-352EE6CC4879}" presName="node" presStyleLbl="node1" presStyleIdx="0" presStyleCnt="7">
        <dgm:presLayoutVars>
          <dgm:bulletEnabled val="1"/>
        </dgm:presLayoutVars>
      </dgm:prSet>
      <dgm:spPr/>
    </dgm:pt>
    <dgm:pt modelId="{4ABC0DF3-00AD-4E77-AFF7-7E62D3E47890}" type="pres">
      <dgm:prSet presAssocID="{3903528D-76CA-4063-B939-CE2BA5347D5F}" presName="sibTrans" presStyleCnt="0"/>
      <dgm:spPr/>
    </dgm:pt>
    <dgm:pt modelId="{61541879-B5C4-48C7-BF6A-B06BEDE5C608}" type="pres">
      <dgm:prSet presAssocID="{CF9D25B0-46DD-4F06-816E-43A06D8D7CBE}" presName="node" presStyleLbl="node1" presStyleIdx="1" presStyleCnt="7">
        <dgm:presLayoutVars>
          <dgm:bulletEnabled val="1"/>
        </dgm:presLayoutVars>
      </dgm:prSet>
      <dgm:spPr/>
    </dgm:pt>
    <dgm:pt modelId="{809963DD-422E-4ECB-B260-7F22CB3D6DEC}" type="pres">
      <dgm:prSet presAssocID="{3E556E23-2B3D-4CFA-84F6-46F542BBED45}" presName="sibTrans" presStyleCnt="0"/>
      <dgm:spPr/>
    </dgm:pt>
    <dgm:pt modelId="{C8625ACA-AB38-41AD-871B-16A06B6CEB81}" type="pres">
      <dgm:prSet presAssocID="{3FB09678-B8FF-4EAD-A8E8-32C7B38931DB}" presName="node" presStyleLbl="node1" presStyleIdx="2" presStyleCnt="7">
        <dgm:presLayoutVars>
          <dgm:bulletEnabled val="1"/>
        </dgm:presLayoutVars>
      </dgm:prSet>
      <dgm:spPr/>
    </dgm:pt>
    <dgm:pt modelId="{8A84DF3E-C471-47A1-9CD4-76FB74F18F8D}" type="pres">
      <dgm:prSet presAssocID="{917BB71D-A9B8-48C0-A74C-6EDF04E3E872}" presName="sibTrans" presStyleCnt="0"/>
      <dgm:spPr/>
    </dgm:pt>
    <dgm:pt modelId="{FA971A87-6DB8-491D-BAD5-AB941701056D}" type="pres">
      <dgm:prSet presAssocID="{422631AB-8D91-4F53-868B-043A74A0EA5C}" presName="node" presStyleLbl="node1" presStyleIdx="3" presStyleCnt="7">
        <dgm:presLayoutVars>
          <dgm:bulletEnabled val="1"/>
        </dgm:presLayoutVars>
      </dgm:prSet>
      <dgm:spPr/>
    </dgm:pt>
    <dgm:pt modelId="{6C3BE16D-F222-4454-8AB5-13A245EA141F}" type="pres">
      <dgm:prSet presAssocID="{66138CB5-E94E-498D-8E55-E2C1DCE38116}" presName="sibTrans" presStyleCnt="0"/>
      <dgm:spPr/>
    </dgm:pt>
    <dgm:pt modelId="{C54C15EA-1517-45DE-9A21-BBF9F91300DA}" type="pres">
      <dgm:prSet presAssocID="{393CA3F1-D146-4897-A972-DB3BCD0C7512}" presName="node" presStyleLbl="node1" presStyleIdx="4" presStyleCnt="7">
        <dgm:presLayoutVars>
          <dgm:bulletEnabled val="1"/>
        </dgm:presLayoutVars>
      </dgm:prSet>
      <dgm:spPr/>
    </dgm:pt>
    <dgm:pt modelId="{7E691C88-9C5C-421C-9B8D-E4CC76BEFDA3}" type="pres">
      <dgm:prSet presAssocID="{8985A11C-67DD-4D0C-874E-A0946D353C30}" presName="sibTrans" presStyleCnt="0"/>
      <dgm:spPr/>
    </dgm:pt>
    <dgm:pt modelId="{99A7B089-5639-40DC-AD9A-794715E09244}" type="pres">
      <dgm:prSet presAssocID="{84F673AA-32B1-4AE4-B0C3-EC95135E7C9D}" presName="node" presStyleLbl="node1" presStyleIdx="5" presStyleCnt="7">
        <dgm:presLayoutVars>
          <dgm:bulletEnabled val="1"/>
        </dgm:presLayoutVars>
      </dgm:prSet>
      <dgm:spPr/>
    </dgm:pt>
    <dgm:pt modelId="{24B8DA67-9D5F-4100-BC55-6B4718FBCB79}" type="pres">
      <dgm:prSet presAssocID="{EA90AF40-B54F-40F1-8993-278FA14B63AD}" presName="sibTrans" presStyleCnt="0"/>
      <dgm:spPr/>
    </dgm:pt>
    <dgm:pt modelId="{9F9976BC-E38C-49C1-B699-4AD731737D13}" type="pres">
      <dgm:prSet presAssocID="{F6FB1288-7CEA-4098-9F18-03DCADDAA4ED}" presName="node" presStyleLbl="node1" presStyleIdx="6" presStyleCnt="7">
        <dgm:presLayoutVars>
          <dgm:bulletEnabled val="1"/>
        </dgm:presLayoutVars>
      </dgm:prSet>
      <dgm:spPr/>
    </dgm:pt>
  </dgm:ptLst>
  <dgm:cxnLst>
    <dgm:cxn modelId="{C8C23214-3A46-47A7-BDB8-C086FD78BCD5}" srcId="{979FE9F6-A561-41AF-B615-AC1941B0D332}" destId="{393CA3F1-D146-4897-A972-DB3BCD0C7512}" srcOrd="4" destOrd="0" parTransId="{20FA2B99-930B-4BA3-A600-D129AC0E3E4D}" sibTransId="{8985A11C-67DD-4D0C-874E-A0946D353C30}"/>
    <dgm:cxn modelId="{B29E911C-43AD-4828-AA85-4A926230121A}" type="presOf" srcId="{1E9E513E-3D57-4DA5-B260-352EE6CC4879}" destId="{21FD3AAF-06FC-4FFB-8FAD-372EF373D66E}" srcOrd="0" destOrd="0" presId="urn:microsoft.com/office/officeart/2005/8/layout/default"/>
    <dgm:cxn modelId="{EF8D9129-59AC-44E4-8E2C-19CE94C798A3}" srcId="{979FE9F6-A561-41AF-B615-AC1941B0D332}" destId="{3FB09678-B8FF-4EAD-A8E8-32C7B38931DB}" srcOrd="2" destOrd="0" parTransId="{F58D0C8B-A07B-4432-B4E4-3DD3F8A5B070}" sibTransId="{917BB71D-A9B8-48C0-A74C-6EDF04E3E872}"/>
    <dgm:cxn modelId="{34577138-8A2E-4E96-93D1-4122050D5647}" srcId="{979FE9F6-A561-41AF-B615-AC1941B0D332}" destId="{CF9D25B0-46DD-4F06-816E-43A06D8D7CBE}" srcOrd="1" destOrd="0" parTransId="{52EEDD5E-6B97-41C6-8CCB-2F48D6ED98D3}" sibTransId="{3E556E23-2B3D-4CFA-84F6-46F542BBED45}"/>
    <dgm:cxn modelId="{6AF5325D-40AB-4D10-B7D8-D1591CF0880C}" type="presOf" srcId="{393CA3F1-D146-4897-A972-DB3BCD0C7512}" destId="{C54C15EA-1517-45DE-9A21-BBF9F91300DA}" srcOrd="0" destOrd="0" presId="urn:microsoft.com/office/officeart/2005/8/layout/default"/>
    <dgm:cxn modelId="{5AE5E246-7221-4520-930D-B383A4C49204}" srcId="{979FE9F6-A561-41AF-B615-AC1941B0D332}" destId="{F6FB1288-7CEA-4098-9F18-03DCADDAA4ED}" srcOrd="6" destOrd="0" parTransId="{1B892DA2-37A2-416E-BBA8-48827051C26D}" sibTransId="{61D6FE3D-3759-49D8-B60D-C580A3BF21DE}"/>
    <dgm:cxn modelId="{9B793C4B-CC11-4FBB-83EC-9AC7E3D9CA88}" type="presOf" srcId="{84F673AA-32B1-4AE4-B0C3-EC95135E7C9D}" destId="{99A7B089-5639-40DC-AD9A-794715E09244}" srcOrd="0" destOrd="0" presId="urn:microsoft.com/office/officeart/2005/8/layout/default"/>
    <dgm:cxn modelId="{9D388656-AD95-4C89-92E4-A9316538AAFF}" srcId="{979FE9F6-A561-41AF-B615-AC1941B0D332}" destId="{1E9E513E-3D57-4DA5-B260-352EE6CC4879}" srcOrd="0" destOrd="0" parTransId="{231BE06B-ACA2-4232-8952-75C61B87D59A}" sibTransId="{3903528D-76CA-4063-B939-CE2BA5347D5F}"/>
    <dgm:cxn modelId="{1BD32D7F-443A-4744-BC80-5CE3F26200D3}" type="presOf" srcId="{422631AB-8D91-4F53-868B-043A74A0EA5C}" destId="{FA971A87-6DB8-491D-BAD5-AB941701056D}" srcOrd="0" destOrd="0" presId="urn:microsoft.com/office/officeart/2005/8/layout/default"/>
    <dgm:cxn modelId="{8CFFF085-A37C-44C6-8B66-14ED45D9AA78}" type="presOf" srcId="{CF9D25B0-46DD-4F06-816E-43A06D8D7CBE}" destId="{61541879-B5C4-48C7-BF6A-B06BEDE5C608}" srcOrd="0" destOrd="0" presId="urn:microsoft.com/office/officeart/2005/8/layout/default"/>
    <dgm:cxn modelId="{84D59594-282D-4FD6-A42E-B255DD9FB59D}" type="presOf" srcId="{3FB09678-B8FF-4EAD-A8E8-32C7B38931DB}" destId="{C8625ACA-AB38-41AD-871B-16A06B6CEB81}" srcOrd="0" destOrd="0" presId="urn:microsoft.com/office/officeart/2005/8/layout/default"/>
    <dgm:cxn modelId="{0252C9AD-3956-4996-B2F3-8484531F3D2C}" type="presOf" srcId="{979FE9F6-A561-41AF-B615-AC1941B0D332}" destId="{24887B77-BBF0-4805-83B4-526536EFA23D}" srcOrd="0" destOrd="0" presId="urn:microsoft.com/office/officeart/2005/8/layout/default"/>
    <dgm:cxn modelId="{EAE924EB-3C2A-4A79-A886-8791AED041B8}" srcId="{979FE9F6-A561-41AF-B615-AC1941B0D332}" destId="{422631AB-8D91-4F53-868B-043A74A0EA5C}" srcOrd="3" destOrd="0" parTransId="{6EA7CF32-68FF-445C-BFCE-90F961EEAA30}" sibTransId="{66138CB5-E94E-498D-8E55-E2C1DCE38116}"/>
    <dgm:cxn modelId="{AEC9C4EB-20C8-4F48-BDC0-D3D4A776DAE5}" type="presOf" srcId="{F6FB1288-7CEA-4098-9F18-03DCADDAA4ED}" destId="{9F9976BC-E38C-49C1-B699-4AD731737D13}" srcOrd="0" destOrd="0" presId="urn:microsoft.com/office/officeart/2005/8/layout/default"/>
    <dgm:cxn modelId="{7308D5F7-463B-480E-B0FE-A3C16D3C7174}" srcId="{979FE9F6-A561-41AF-B615-AC1941B0D332}" destId="{84F673AA-32B1-4AE4-B0C3-EC95135E7C9D}" srcOrd="5" destOrd="0" parTransId="{798FD522-B0D2-485C-A572-727ADC334ECF}" sibTransId="{EA90AF40-B54F-40F1-8993-278FA14B63AD}"/>
    <dgm:cxn modelId="{23A1C614-9CC9-4B41-8254-84DD55FC3647}" type="presParOf" srcId="{24887B77-BBF0-4805-83B4-526536EFA23D}" destId="{21FD3AAF-06FC-4FFB-8FAD-372EF373D66E}" srcOrd="0" destOrd="0" presId="urn:microsoft.com/office/officeart/2005/8/layout/default"/>
    <dgm:cxn modelId="{A792C094-9483-40CB-8C9B-572CED5F187E}" type="presParOf" srcId="{24887B77-BBF0-4805-83B4-526536EFA23D}" destId="{4ABC0DF3-00AD-4E77-AFF7-7E62D3E47890}" srcOrd="1" destOrd="0" presId="urn:microsoft.com/office/officeart/2005/8/layout/default"/>
    <dgm:cxn modelId="{AE5A763B-ECCB-48A3-AF74-A7AE31110417}" type="presParOf" srcId="{24887B77-BBF0-4805-83B4-526536EFA23D}" destId="{61541879-B5C4-48C7-BF6A-B06BEDE5C608}" srcOrd="2" destOrd="0" presId="urn:microsoft.com/office/officeart/2005/8/layout/default"/>
    <dgm:cxn modelId="{75C95E3C-71E7-49E0-9A54-C236BF172F48}" type="presParOf" srcId="{24887B77-BBF0-4805-83B4-526536EFA23D}" destId="{809963DD-422E-4ECB-B260-7F22CB3D6DEC}" srcOrd="3" destOrd="0" presId="urn:microsoft.com/office/officeart/2005/8/layout/default"/>
    <dgm:cxn modelId="{77ABEE77-96EB-4347-9282-64B9262C4F96}" type="presParOf" srcId="{24887B77-BBF0-4805-83B4-526536EFA23D}" destId="{C8625ACA-AB38-41AD-871B-16A06B6CEB81}" srcOrd="4" destOrd="0" presId="urn:microsoft.com/office/officeart/2005/8/layout/default"/>
    <dgm:cxn modelId="{2A380E93-7B2A-4C5C-9BFC-23833FE27561}" type="presParOf" srcId="{24887B77-BBF0-4805-83B4-526536EFA23D}" destId="{8A84DF3E-C471-47A1-9CD4-76FB74F18F8D}" srcOrd="5" destOrd="0" presId="urn:microsoft.com/office/officeart/2005/8/layout/default"/>
    <dgm:cxn modelId="{E36B0DB9-5199-4806-8120-2B7ED7594B1C}" type="presParOf" srcId="{24887B77-BBF0-4805-83B4-526536EFA23D}" destId="{FA971A87-6DB8-491D-BAD5-AB941701056D}" srcOrd="6" destOrd="0" presId="urn:microsoft.com/office/officeart/2005/8/layout/default"/>
    <dgm:cxn modelId="{BD1E2CC1-929A-4227-A369-C31A397F59ED}" type="presParOf" srcId="{24887B77-BBF0-4805-83B4-526536EFA23D}" destId="{6C3BE16D-F222-4454-8AB5-13A245EA141F}" srcOrd="7" destOrd="0" presId="urn:microsoft.com/office/officeart/2005/8/layout/default"/>
    <dgm:cxn modelId="{73F60A05-9794-40C6-9C3F-5381B0403B36}" type="presParOf" srcId="{24887B77-BBF0-4805-83B4-526536EFA23D}" destId="{C54C15EA-1517-45DE-9A21-BBF9F91300DA}" srcOrd="8" destOrd="0" presId="urn:microsoft.com/office/officeart/2005/8/layout/default"/>
    <dgm:cxn modelId="{0B7EB23D-A3C4-4977-AFBD-4C520BF3CF21}" type="presParOf" srcId="{24887B77-BBF0-4805-83B4-526536EFA23D}" destId="{7E691C88-9C5C-421C-9B8D-E4CC76BEFDA3}" srcOrd="9" destOrd="0" presId="urn:microsoft.com/office/officeart/2005/8/layout/default"/>
    <dgm:cxn modelId="{126CE05B-3677-4FB8-A778-0EBF2D629EAD}" type="presParOf" srcId="{24887B77-BBF0-4805-83B4-526536EFA23D}" destId="{99A7B089-5639-40DC-AD9A-794715E09244}" srcOrd="10" destOrd="0" presId="urn:microsoft.com/office/officeart/2005/8/layout/default"/>
    <dgm:cxn modelId="{7884A5AA-B868-4645-BD45-05C294F34159}" type="presParOf" srcId="{24887B77-BBF0-4805-83B4-526536EFA23D}" destId="{24B8DA67-9D5F-4100-BC55-6B4718FBCB79}" srcOrd="11" destOrd="0" presId="urn:microsoft.com/office/officeart/2005/8/layout/default"/>
    <dgm:cxn modelId="{5DDE0099-30A0-42CE-B4DC-ADB16126F94F}" type="presParOf" srcId="{24887B77-BBF0-4805-83B4-526536EFA23D}" destId="{9F9976BC-E38C-49C1-B699-4AD731737D13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BEF357-22DE-485E-8A51-BED4BD4030A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82CC2BA-CC6A-4614-9246-9C5861C6C79C}">
      <dgm:prSet/>
      <dgm:spPr/>
      <dgm:t>
        <a:bodyPr/>
        <a:lstStyle/>
        <a:p>
          <a:pPr>
            <a:defRPr cap="all"/>
          </a:pPr>
          <a:r>
            <a:rPr lang="en-US"/>
            <a:t>We will install a popular Virtual Server Software </a:t>
          </a:r>
        </a:p>
      </dgm:t>
    </dgm:pt>
    <dgm:pt modelId="{C5DF166B-8FF9-4EE1-A535-82B5FAC570A0}" type="parTrans" cxnId="{A6FC3A1F-C70A-48C2-A161-B5C4B1E38727}">
      <dgm:prSet/>
      <dgm:spPr/>
      <dgm:t>
        <a:bodyPr/>
        <a:lstStyle/>
        <a:p>
          <a:endParaRPr lang="en-US"/>
        </a:p>
      </dgm:t>
    </dgm:pt>
    <dgm:pt modelId="{310684C5-7E7A-4538-B437-38D00CF23A91}" type="sibTrans" cxnId="{A6FC3A1F-C70A-48C2-A161-B5C4B1E38727}">
      <dgm:prSet/>
      <dgm:spPr/>
      <dgm:t>
        <a:bodyPr/>
        <a:lstStyle/>
        <a:p>
          <a:endParaRPr lang="en-US"/>
        </a:p>
      </dgm:t>
    </dgm:pt>
    <dgm:pt modelId="{20440964-6F33-46B4-8586-DF3A2548F93F}">
      <dgm:prSet/>
      <dgm:spPr/>
      <dgm:t>
        <a:bodyPr/>
        <a:lstStyle/>
        <a:p>
          <a:pPr>
            <a:defRPr cap="all"/>
          </a:pPr>
          <a:r>
            <a:rPr lang="en-US"/>
            <a:t>Proxmox!</a:t>
          </a:r>
        </a:p>
      </dgm:t>
    </dgm:pt>
    <dgm:pt modelId="{835C8583-664B-4577-A36B-CEB1DBCC25DA}" type="parTrans" cxnId="{8184CC56-A72C-435F-B431-3C60BE984D2C}">
      <dgm:prSet/>
      <dgm:spPr/>
      <dgm:t>
        <a:bodyPr/>
        <a:lstStyle/>
        <a:p>
          <a:endParaRPr lang="en-US"/>
        </a:p>
      </dgm:t>
    </dgm:pt>
    <dgm:pt modelId="{7429D766-B809-4D58-B882-91900ED69707}" type="sibTrans" cxnId="{8184CC56-A72C-435F-B431-3C60BE984D2C}">
      <dgm:prSet/>
      <dgm:spPr/>
      <dgm:t>
        <a:bodyPr/>
        <a:lstStyle/>
        <a:p>
          <a:endParaRPr lang="en-US"/>
        </a:p>
      </dgm:t>
    </dgm:pt>
    <dgm:pt modelId="{CF9DB1A9-0905-4D2B-A9AF-D5CA5B3F4C8A}">
      <dgm:prSet/>
      <dgm:spPr/>
      <dgm:t>
        <a:bodyPr/>
        <a:lstStyle/>
        <a:p>
          <a:pPr>
            <a:defRPr cap="all"/>
          </a:pPr>
          <a:r>
            <a:rPr lang="en-US"/>
            <a:t>We will then install a guest OS</a:t>
          </a:r>
        </a:p>
      </dgm:t>
    </dgm:pt>
    <dgm:pt modelId="{1D1E650E-6136-4AE3-96E6-B4987E9F4FB7}" type="parTrans" cxnId="{77416EAA-A3B0-4198-A403-58F2E7384D9E}">
      <dgm:prSet/>
      <dgm:spPr/>
      <dgm:t>
        <a:bodyPr/>
        <a:lstStyle/>
        <a:p>
          <a:endParaRPr lang="en-US"/>
        </a:p>
      </dgm:t>
    </dgm:pt>
    <dgm:pt modelId="{C1ED6341-CC97-46B9-A948-CBCEFC4BD7FD}" type="sibTrans" cxnId="{77416EAA-A3B0-4198-A403-58F2E7384D9E}">
      <dgm:prSet/>
      <dgm:spPr/>
      <dgm:t>
        <a:bodyPr/>
        <a:lstStyle/>
        <a:p>
          <a:endParaRPr lang="en-US"/>
        </a:p>
      </dgm:t>
    </dgm:pt>
    <dgm:pt modelId="{179DB0E1-4556-4B5B-9D8B-49BE6B977E6A}" type="pres">
      <dgm:prSet presAssocID="{D9BEF357-22DE-485E-8A51-BED4BD4030AB}" presName="root" presStyleCnt="0">
        <dgm:presLayoutVars>
          <dgm:dir/>
          <dgm:resizeHandles val="exact"/>
        </dgm:presLayoutVars>
      </dgm:prSet>
      <dgm:spPr/>
    </dgm:pt>
    <dgm:pt modelId="{311921AE-18FF-449B-B97A-3203CA83DB92}" type="pres">
      <dgm:prSet presAssocID="{E82CC2BA-CC6A-4614-9246-9C5861C6C79C}" presName="compNode" presStyleCnt="0"/>
      <dgm:spPr/>
    </dgm:pt>
    <dgm:pt modelId="{59BA9717-F48C-429D-B576-00C092CDBA38}" type="pres">
      <dgm:prSet presAssocID="{E82CC2BA-CC6A-4614-9246-9C5861C6C79C}" presName="iconBgRect" presStyleLbl="bgShp" presStyleIdx="0" presStyleCnt="3"/>
      <dgm:spPr/>
    </dgm:pt>
    <dgm:pt modelId="{C69B17F0-0DCA-475A-BFC3-830FAABA9E85}" type="pres">
      <dgm:prSet presAssocID="{E82CC2BA-CC6A-4614-9246-9C5861C6C7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607D855-3302-4C5F-8F82-99CDD71D0000}" type="pres">
      <dgm:prSet presAssocID="{E82CC2BA-CC6A-4614-9246-9C5861C6C79C}" presName="spaceRect" presStyleCnt="0"/>
      <dgm:spPr/>
    </dgm:pt>
    <dgm:pt modelId="{DEE614AF-4568-40F8-8192-45E95BD1AC12}" type="pres">
      <dgm:prSet presAssocID="{E82CC2BA-CC6A-4614-9246-9C5861C6C79C}" presName="textRect" presStyleLbl="revTx" presStyleIdx="0" presStyleCnt="3">
        <dgm:presLayoutVars>
          <dgm:chMax val="1"/>
          <dgm:chPref val="1"/>
        </dgm:presLayoutVars>
      </dgm:prSet>
      <dgm:spPr/>
    </dgm:pt>
    <dgm:pt modelId="{AC50E9E6-FFE8-48CE-BEE1-F511FA5825B1}" type="pres">
      <dgm:prSet presAssocID="{310684C5-7E7A-4538-B437-38D00CF23A91}" presName="sibTrans" presStyleCnt="0"/>
      <dgm:spPr/>
    </dgm:pt>
    <dgm:pt modelId="{E1B33721-859D-423F-AFFF-469C66B471D3}" type="pres">
      <dgm:prSet presAssocID="{20440964-6F33-46B4-8586-DF3A2548F93F}" presName="compNode" presStyleCnt="0"/>
      <dgm:spPr/>
    </dgm:pt>
    <dgm:pt modelId="{6E2ECDBE-0F05-486D-BD25-08C6A4661EDA}" type="pres">
      <dgm:prSet presAssocID="{20440964-6F33-46B4-8586-DF3A2548F93F}" presName="iconBgRect" presStyleLbl="bgShp" presStyleIdx="1" presStyleCnt="3"/>
      <dgm:spPr/>
    </dgm:pt>
    <dgm:pt modelId="{50FE48EA-53B6-4EF9-93EC-0D87E8A5E71E}" type="pres">
      <dgm:prSet presAssocID="{20440964-6F33-46B4-8586-DF3A2548F9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C9135659-4583-4136-8B9A-B7A7AFFF6F01}" type="pres">
      <dgm:prSet presAssocID="{20440964-6F33-46B4-8586-DF3A2548F93F}" presName="spaceRect" presStyleCnt="0"/>
      <dgm:spPr/>
    </dgm:pt>
    <dgm:pt modelId="{535255B4-878F-4985-9436-13C6739571D9}" type="pres">
      <dgm:prSet presAssocID="{20440964-6F33-46B4-8586-DF3A2548F93F}" presName="textRect" presStyleLbl="revTx" presStyleIdx="1" presStyleCnt="3">
        <dgm:presLayoutVars>
          <dgm:chMax val="1"/>
          <dgm:chPref val="1"/>
        </dgm:presLayoutVars>
      </dgm:prSet>
      <dgm:spPr/>
    </dgm:pt>
    <dgm:pt modelId="{840F8374-514C-4D70-AD65-144134988A1D}" type="pres">
      <dgm:prSet presAssocID="{7429D766-B809-4D58-B882-91900ED69707}" presName="sibTrans" presStyleCnt="0"/>
      <dgm:spPr/>
    </dgm:pt>
    <dgm:pt modelId="{24007287-6B9F-46F2-A494-00D2BC5304B7}" type="pres">
      <dgm:prSet presAssocID="{CF9DB1A9-0905-4D2B-A9AF-D5CA5B3F4C8A}" presName="compNode" presStyleCnt="0"/>
      <dgm:spPr/>
    </dgm:pt>
    <dgm:pt modelId="{7F6CFEF9-7834-416B-AD7D-977E270FD8EF}" type="pres">
      <dgm:prSet presAssocID="{CF9DB1A9-0905-4D2B-A9AF-D5CA5B3F4C8A}" presName="iconBgRect" presStyleLbl="bgShp" presStyleIdx="2" presStyleCnt="3"/>
      <dgm:spPr/>
    </dgm:pt>
    <dgm:pt modelId="{F3433D12-B52F-4C8C-9A97-4F8B26F88079}" type="pres">
      <dgm:prSet presAssocID="{CF9DB1A9-0905-4D2B-A9AF-D5CA5B3F4C8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BFB03B0-C47E-41BD-8DBA-5BFDAF4F8434}" type="pres">
      <dgm:prSet presAssocID="{CF9DB1A9-0905-4D2B-A9AF-D5CA5B3F4C8A}" presName="spaceRect" presStyleCnt="0"/>
      <dgm:spPr/>
    </dgm:pt>
    <dgm:pt modelId="{385FB248-B174-4227-9C64-1313BC7839D4}" type="pres">
      <dgm:prSet presAssocID="{CF9DB1A9-0905-4D2B-A9AF-D5CA5B3F4C8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6FC3A1F-C70A-48C2-A161-B5C4B1E38727}" srcId="{D9BEF357-22DE-485E-8A51-BED4BD4030AB}" destId="{E82CC2BA-CC6A-4614-9246-9C5861C6C79C}" srcOrd="0" destOrd="0" parTransId="{C5DF166B-8FF9-4EE1-A535-82B5FAC570A0}" sibTransId="{310684C5-7E7A-4538-B437-38D00CF23A91}"/>
    <dgm:cxn modelId="{2A78033C-94A0-454C-9377-B98C3B4FA5C7}" type="presOf" srcId="{E82CC2BA-CC6A-4614-9246-9C5861C6C79C}" destId="{DEE614AF-4568-40F8-8192-45E95BD1AC12}" srcOrd="0" destOrd="0" presId="urn:microsoft.com/office/officeart/2018/5/layout/IconCircleLabelList"/>
    <dgm:cxn modelId="{C10CC36A-4F99-437C-AE0B-9E4BA2D5E2F4}" type="presOf" srcId="{CF9DB1A9-0905-4D2B-A9AF-D5CA5B3F4C8A}" destId="{385FB248-B174-4227-9C64-1313BC7839D4}" srcOrd="0" destOrd="0" presId="urn:microsoft.com/office/officeart/2018/5/layout/IconCircleLabelList"/>
    <dgm:cxn modelId="{8184CC56-A72C-435F-B431-3C60BE984D2C}" srcId="{D9BEF357-22DE-485E-8A51-BED4BD4030AB}" destId="{20440964-6F33-46B4-8586-DF3A2548F93F}" srcOrd="1" destOrd="0" parTransId="{835C8583-664B-4577-A36B-CEB1DBCC25DA}" sibTransId="{7429D766-B809-4D58-B882-91900ED69707}"/>
    <dgm:cxn modelId="{48E57A87-027A-43C0-96FF-62A0ECC1CB8B}" type="presOf" srcId="{20440964-6F33-46B4-8586-DF3A2548F93F}" destId="{535255B4-878F-4985-9436-13C6739571D9}" srcOrd="0" destOrd="0" presId="urn:microsoft.com/office/officeart/2018/5/layout/IconCircleLabelList"/>
    <dgm:cxn modelId="{94717D8F-1DE1-4E8D-855E-81B8B5B8B078}" type="presOf" srcId="{D9BEF357-22DE-485E-8A51-BED4BD4030AB}" destId="{179DB0E1-4556-4B5B-9D8B-49BE6B977E6A}" srcOrd="0" destOrd="0" presId="urn:microsoft.com/office/officeart/2018/5/layout/IconCircleLabelList"/>
    <dgm:cxn modelId="{77416EAA-A3B0-4198-A403-58F2E7384D9E}" srcId="{D9BEF357-22DE-485E-8A51-BED4BD4030AB}" destId="{CF9DB1A9-0905-4D2B-A9AF-D5CA5B3F4C8A}" srcOrd="2" destOrd="0" parTransId="{1D1E650E-6136-4AE3-96E6-B4987E9F4FB7}" sibTransId="{C1ED6341-CC97-46B9-A948-CBCEFC4BD7FD}"/>
    <dgm:cxn modelId="{EE297875-1B1B-4057-8AF8-69D48D3669E4}" type="presParOf" srcId="{179DB0E1-4556-4B5B-9D8B-49BE6B977E6A}" destId="{311921AE-18FF-449B-B97A-3203CA83DB92}" srcOrd="0" destOrd="0" presId="urn:microsoft.com/office/officeart/2018/5/layout/IconCircleLabelList"/>
    <dgm:cxn modelId="{5A2D60FA-2108-4883-840C-32142A64F442}" type="presParOf" srcId="{311921AE-18FF-449B-B97A-3203CA83DB92}" destId="{59BA9717-F48C-429D-B576-00C092CDBA38}" srcOrd="0" destOrd="0" presId="urn:microsoft.com/office/officeart/2018/5/layout/IconCircleLabelList"/>
    <dgm:cxn modelId="{216F9C40-1D43-4BDB-A694-1AAA8A154DCC}" type="presParOf" srcId="{311921AE-18FF-449B-B97A-3203CA83DB92}" destId="{C69B17F0-0DCA-475A-BFC3-830FAABA9E85}" srcOrd="1" destOrd="0" presId="urn:microsoft.com/office/officeart/2018/5/layout/IconCircleLabelList"/>
    <dgm:cxn modelId="{7DE98214-CB1B-4517-B6F2-1338969E3817}" type="presParOf" srcId="{311921AE-18FF-449B-B97A-3203CA83DB92}" destId="{0607D855-3302-4C5F-8F82-99CDD71D0000}" srcOrd="2" destOrd="0" presId="urn:microsoft.com/office/officeart/2018/5/layout/IconCircleLabelList"/>
    <dgm:cxn modelId="{A4886067-8C15-496B-A0AB-CFDB96C302B9}" type="presParOf" srcId="{311921AE-18FF-449B-B97A-3203CA83DB92}" destId="{DEE614AF-4568-40F8-8192-45E95BD1AC12}" srcOrd="3" destOrd="0" presId="urn:microsoft.com/office/officeart/2018/5/layout/IconCircleLabelList"/>
    <dgm:cxn modelId="{4D20AD3B-6D15-4412-8D29-06838595AB30}" type="presParOf" srcId="{179DB0E1-4556-4B5B-9D8B-49BE6B977E6A}" destId="{AC50E9E6-FFE8-48CE-BEE1-F511FA5825B1}" srcOrd="1" destOrd="0" presId="urn:microsoft.com/office/officeart/2018/5/layout/IconCircleLabelList"/>
    <dgm:cxn modelId="{3B08F9DF-E72C-48EA-89CF-2ABF56764695}" type="presParOf" srcId="{179DB0E1-4556-4B5B-9D8B-49BE6B977E6A}" destId="{E1B33721-859D-423F-AFFF-469C66B471D3}" srcOrd="2" destOrd="0" presId="urn:microsoft.com/office/officeart/2018/5/layout/IconCircleLabelList"/>
    <dgm:cxn modelId="{40530564-925E-4513-A343-A37EE15B8754}" type="presParOf" srcId="{E1B33721-859D-423F-AFFF-469C66B471D3}" destId="{6E2ECDBE-0F05-486D-BD25-08C6A4661EDA}" srcOrd="0" destOrd="0" presId="urn:microsoft.com/office/officeart/2018/5/layout/IconCircleLabelList"/>
    <dgm:cxn modelId="{49938EB9-3C16-4645-863A-AAC58DF5474A}" type="presParOf" srcId="{E1B33721-859D-423F-AFFF-469C66B471D3}" destId="{50FE48EA-53B6-4EF9-93EC-0D87E8A5E71E}" srcOrd="1" destOrd="0" presId="urn:microsoft.com/office/officeart/2018/5/layout/IconCircleLabelList"/>
    <dgm:cxn modelId="{F391DDB1-6C4E-43DE-B6BC-D868A4F95D14}" type="presParOf" srcId="{E1B33721-859D-423F-AFFF-469C66B471D3}" destId="{C9135659-4583-4136-8B9A-B7A7AFFF6F01}" srcOrd="2" destOrd="0" presId="urn:microsoft.com/office/officeart/2018/5/layout/IconCircleLabelList"/>
    <dgm:cxn modelId="{68D07859-8A1A-4F6E-ADA6-0D481800B935}" type="presParOf" srcId="{E1B33721-859D-423F-AFFF-469C66B471D3}" destId="{535255B4-878F-4985-9436-13C6739571D9}" srcOrd="3" destOrd="0" presId="urn:microsoft.com/office/officeart/2018/5/layout/IconCircleLabelList"/>
    <dgm:cxn modelId="{409075F6-F55A-4572-8BFC-A2509AB6F986}" type="presParOf" srcId="{179DB0E1-4556-4B5B-9D8B-49BE6B977E6A}" destId="{840F8374-514C-4D70-AD65-144134988A1D}" srcOrd="3" destOrd="0" presId="urn:microsoft.com/office/officeart/2018/5/layout/IconCircleLabelList"/>
    <dgm:cxn modelId="{9C210549-BD66-4268-8930-F8BBC29F1473}" type="presParOf" srcId="{179DB0E1-4556-4B5B-9D8B-49BE6B977E6A}" destId="{24007287-6B9F-46F2-A494-00D2BC5304B7}" srcOrd="4" destOrd="0" presId="urn:microsoft.com/office/officeart/2018/5/layout/IconCircleLabelList"/>
    <dgm:cxn modelId="{8AA4924D-DEC5-42C6-8272-638AC2145EFE}" type="presParOf" srcId="{24007287-6B9F-46F2-A494-00D2BC5304B7}" destId="{7F6CFEF9-7834-416B-AD7D-977E270FD8EF}" srcOrd="0" destOrd="0" presId="urn:microsoft.com/office/officeart/2018/5/layout/IconCircleLabelList"/>
    <dgm:cxn modelId="{4B1C81F8-5766-4E3A-A35A-2AF1DE33210D}" type="presParOf" srcId="{24007287-6B9F-46F2-A494-00D2BC5304B7}" destId="{F3433D12-B52F-4C8C-9A97-4F8B26F88079}" srcOrd="1" destOrd="0" presId="urn:microsoft.com/office/officeart/2018/5/layout/IconCircleLabelList"/>
    <dgm:cxn modelId="{8427A9BD-FBB1-4BE1-B834-70C40CCC7174}" type="presParOf" srcId="{24007287-6B9F-46F2-A494-00D2BC5304B7}" destId="{2BFB03B0-C47E-41BD-8DBA-5BFDAF4F8434}" srcOrd="2" destOrd="0" presId="urn:microsoft.com/office/officeart/2018/5/layout/IconCircleLabelList"/>
    <dgm:cxn modelId="{A36DEC88-46AC-42EC-AC50-66C05EB9503E}" type="presParOf" srcId="{24007287-6B9F-46F2-A494-00D2BC5304B7}" destId="{385FB248-B174-4227-9C64-1313BC7839D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FD97D-636E-4919-BF46-9FBA2FF5779A}">
      <dsp:nvSpPr>
        <dsp:cNvPr id="0" name=""/>
        <dsp:cNvSpPr/>
      </dsp:nvSpPr>
      <dsp:spPr>
        <a:xfrm>
          <a:off x="339344" y="859867"/>
          <a:ext cx="1056181" cy="10561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EEF0DA-44B4-46C7-9A52-C0763CA8B536}">
      <dsp:nvSpPr>
        <dsp:cNvPr id="0" name=""/>
        <dsp:cNvSpPr/>
      </dsp:nvSpPr>
      <dsp:spPr>
        <a:xfrm>
          <a:off x="564432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58321-63DC-4D9E-8A13-BEEF2FE0244B}">
      <dsp:nvSpPr>
        <dsp:cNvPr id="0" name=""/>
        <dsp:cNvSpPr/>
      </dsp:nvSpPr>
      <dsp:spPr>
        <a:xfrm>
          <a:off x="1712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On-Demand Self-Service</a:t>
          </a:r>
        </a:p>
      </dsp:txBody>
      <dsp:txXfrm>
        <a:off x="1712" y="2245024"/>
        <a:ext cx="1731445" cy="692578"/>
      </dsp:txXfrm>
    </dsp:sp>
    <dsp:sp modelId="{9B833AEE-6F59-4354-8555-3A75F08CFC3A}">
      <dsp:nvSpPr>
        <dsp:cNvPr id="0" name=""/>
        <dsp:cNvSpPr/>
      </dsp:nvSpPr>
      <dsp:spPr>
        <a:xfrm>
          <a:off x="2373792" y="859867"/>
          <a:ext cx="1056181" cy="10561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54B4B-CD21-4225-B51E-C7FD70E4AFED}">
      <dsp:nvSpPr>
        <dsp:cNvPr id="0" name=""/>
        <dsp:cNvSpPr/>
      </dsp:nvSpPr>
      <dsp:spPr>
        <a:xfrm>
          <a:off x="2598880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34DB3-F178-4038-8952-1C851B117565}">
      <dsp:nvSpPr>
        <dsp:cNvPr id="0" name=""/>
        <dsp:cNvSpPr/>
      </dsp:nvSpPr>
      <dsp:spPr>
        <a:xfrm>
          <a:off x="2036160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Broad Network Access</a:t>
          </a:r>
        </a:p>
      </dsp:txBody>
      <dsp:txXfrm>
        <a:off x="2036160" y="2245024"/>
        <a:ext cx="1731445" cy="692578"/>
      </dsp:txXfrm>
    </dsp:sp>
    <dsp:sp modelId="{E7F1FB96-BD4B-4D1B-AA89-24437AD3CC82}">
      <dsp:nvSpPr>
        <dsp:cNvPr id="0" name=""/>
        <dsp:cNvSpPr/>
      </dsp:nvSpPr>
      <dsp:spPr>
        <a:xfrm>
          <a:off x="4408240" y="859867"/>
          <a:ext cx="1056181" cy="10561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EB354-3BFA-488C-A3E8-D2BABEA4CBD2}">
      <dsp:nvSpPr>
        <dsp:cNvPr id="0" name=""/>
        <dsp:cNvSpPr/>
      </dsp:nvSpPr>
      <dsp:spPr>
        <a:xfrm>
          <a:off x="4633328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47275-1760-4556-9343-0B511C3D7112}">
      <dsp:nvSpPr>
        <dsp:cNvPr id="0" name=""/>
        <dsp:cNvSpPr/>
      </dsp:nvSpPr>
      <dsp:spPr>
        <a:xfrm>
          <a:off x="4070608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Resource Pooling</a:t>
          </a:r>
        </a:p>
      </dsp:txBody>
      <dsp:txXfrm>
        <a:off x="4070608" y="2245024"/>
        <a:ext cx="1731445" cy="692578"/>
      </dsp:txXfrm>
    </dsp:sp>
    <dsp:sp modelId="{E1135ECA-63E5-4C30-9342-0AFCF9F28372}">
      <dsp:nvSpPr>
        <dsp:cNvPr id="0" name=""/>
        <dsp:cNvSpPr/>
      </dsp:nvSpPr>
      <dsp:spPr>
        <a:xfrm>
          <a:off x="6442688" y="859867"/>
          <a:ext cx="1056181" cy="10561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A8E93-DC1F-4141-BA2F-16585924C186}">
      <dsp:nvSpPr>
        <dsp:cNvPr id="0" name=""/>
        <dsp:cNvSpPr/>
      </dsp:nvSpPr>
      <dsp:spPr>
        <a:xfrm>
          <a:off x="6667776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19664-2F9E-4E90-BBB0-DA5F35AADB78}">
      <dsp:nvSpPr>
        <dsp:cNvPr id="0" name=""/>
        <dsp:cNvSpPr/>
      </dsp:nvSpPr>
      <dsp:spPr>
        <a:xfrm>
          <a:off x="6105057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Rapid Elasticity (Scalability)</a:t>
          </a:r>
        </a:p>
      </dsp:txBody>
      <dsp:txXfrm>
        <a:off x="6105057" y="2245024"/>
        <a:ext cx="1731445" cy="692578"/>
      </dsp:txXfrm>
    </dsp:sp>
    <dsp:sp modelId="{CDA6F47B-D1E3-4695-B805-B76C876469C4}">
      <dsp:nvSpPr>
        <dsp:cNvPr id="0" name=""/>
        <dsp:cNvSpPr/>
      </dsp:nvSpPr>
      <dsp:spPr>
        <a:xfrm>
          <a:off x="8477137" y="859867"/>
          <a:ext cx="1056181" cy="105618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B26B3B-0088-459E-A8F6-34A2CB64B8A7}">
      <dsp:nvSpPr>
        <dsp:cNvPr id="0" name=""/>
        <dsp:cNvSpPr/>
      </dsp:nvSpPr>
      <dsp:spPr>
        <a:xfrm>
          <a:off x="8702225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57734-3DCE-4F5D-A485-259404F40E54}">
      <dsp:nvSpPr>
        <dsp:cNvPr id="0" name=""/>
        <dsp:cNvSpPr/>
      </dsp:nvSpPr>
      <dsp:spPr>
        <a:xfrm>
          <a:off x="8139505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Measured Service (Pay as you go)</a:t>
          </a:r>
        </a:p>
      </dsp:txBody>
      <dsp:txXfrm>
        <a:off x="8139505" y="2245024"/>
        <a:ext cx="1731445" cy="692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6B457F-6C17-4EA0-B8ED-5FCBEA9474B9}">
      <dsp:nvSpPr>
        <dsp:cNvPr id="0" name=""/>
        <dsp:cNvSpPr/>
      </dsp:nvSpPr>
      <dsp:spPr>
        <a:xfrm>
          <a:off x="0" y="33758"/>
          <a:ext cx="6451943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Public Cloud</a:t>
          </a:r>
        </a:p>
      </dsp:txBody>
      <dsp:txXfrm>
        <a:off x="30442" y="64200"/>
        <a:ext cx="6391059" cy="562726"/>
      </dsp:txXfrm>
    </dsp:sp>
    <dsp:sp modelId="{E50120A0-F1DF-45C5-94FA-602DC705C7E1}">
      <dsp:nvSpPr>
        <dsp:cNvPr id="0" name=""/>
        <dsp:cNvSpPr/>
      </dsp:nvSpPr>
      <dsp:spPr>
        <a:xfrm>
          <a:off x="0" y="657368"/>
          <a:ext cx="6451943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84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Multi-Tenant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Owned and Operated by a CSP (AWS, AZURE, GCP)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No Hardware Maintenance!</a:t>
          </a:r>
        </a:p>
      </dsp:txBody>
      <dsp:txXfrm>
        <a:off x="0" y="657368"/>
        <a:ext cx="6451943" cy="1049490"/>
      </dsp:txXfrm>
    </dsp:sp>
    <dsp:sp modelId="{F9773E74-E662-4897-B8C9-9501521D095D}">
      <dsp:nvSpPr>
        <dsp:cNvPr id="0" name=""/>
        <dsp:cNvSpPr/>
      </dsp:nvSpPr>
      <dsp:spPr>
        <a:xfrm>
          <a:off x="0" y="1706858"/>
          <a:ext cx="6451943" cy="62361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Private Cloud</a:t>
          </a:r>
        </a:p>
      </dsp:txBody>
      <dsp:txXfrm>
        <a:off x="30442" y="1737300"/>
        <a:ext cx="6391059" cy="562726"/>
      </dsp:txXfrm>
    </dsp:sp>
    <dsp:sp modelId="{EA424689-9C85-432C-B3C3-7109F6D34006}">
      <dsp:nvSpPr>
        <dsp:cNvPr id="0" name=""/>
        <dsp:cNvSpPr/>
      </dsp:nvSpPr>
      <dsp:spPr>
        <a:xfrm>
          <a:off x="0" y="2330468"/>
          <a:ext cx="6451943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84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Often On PREMISE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Organization Owned and Operated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Single-Tenant</a:t>
          </a:r>
        </a:p>
      </dsp:txBody>
      <dsp:txXfrm>
        <a:off x="0" y="2330468"/>
        <a:ext cx="6451943" cy="1049490"/>
      </dsp:txXfrm>
    </dsp:sp>
    <dsp:sp modelId="{8A24BF7B-571A-496C-9279-2ED4C89169B9}">
      <dsp:nvSpPr>
        <dsp:cNvPr id="0" name=""/>
        <dsp:cNvSpPr/>
      </dsp:nvSpPr>
      <dsp:spPr>
        <a:xfrm>
          <a:off x="0" y="3379958"/>
          <a:ext cx="6451943" cy="62361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Hybrid Cloud:</a:t>
          </a:r>
        </a:p>
      </dsp:txBody>
      <dsp:txXfrm>
        <a:off x="30442" y="3410400"/>
        <a:ext cx="6391059" cy="562726"/>
      </dsp:txXfrm>
    </dsp:sp>
    <dsp:sp modelId="{4CE357FF-4EE3-4F01-B714-714CD7731714}">
      <dsp:nvSpPr>
        <dsp:cNvPr id="0" name=""/>
        <dsp:cNvSpPr/>
      </dsp:nvSpPr>
      <dsp:spPr>
        <a:xfrm>
          <a:off x="0" y="4003568"/>
          <a:ext cx="6451943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84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 little bit of both!</a:t>
          </a:r>
        </a:p>
      </dsp:txBody>
      <dsp:txXfrm>
        <a:off x="0" y="4003568"/>
        <a:ext cx="6451943" cy="430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FD3AAF-06FC-4FFB-8FAD-372EF373D66E}">
      <dsp:nvSpPr>
        <dsp:cNvPr id="0" name=""/>
        <dsp:cNvSpPr/>
      </dsp:nvSpPr>
      <dsp:spPr>
        <a:xfrm>
          <a:off x="2892" y="407229"/>
          <a:ext cx="2294622" cy="13767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Server Consolidation</a:t>
          </a:r>
        </a:p>
      </dsp:txBody>
      <dsp:txXfrm>
        <a:off x="2892" y="407229"/>
        <a:ext cx="2294622" cy="1376773"/>
      </dsp:txXfrm>
    </dsp:sp>
    <dsp:sp modelId="{61541879-B5C4-48C7-BF6A-B06BEDE5C608}">
      <dsp:nvSpPr>
        <dsp:cNvPr id="0" name=""/>
        <dsp:cNvSpPr/>
      </dsp:nvSpPr>
      <dsp:spPr>
        <a:xfrm>
          <a:off x="2526977" y="407229"/>
          <a:ext cx="2294622" cy="1376773"/>
        </a:xfrm>
        <a:prstGeom prst="rect">
          <a:avLst/>
        </a:prstGeom>
        <a:solidFill>
          <a:schemeClr val="accent2">
            <a:hueOff val="-220562"/>
            <a:satOff val="249"/>
            <a:lumOff val="5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Resource Efficiency</a:t>
          </a:r>
        </a:p>
      </dsp:txBody>
      <dsp:txXfrm>
        <a:off x="2526977" y="407229"/>
        <a:ext cx="2294622" cy="1376773"/>
      </dsp:txXfrm>
    </dsp:sp>
    <dsp:sp modelId="{C8625ACA-AB38-41AD-871B-16A06B6CEB81}">
      <dsp:nvSpPr>
        <dsp:cNvPr id="0" name=""/>
        <dsp:cNvSpPr/>
      </dsp:nvSpPr>
      <dsp:spPr>
        <a:xfrm>
          <a:off x="5051062" y="407229"/>
          <a:ext cx="2294622" cy="1376773"/>
        </a:xfrm>
        <a:prstGeom prst="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Cost Savings</a:t>
          </a:r>
        </a:p>
      </dsp:txBody>
      <dsp:txXfrm>
        <a:off x="5051062" y="407229"/>
        <a:ext cx="2294622" cy="1376773"/>
      </dsp:txXfrm>
    </dsp:sp>
    <dsp:sp modelId="{FA971A87-6DB8-491D-BAD5-AB941701056D}">
      <dsp:nvSpPr>
        <dsp:cNvPr id="0" name=""/>
        <dsp:cNvSpPr/>
      </dsp:nvSpPr>
      <dsp:spPr>
        <a:xfrm>
          <a:off x="7575147" y="407229"/>
          <a:ext cx="2294622" cy="1376773"/>
        </a:xfrm>
        <a:prstGeom prst="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Isolation</a:t>
          </a:r>
        </a:p>
      </dsp:txBody>
      <dsp:txXfrm>
        <a:off x="7575147" y="407229"/>
        <a:ext cx="2294622" cy="1376773"/>
      </dsp:txXfrm>
    </dsp:sp>
    <dsp:sp modelId="{C54C15EA-1517-45DE-9A21-BBF9F91300DA}">
      <dsp:nvSpPr>
        <dsp:cNvPr id="0" name=""/>
        <dsp:cNvSpPr/>
      </dsp:nvSpPr>
      <dsp:spPr>
        <a:xfrm>
          <a:off x="1264934" y="2013465"/>
          <a:ext cx="2294622" cy="1376773"/>
        </a:xfrm>
        <a:prstGeom prst="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Easy Provisioning and Deployment</a:t>
          </a:r>
        </a:p>
      </dsp:txBody>
      <dsp:txXfrm>
        <a:off x="1264934" y="2013465"/>
        <a:ext cx="2294622" cy="1376773"/>
      </dsp:txXfrm>
    </dsp:sp>
    <dsp:sp modelId="{99A7B089-5639-40DC-AD9A-794715E09244}">
      <dsp:nvSpPr>
        <dsp:cNvPr id="0" name=""/>
        <dsp:cNvSpPr/>
      </dsp:nvSpPr>
      <dsp:spPr>
        <a:xfrm>
          <a:off x="3789020" y="2013465"/>
          <a:ext cx="2294622" cy="1376773"/>
        </a:xfrm>
        <a:prstGeom prst="rect">
          <a:avLst/>
        </a:prstGeom>
        <a:solidFill>
          <a:schemeClr val="accent2">
            <a:hueOff val="-1102811"/>
            <a:satOff val="1243"/>
            <a:lumOff val="29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Testing and Development</a:t>
          </a:r>
        </a:p>
      </dsp:txBody>
      <dsp:txXfrm>
        <a:off x="3789020" y="2013465"/>
        <a:ext cx="2294622" cy="1376773"/>
      </dsp:txXfrm>
    </dsp:sp>
    <dsp:sp modelId="{9F9976BC-E38C-49C1-B699-4AD731737D13}">
      <dsp:nvSpPr>
        <dsp:cNvPr id="0" name=""/>
        <dsp:cNvSpPr/>
      </dsp:nvSpPr>
      <dsp:spPr>
        <a:xfrm>
          <a:off x="6313105" y="2013465"/>
          <a:ext cx="2294622" cy="1376773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Disaster Recovery</a:t>
          </a:r>
        </a:p>
      </dsp:txBody>
      <dsp:txXfrm>
        <a:off x="6313105" y="2013465"/>
        <a:ext cx="2294622" cy="13767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A9717-F48C-429D-B576-00C092CDBA38}">
      <dsp:nvSpPr>
        <dsp:cNvPr id="0" name=""/>
        <dsp:cNvSpPr/>
      </dsp:nvSpPr>
      <dsp:spPr>
        <a:xfrm>
          <a:off x="607331" y="368734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B17F0-0DCA-475A-BFC3-830FAABA9E85}">
      <dsp:nvSpPr>
        <dsp:cNvPr id="0" name=""/>
        <dsp:cNvSpPr/>
      </dsp:nvSpPr>
      <dsp:spPr>
        <a:xfrm>
          <a:off x="987581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614AF-4568-40F8-8192-45E95BD1AC12}">
      <dsp:nvSpPr>
        <dsp:cNvPr id="0" name=""/>
        <dsp:cNvSpPr/>
      </dsp:nvSpPr>
      <dsp:spPr>
        <a:xfrm>
          <a:off x="36956" y="2708734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We will install a popular Virtual Server Software </a:t>
          </a:r>
        </a:p>
      </dsp:txBody>
      <dsp:txXfrm>
        <a:off x="36956" y="2708734"/>
        <a:ext cx="2925000" cy="720000"/>
      </dsp:txXfrm>
    </dsp:sp>
    <dsp:sp modelId="{6E2ECDBE-0F05-486D-BD25-08C6A4661EDA}">
      <dsp:nvSpPr>
        <dsp:cNvPr id="0" name=""/>
        <dsp:cNvSpPr/>
      </dsp:nvSpPr>
      <dsp:spPr>
        <a:xfrm>
          <a:off x="4044206" y="368734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FE48EA-53B6-4EF9-93EC-0D87E8A5E71E}">
      <dsp:nvSpPr>
        <dsp:cNvPr id="0" name=""/>
        <dsp:cNvSpPr/>
      </dsp:nvSpPr>
      <dsp:spPr>
        <a:xfrm>
          <a:off x="4424456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255B4-878F-4985-9436-13C6739571D9}">
      <dsp:nvSpPr>
        <dsp:cNvPr id="0" name=""/>
        <dsp:cNvSpPr/>
      </dsp:nvSpPr>
      <dsp:spPr>
        <a:xfrm>
          <a:off x="3473831" y="2708734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Proxmox!</a:t>
          </a:r>
        </a:p>
      </dsp:txBody>
      <dsp:txXfrm>
        <a:off x="3473831" y="2708734"/>
        <a:ext cx="2925000" cy="720000"/>
      </dsp:txXfrm>
    </dsp:sp>
    <dsp:sp modelId="{7F6CFEF9-7834-416B-AD7D-977E270FD8EF}">
      <dsp:nvSpPr>
        <dsp:cNvPr id="0" name=""/>
        <dsp:cNvSpPr/>
      </dsp:nvSpPr>
      <dsp:spPr>
        <a:xfrm>
          <a:off x="7481081" y="368734"/>
          <a:ext cx="1784250" cy="17842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33D12-B52F-4C8C-9A97-4F8B26F88079}">
      <dsp:nvSpPr>
        <dsp:cNvPr id="0" name=""/>
        <dsp:cNvSpPr/>
      </dsp:nvSpPr>
      <dsp:spPr>
        <a:xfrm>
          <a:off x="7861331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FB248-B174-4227-9C64-1313BC7839D4}">
      <dsp:nvSpPr>
        <dsp:cNvPr id="0" name=""/>
        <dsp:cNvSpPr/>
      </dsp:nvSpPr>
      <dsp:spPr>
        <a:xfrm>
          <a:off x="6910706" y="2708734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We will then install a guest OS</a:t>
          </a:r>
        </a:p>
      </dsp:txBody>
      <dsp:txXfrm>
        <a:off x="6910706" y="2708734"/>
        <a:ext cx="292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Cloud and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41CBB-6DAA-D6EB-E79F-D9D354C4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>
            <a:normAutofit/>
          </a:bodyPr>
          <a:lstStyle/>
          <a:p>
            <a:r>
              <a:rPr lang="en-US"/>
              <a:t>What is Cloud?</a:t>
            </a:r>
            <a:endParaRPr lang="en-US" dirty="0"/>
          </a:p>
        </p:txBody>
      </p:sp>
      <p:pic>
        <p:nvPicPr>
          <p:cNvPr id="9" name="Graphic 8" descr="Cloud Computing">
            <a:extLst>
              <a:ext uri="{FF2B5EF4-FFF2-40B4-BE49-F238E27FC236}">
                <a16:creationId xmlns:a16="http://schemas.microsoft.com/office/drawing/2014/main" id="{1F26D958-F824-0D8D-583D-69A148400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064" y="1131152"/>
            <a:ext cx="4593715" cy="45937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D002-6A8A-9CA4-37DB-E9BB13CBC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703" y="2057400"/>
            <a:ext cx="5364444" cy="4038600"/>
          </a:xfrm>
        </p:spPr>
        <p:txBody>
          <a:bodyPr>
            <a:normAutofit/>
          </a:bodyPr>
          <a:lstStyle/>
          <a:p>
            <a:r>
              <a:rPr lang="en-US"/>
              <a:t>Cloud refers to resources that are offered over the internet. </a:t>
            </a:r>
          </a:p>
          <a:p>
            <a:r>
              <a:rPr lang="en-US"/>
              <a:t>We like to joke and say “Cloud is just someone else's computer”</a:t>
            </a:r>
          </a:p>
          <a:p>
            <a:r>
              <a:rPr lang="en-US"/>
              <a:t>While this is true its more than that!</a:t>
            </a:r>
          </a:p>
          <a:p>
            <a:r>
              <a:rPr lang="en-US"/>
              <a:t>Its all about on-demand AUTOMATION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CA9A-CB16-0888-2165-6A40F19D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Why we use Cloud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553340-E431-0CC0-42DA-C69347328D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1539781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980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701E-D2F1-0044-54FF-E730FD149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Cloud deployment 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A81FBC-17E2-5D81-AEAC-101EDB12A0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491097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699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6179-7D13-BE58-7A9B-C75C6C073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 Models</a:t>
            </a:r>
          </a:p>
        </p:txBody>
      </p:sp>
      <p:pic>
        <p:nvPicPr>
          <p:cNvPr id="1028" name="Picture 4" descr="What is IaaS?">
            <a:extLst>
              <a:ext uri="{FF2B5EF4-FFF2-40B4-BE49-F238E27FC236}">
                <a16:creationId xmlns:a16="http://schemas.microsoft.com/office/drawing/2014/main" id="{D9E65701-F902-4D5D-5636-C86D9E10B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778" y="1667772"/>
            <a:ext cx="7650443" cy="488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745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2C6DF-DDE0-A5C5-E44B-DFB7F4EB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Virtualization Concepts!</a:t>
            </a:r>
            <a:endParaRPr lang="en-US" dirty="0"/>
          </a:p>
        </p:txBody>
      </p:sp>
      <p:pic>
        <p:nvPicPr>
          <p:cNvPr id="2050" name="Picture 2" descr="Full potential You will reach - Yoda Meme Generator">
            <a:extLst>
              <a:ext uri="{FF2B5EF4-FFF2-40B4-BE49-F238E27FC236}">
                <a16:creationId xmlns:a16="http://schemas.microsoft.com/office/drawing/2014/main" id="{0EA87E3D-41B1-739A-EA92-10E11704C5A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9118" y="857675"/>
            <a:ext cx="4279606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D517F-E1C4-16E5-1866-FCB0981B6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We waste so much hardware!</a:t>
            </a:r>
          </a:p>
          <a:p>
            <a:r>
              <a:rPr lang="en-US" dirty="0"/>
              <a:t>Most of the time servers do not use their full potential </a:t>
            </a:r>
          </a:p>
          <a:p>
            <a:r>
              <a:rPr lang="en-US" dirty="0"/>
              <a:t>So, we carve it up into MANY machine to utilize </a:t>
            </a:r>
          </a:p>
        </p:txBody>
      </p:sp>
    </p:spTree>
    <p:extLst>
      <p:ext uri="{BB962C8B-B14F-4D97-AF65-F5344CB8AC3E}">
        <p14:creationId xmlns:p14="http://schemas.microsoft.com/office/powerpoint/2010/main" val="132399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023A-8D18-4E35-CF7D-4E04A5C8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Vendors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11F84-780B-E2BC-2B81-22A633E65C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Host machine</a:t>
            </a:r>
          </a:p>
          <a:p>
            <a:pPr lvl="1"/>
            <a:r>
              <a:rPr lang="en-US" dirty="0"/>
              <a:t>What hardware we are sharing</a:t>
            </a:r>
          </a:p>
          <a:p>
            <a:r>
              <a:rPr lang="en-US" dirty="0"/>
              <a:t>Hypervisor</a:t>
            </a:r>
          </a:p>
          <a:p>
            <a:pPr lvl="1"/>
            <a:r>
              <a:rPr lang="en-US" dirty="0"/>
              <a:t>What software we are using to virtualize</a:t>
            </a:r>
          </a:p>
          <a:p>
            <a:r>
              <a:rPr lang="en-US" dirty="0"/>
              <a:t>Virtual Machine</a:t>
            </a:r>
          </a:p>
          <a:p>
            <a:pPr lvl="1"/>
            <a:r>
              <a:rPr lang="en-US" dirty="0"/>
              <a:t>The machine that is on the Host Machine</a:t>
            </a:r>
          </a:p>
          <a:p>
            <a:r>
              <a:rPr lang="en-US" dirty="0"/>
              <a:t>Guest OS</a:t>
            </a:r>
          </a:p>
          <a:p>
            <a:pPr lvl="1"/>
            <a:r>
              <a:rPr lang="en-US" dirty="0"/>
              <a:t>The OS installed on our Virtual machine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86D590-A88F-0AC4-315E-382438DDAD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267450" y="2764705"/>
            <a:ext cx="4754563" cy="260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223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5C84-4A6F-5239-DA94-E98A21B4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1 vs Type 2? Huh?</a:t>
            </a:r>
          </a:p>
        </p:txBody>
      </p:sp>
      <p:pic>
        <p:nvPicPr>
          <p:cNvPr id="4098" name="Picture 2" descr="Type-1 vs Type-2 Hypervisor">
            <a:extLst>
              <a:ext uri="{FF2B5EF4-FFF2-40B4-BE49-F238E27FC236}">
                <a16:creationId xmlns:a16="http://schemas.microsoft.com/office/drawing/2014/main" id="{F3A3D359-F89C-B34A-EBF0-04ABEBF6C3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23" y="1923589"/>
            <a:ext cx="5556859" cy="463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ype-1 and Type-2 Hypervisors">
            <a:extLst>
              <a:ext uri="{FF2B5EF4-FFF2-40B4-BE49-F238E27FC236}">
                <a16:creationId xmlns:a16="http://schemas.microsoft.com/office/drawing/2014/main" id="{B27F6A0B-D95F-7027-9AD5-63323667F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91541"/>
            <a:ext cx="571500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953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C526-F652-43DC-6394-691AA5F7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Benefits of Virtualization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6A6C19-0AF4-1AC4-EAE8-C98D62A30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179429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014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C701-930D-7215-711A-D517A955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Our Lab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2C15E4-0F71-692E-0CFC-DCB0ADFC06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73336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6519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22</TotalTime>
  <Words>235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Basis</vt:lpstr>
      <vt:lpstr>Chapter 14</vt:lpstr>
      <vt:lpstr>What is Cloud?</vt:lpstr>
      <vt:lpstr>Why we use Cloud</vt:lpstr>
      <vt:lpstr>Cloud deployment models</vt:lpstr>
      <vt:lpstr>Cloud Service Models</vt:lpstr>
      <vt:lpstr>Virtualization Concepts!</vt:lpstr>
      <vt:lpstr>Virtualization Vendors</vt:lpstr>
      <vt:lpstr>Type 1 vs Type 2? Huh?</vt:lpstr>
      <vt:lpstr>Benefits of Virtualization</vt:lpstr>
      <vt:lpstr>Our Lab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4</cp:revision>
  <dcterms:created xsi:type="dcterms:W3CDTF">2025-05-27T16:37:30Z</dcterms:created>
  <dcterms:modified xsi:type="dcterms:W3CDTF">2025-06-12T01:58:44Z</dcterms:modified>
</cp:coreProperties>
</file>