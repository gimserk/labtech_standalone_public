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83" r:id="rId17"/>
    <p:sldId id="284" r:id="rId18"/>
    <p:sldId id="285" r:id="rId19"/>
    <p:sldId id="286" r:id="rId20"/>
    <p:sldId id="287" r:id="rId21"/>
    <p:sldId id="279" r:id="rId22"/>
    <p:sldId id="288" r:id="rId23"/>
    <p:sldId id="289" r:id="rId24"/>
    <p:sldId id="290" r:id="rId25"/>
    <p:sldId id="280" r:id="rId26"/>
    <p:sldId id="281" r:id="rId27"/>
    <p:sldId id="282" r:id="rId28"/>
    <p:sldId id="26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8D9FCC-C03A-4C49-90E0-0AE8F379FE7D}" v="24" dt="2025-05-30T02:59:14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addSld delSld modSld">
      <pc:chgData name="Haskell, JT" userId="43ae342c-01b7-44d1-9e4c-5ccd6bbabb0e" providerId="ADAL" clId="{CEA7AC07-1597-4CB6-86BE-71BDC9F4B46D}" dt="2025-05-27T16:37:47.937" v="27" actId="20577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</pc:sldChg>
    </pc:docChg>
  </pc:docChgLst>
  <pc:docChgLst>
    <pc:chgData name="Haskell, JT" userId="43ae342c-01b7-44d1-9e4c-5ccd6bbabb0e" providerId="ADAL" clId="{68B51E5A-C0FA-4382-A876-71ABB5CD37AA}"/>
    <pc:docChg chg="modSld">
      <pc:chgData name="Haskell, JT" userId="43ae342c-01b7-44d1-9e4c-5ccd6bbabb0e" providerId="ADAL" clId="{68B51E5A-C0FA-4382-A876-71ABB5CD37AA}" dt="2025-05-27T16:39:58.271" v="27" actId="20577"/>
      <pc:docMkLst>
        <pc:docMk/>
      </pc:docMkLst>
      <pc:sldChg chg="modSp mod">
        <pc:chgData name="Haskell, JT" userId="43ae342c-01b7-44d1-9e4c-5ccd6bbabb0e" providerId="ADAL" clId="{68B51E5A-C0FA-4382-A876-71ABB5CD37AA}" dt="2025-05-27T16:39:58.271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68B51E5A-C0FA-4382-A876-71ABB5CD37AA}" dt="2025-05-27T16:39:49.076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68B51E5A-C0FA-4382-A876-71ABB5CD37AA}" dt="2025-05-27T16:39:58.271" v="27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  <pc:docChgLst>
    <pc:chgData name="Haskell, JT" userId="43ae342c-01b7-44d1-9e4c-5ccd6bbabb0e" providerId="ADAL" clId="{8D8D9FCC-C03A-4C49-90E0-0AE8F379FE7D}"/>
    <pc:docChg chg="custSel addSld modSld sldOrd">
      <pc:chgData name="Haskell, JT" userId="43ae342c-01b7-44d1-9e4c-5ccd6bbabb0e" providerId="ADAL" clId="{8D8D9FCC-C03A-4C49-90E0-0AE8F379FE7D}" dt="2025-05-30T03:00:02.632" v="3647" actId="20577"/>
      <pc:docMkLst>
        <pc:docMk/>
      </pc:docMkLst>
      <pc:sldChg chg="modSp mod">
        <pc:chgData name="Haskell, JT" userId="43ae342c-01b7-44d1-9e4c-5ccd6bbabb0e" providerId="ADAL" clId="{8D8D9FCC-C03A-4C49-90E0-0AE8F379FE7D}" dt="2025-05-27T16:40:51.254" v="26" actId="20577"/>
        <pc:sldMkLst>
          <pc:docMk/>
          <pc:sldMk cId="409288186" sldId="257"/>
        </pc:sldMkLst>
        <pc:spChg chg="mod">
          <ac:chgData name="Haskell, JT" userId="43ae342c-01b7-44d1-9e4c-5ccd6bbabb0e" providerId="ADAL" clId="{8D8D9FCC-C03A-4C49-90E0-0AE8F379FE7D}" dt="2025-05-27T16:40:43.571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8D8D9FCC-C03A-4C49-90E0-0AE8F379FE7D}" dt="2025-05-27T16:40:51.254" v="26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addSp modSp new mod setBg">
        <pc:chgData name="Haskell, JT" userId="43ae342c-01b7-44d1-9e4c-5ccd6bbabb0e" providerId="ADAL" clId="{8D8D9FCC-C03A-4C49-90E0-0AE8F379FE7D}" dt="2025-05-28T20:10:38.646" v="229" actId="26606"/>
        <pc:sldMkLst>
          <pc:docMk/>
          <pc:sldMk cId="2077234950" sldId="265"/>
        </pc:sldMkLst>
        <pc:spChg chg="mod">
          <ac:chgData name="Haskell, JT" userId="43ae342c-01b7-44d1-9e4c-5ccd6bbabb0e" providerId="ADAL" clId="{8D8D9FCC-C03A-4C49-90E0-0AE8F379FE7D}" dt="2025-05-28T20:10:38.646" v="229" actId="26606"/>
          <ac:spMkLst>
            <pc:docMk/>
            <pc:sldMk cId="2077234950" sldId="265"/>
            <ac:spMk id="2" creationId="{26D89871-315C-145E-9567-E1936C97D329}"/>
          </ac:spMkLst>
        </pc:spChg>
        <pc:spChg chg="mod">
          <ac:chgData name="Haskell, JT" userId="43ae342c-01b7-44d1-9e4c-5ccd6bbabb0e" providerId="ADAL" clId="{8D8D9FCC-C03A-4C49-90E0-0AE8F379FE7D}" dt="2025-05-28T20:10:38.646" v="229" actId="26606"/>
          <ac:spMkLst>
            <pc:docMk/>
            <pc:sldMk cId="2077234950" sldId="265"/>
            <ac:spMk id="3" creationId="{C557301B-4D45-1679-4735-A1B6D9C33D7A}"/>
          </ac:spMkLst>
        </pc:spChg>
        <pc:picChg chg="add">
          <ac:chgData name="Haskell, JT" userId="43ae342c-01b7-44d1-9e4c-5ccd6bbabb0e" providerId="ADAL" clId="{8D8D9FCC-C03A-4C49-90E0-0AE8F379FE7D}" dt="2025-05-28T20:10:38.646" v="229" actId="26606"/>
          <ac:picMkLst>
            <pc:docMk/>
            <pc:sldMk cId="2077234950" sldId="265"/>
            <ac:picMk id="7" creationId="{877FB7D3-F3CE-32E3-1074-A39C1FC09923}"/>
          </ac:picMkLst>
        </pc:picChg>
      </pc:sldChg>
      <pc:sldChg chg="addSp delSp modSp new mod setBg">
        <pc:chgData name="Haskell, JT" userId="43ae342c-01b7-44d1-9e4c-5ccd6bbabb0e" providerId="ADAL" clId="{8D8D9FCC-C03A-4C49-90E0-0AE8F379FE7D}" dt="2025-05-28T20:11:37.754" v="341" actId="26606"/>
        <pc:sldMkLst>
          <pc:docMk/>
          <pc:sldMk cId="4057282900" sldId="266"/>
        </pc:sldMkLst>
        <pc:spChg chg="mod">
          <ac:chgData name="Haskell, JT" userId="43ae342c-01b7-44d1-9e4c-5ccd6bbabb0e" providerId="ADAL" clId="{8D8D9FCC-C03A-4C49-90E0-0AE8F379FE7D}" dt="2025-05-28T20:11:37.754" v="341" actId="26606"/>
          <ac:spMkLst>
            <pc:docMk/>
            <pc:sldMk cId="4057282900" sldId="266"/>
            <ac:spMk id="2" creationId="{EF505BDD-C000-E093-A269-294CCF5003AA}"/>
          </ac:spMkLst>
        </pc:spChg>
        <pc:graphicFrameChg chg="add">
          <ac:chgData name="Haskell, JT" userId="43ae342c-01b7-44d1-9e4c-5ccd6bbabb0e" providerId="ADAL" clId="{8D8D9FCC-C03A-4C49-90E0-0AE8F379FE7D}" dt="2025-05-28T20:11:37.754" v="341" actId="26606"/>
          <ac:graphicFrameMkLst>
            <pc:docMk/>
            <pc:sldMk cId="4057282900" sldId="266"/>
            <ac:graphicFrameMk id="5" creationId="{E11732D8-08F6-B664-F972-F55E2AAFC01F}"/>
          </ac:graphicFrameMkLst>
        </pc:graphicFrameChg>
      </pc:sldChg>
      <pc:sldChg chg="addSp delSp modSp new mod modClrScheme chgLayout">
        <pc:chgData name="Haskell, JT" userId="43ae342c-01b7-44d1-9e4c-5ccd6bbabb0e" providerId="ADAL" clId="{8D8D9FCC-C03A-4C49-90E0-0AE8F379FE7D}" dt="2025-05-28T20:13:05.493" v="568"/>
        <pc:sldMkLst>
          <pc:docMk/>
          <pc:sldMk cId="2509487392" sldId="267"/>
        </pc:sldMkLst>
        <pc:spChg chg="mod ord">
          <ac:chgData name="Haskell, JT" userId="43ae342c-01b7-44d1-9e4c-5ccd6bbabb0e" providerId="ADAL" clId="{8D8D9FCC-C03A-4C49-90E0-0AE8F379FE7D}" dt="2025-05-28T20:12:47.389" v="565" actId="700"/>
          <ac:spMkLst>
            <pc:docMk/>
            <pc:sldMk cId="2509487392" sldId="267"/>
            <ac:spMk id="2" creationId="{C5A644C8-220B-8829-D2A0-9E4B68EC00B2}"/>
          </ac:spMkLst>
        </pc:spChg>
        <pc:spChg chg="mod ord">
          <ac:chgData name="Haskell, JT" userId="43ae342c-01b7-44d1-9e4c-5ccd6bbabb0e" providerId="ADAL" clId="{8D8D9FCC-C03A-4C49-90E0-0AE8F379FE7D}" dt="2025-05-28T20:12:47.406" v="567" actId="27636"/>
          <ac:spMkLst>
            <pc:docMk/>
            <pc:sldMk cId="2509487392" sldId="267"/>
            <ac:spMk id="3" creationId="{D0A9BCD7-9279-B3B2-FB63-46C0E29F0FEF}"/>
          </ac:spMkLst>
        </pc:spChg>
        <pc:picChg chg="add mod">
          <ac:chgData name="Haskell, JT" userId="43ae342c-01b7-44d1-9e4c-5ccd6bbabb0e" providerId="ADAL" clId="{8D8D9FCC-C03A-4C49-90E0-0AE8F379FE7D}" dt="2025-05-28T20:13:05.493" v="568"/>
          <ac:picMkLst>
            <pc:docMk/>
            <pc:sldMk cId="2509487392" sldId="267"/>
            <ac:picMk id="1026" creationId="{43F5D03F-F4CE-97E0-DEEE-E55AA52E48D6}"/>
          </ac:picMkLst>
        </pc:picChg>
      </pc:sldChg>
      <pc:sldChg chg="addSp delSp modSp new mod">
        <pc:chgData name="Haskell, JT" userId="43ae342c-01b7-44d1-9e4c-5ccd6bbabb0e" providerId="ADAL" clId="{8D8D9FCC-C03A-4C49-90E0-0AE8F379FE7D}" dt="2025-05-28T20:15:33.786" v="918"/>
        <pc:sldMkLst>
          <pc:docMk/>
          <pc:sldMk cId="1546902219" sldId="268"/>
        </pc:sldMkLst>
        <pc:spChg chg="mod">
          <ac:chgData name="Haskell, JT" userId="43ae342c-01b7-44d1-9e4c-5ccd6bbabb0e" providerId="ADAL" clId="{8D8D9FCC-C03A-4C49-90E0-0AE8F379FE7D}" dt="2025-05-28T20:13:19.375" v="579" actId="20577"/>
          <ac:spMkLst>
            <pc:docMk/>
            <pc:sldMk cId="1546902219" sldId="268"/>
            <ac:spMk id="2" creationId="{72F2B9B0-52FF-A32E-DDCB-39404D5A6147}"/>
          </ac:spMkLst>
        </pc:spChg>
        <pc:spChg chg="mod">
          <ac:chgData name="Haskell, JT" userId="43ae342c-01b7-44d1-9e4c-5ccd6bbabb0e" providerId="ADAL" clId="{8D8D9FCC-C03A-4C49-90E0-0AE8F379FE7D}" dt="2025-05-28T20:14:34.161" v="763" actId="20577"/>
          <ac:spMkLst>
            <pc:docMk/>
            <pc:sldMk cId="1546902219" sldId="268"/>
            <ac:spMk id="3" creationId="{B2A3BAB6-E6B5-31D0-33A0-DAEEBF0BD069}"/>
          </ac:spMkLst>
        </pc:spChg>
        <pc:picChg chg="add mod">
          <ac:chgData name="Haskell, JT" userId="43ae342c-01b7-44d1-9e4c-5ccd6bbabb0e" providerId="ADAL" clId="{8D8D9FCC-C03A-4C49-90E0-0AE8F379FE7D}" dt="2025-05-28T20:15:33.786" v="918"/>
          <ac:picMkLst>
            <pc:docMk/>
            <pc:sldMk cId="1546902219" sldId="268"/>
            <ac:picMk id="2050" creationId="{9E710D3F-0BB2-3009-52C0-26430D5BD848}"/>
          </ac:picMkLst>
        </pc:picChg>
      </pc:sldChg>
      <pc:sldChg chg="addSp delSp modSp new mod">
        <pc:chgData name="Haskell, JT" userId="43ae342c-01b7-44d1-9e4c-5ccd6bbabb0e" providerId="ADAL" clId="{8D8D9FCC-C03A-4C49-90E0-0AE8F379FE7D}" dt="2025-05-28T20:15:51.115" v="919"/>
        <pc:sldMkLst>
          <pc:docMk/>
          <pc:sldMk cId="4094497300" sldId="269"/>
        </pc:sldMkLst>
        <pc:spChg chg="mod">
          <ac:chgData name="Haskell, JT" userId="43ae342c-01b7-44d1-9e4c-5ccd6bbabb0e" providerId="ADAL" clId="{8D8D9FCC-C03A-4C49-90E0-0AE8F379FE7D}" dt="2025-05-28T20:14:42.465" v="775" actId="20577"/>
          <ac:spMkLst>
            <pc:docMk/>
            <pc:sldMk cId="4094497300" sldId="269"/>
            <ac:spMk id="2" creationId="{2A2A07FA-1B76-3C25-5AFB-3455C4C55729}"/>
          </ac:spMkLst>
        </pc:spChg>
        <pc:spChg chg="mod">
          <ac:chgData name="Haskell, JT" userId="43ae342c-01b7-44d1-9e4c-5ccd6bbabb0e" providerId="ADAL" clId="{8D8D9FCC-C03A-4C49-90E0-0AE8F379FE7D}" dt="2025-05-28T20:15:14.291" v="917" actId="20577"/>
          <ac:spMkLst>
            <pc:docMk/>
            <pc:sldMk cId="4094497300" sldId="269"/>
            <ac:spMk id="3" creationId="{1A4B2C54-1B6B-A242-C2D6-4EEF544ED333}"/>
          </ac:spMkLst>
        </pc:spChg>
        <pc:picChg chg="add mod">
          <ac:chgData name="Haskell, JT" userId="43ae342c-01b7-44d1-9e4c-5ccd6bbabb0e" providerId="ADAL" clId="{8D8D9FCC-C03A-4C49-90E0-0AE8F379FE7D}" dt="2025-05-28T20:15:51.115" v="919"/>
          <ac:picMkLst>
            <pc:docMk/>
            <pc:sldMk cId="4094497300" sldId="269"/>
            <ac:picMk id="3074" creationId="{3EC96499-00B8-18FF-6F18-EC5FB5D256BC}"/>
          </ac:picMkLst>
        </pc:picChg>
      </pc:sldChg>
      <pc:sldChg chg="addSp delSp modSp new mod setBg">
        <pc:chgData name="Haskell, JT" userId="43ae342c-01b7-44d1-9e4c-5ccd6bbabb0e" providerId="ADAL" clId="{8D8D9FCC-C03A-4C49-90E0-0AE8F379FE7D}" dt="2025-05-28T20:20:24.857" v="1284" actId="26606"/>
        <pc:sldMkLst>
          <pc:docMk/>
          <pc:sldMk cId="3193187655" sldId="270"/>
        </pc:sldMkLst>
        <pc:spChg chg="mod">
          <ac:chgData name="Haskell, JT" userId="43ae342c-01b7-44d1-9e4c-5ccd6bbabb0e" providerId="ADAL" clId="{8D8D9FCC-C03A-4C49-90E0-0AE8F379FE7D}" dt="2025-05-28T20:20:24.857" v="1284" actId="26606"/>
          <ac:spMkLst>
            <pc:docMk/>
            <pc:sldMk cId="3193187655" sldId="270"/>
            <ac:spMk id="2" creationId="{8C7E9F8D-9EB6-A07D-EBD8-BD7FA5A1D94B}"/>
          </ac:spMkLst>
        </pc:spChg>
        <pc:spChg chg="mod ord">
          <ac:chgData name="Haskell, JT" userId="43ae342c-01b7-44d1-9e4c-5ccd6bbabb0e" providerId="ADAL" clId="{8D8D9FCC-C03A-4C49-90E0-0AE8F379FE7D}" dt="2025-05-28T20:20:24.857" v="1284" actId="26606"/>
          <ac:spMkLst>
            <pc:docMk/>
            <pc:sldMk cId="3193187655" sldId="270"/>
            <ac:spMk id="3" creationId="{8928B2D2-DC68-A1BE-F033-06959BDD176E}"/>
          </ac:spMkLst>
        </pc:spChg>
        <pc:spChg chg="add">
          <ac:chgData name="Haskell, JT" userId="43ae342c-01b7-44d1-9e4c-5ccd6bbabb0e" providerId="ADAL" clId="{8D8D9FCC-C03A-4C49-90E0-0AE8F379FE7D}" dt="2025-05-28T20:20:24.857" v="1284" actId="26606"/>
          <ac:spMkLst>
            <pc:docMk/>
            <pc:sldMk cId="3193187655" sldId="270"/>
            <ac:spMk id="4103" creationId="{368A5362-EC3B-4BE3-804B-E6B289AF8A36}"/>
          </ac:spMkLst>
        </pc:spChg>
        <pc:picChg chg="add mod">
          <ac:chgData name="Haskell, JT" userId="43ae342c-01b7-44d1-9e4c-5ccd6bbabb0e" providerId="ADAL" clId="{8D8D9FCC-C03A-4C49-90E0-0AE8F379FE7D}" dt="2025-05-28T20:20:24.857" v="1284" actId="26606"/>
          <ac:picMkLst>
            <pc:docMk/>
            <pc:sldMk cId="3193187655" sldId="270"/>
            <ac:picMk id="4098" creationId="{C0A458E6-BEC1-8870-A241-59C459FFE736}"/>
          </ac:picMkLst>
        </pc:picChg>
      </pc:sldChg>
      <pc:sldChg chg="addSp delSp modSp new mod ord setBg modClrScheme chgLayout">
        <pc:chgData name="Haskell, JT" userId="43ae342c-01b7-44d1-9e4c-5ccd6bbabb0e" providerId="ADAL" clId="{8D8D9FCC-C03A-4C49-90E0-0AE8F379FE7D}" dt="2025-05-28T20:17:51.758" v="1040" actId="26606"/>
        <pc:sldMkLst>
          <pc:docMk/>
          <pc:sldMk cId="1787703334" sldId="271"/>
        </pc:sldMkLst>
        <pc:spChg chg="mod ord">
          <ac:chgData name="Haskell, JT" userId="43ae342c-01b7-44d1-9e4c-5ccd6bbabb0e" providerId="ADAL" clId="{8D8D9FCC-C03A-4C49-90E0-0AE8F379FE7D}" dt="2025-05-28T20:17:51.758" v="1040" actId="26606"/>
          <ac:spMkLst>
            <pc:docMk/>
            <pc:sldMk cId="1787703334" sldId="271"/>
            <ac:spMk id="2" creationId="{A849E83B-D321-35F9-3AA6-4B419DC1E5CE}"/>
          </ac:spMkLst>
        </pc:spChg>
        <pc:spChg chg="add">
          <ac:chgData name="Haskell, JT" userId="43ae342c-01b7-44d1-9e4c-5ccd6bbabb0e" providerId="ADAL" clId="{8D8D9FCC-C03A-4C49-90E0-0AE8F379FE7D}" dt="2025-05-28T20:17:51.758" v="1040" actId="26606"/>
          <ac:spMkLst>
            <pc:docMk/>
            <pc:sldMk cId="1787703334" sldId="271"/>
            <ac:spMk id="12" creationId="{368A5362-EC3B-4BE3-804B-E6B289AF8A36}"/>
          </ac:spMkLst>
        </pc:spChg>
        <pc:spChg chg="add">
          <ac:chgData name="Haskell, JT" userId="43ae342c-01b7-44d1-9e4c-5ccd6bbabb0e" providerId="ADAL" clId="{8D8D9FCC-C03A-4C49-90E0-0AE8F379FE7D}" dt="2025-05-28T20:17:51.758" v="1040" actId="26606"/>
          <ac:spMkLst>
            <pc:docMk/>
            <pc:sldMk cId="1787703334" sldId="271"/>
            <ac:spMk id="14" creationId="{1D37744E-F5F6-4ED5-9F5F-21183A8FE771}"/>
          </ac:spMkLst>
        </pc:spChg>
        <pc:spChg chg="add">
          <ac:chgData name="Haskell, JT" userId="43ae342c-01b7-44d1-9e4c-5ccd6bbabb0e" providerId="ADAL" clId="{8D8D9FCC-C03A-4C49-90E0-0AE8F379FE7D}" dt="2025-05-28T20:17:51.758" v="1040" actId="26606"/>
          <ac:spMkLst>
            <pc:docMk/>
            <pc:sldMk cId="1787703334" sldId="271"/>
            <ac:spMk id="20" creationId="{7133E3A2-718D-407B-B797-7F3600199D1E}"/>
          </ac:spMkLst>
        </pc:spChg>
        <pc:picChg chg="add mod ord">
          <ac:chgData name="Haskell, JT" userId="43ae342c-01b7-44d1-9e4c-5ccd6bbabb0e" providerId="ADAL" clId="{8D8D9FCC-C03A-4C49-90E0-0AE8F379FE7D}" dt="2025-05-28T20:17:51.758" v="1040" actId="26606"/>
          <ac:picMkLst>
            <pc:docMk/>
            <pc:sldMk cId="1787703334" sldId="271"/>
            <ac:picMk id="7" creationId="{9CAC429F-9407-6B07-90F6-F880C694BA88}"/>
          </ac:picMkLst>
        </pc:picChg>
        <pc:cxnChg chg="add">
          <ac:chgData name="Haskell, JT" userId="43ae342c-01b7-44d1-9e4c-5ccd6bbabb0e" providerId="ADAL" clId="{8D8D9FCC-C03A-4C49-90E0-0AE8F379FE7D}" dt="2025-05-28T20:17:51.758" v="1040" actId="26606"/>
          <ac:cxnSpMkLst>
            <pc:docMk/>
            <pc:sldMk cId="1787703334" sldId="271"/>
            <ac:cxnSpMk id="16" creationId="{DD9D7C55-D0C1-4B48-ADC5-A9E322B19608}"/>
          </ac:cxnSpMkLst>
        </pc:cxnChg>
        <pc:cxnChg chg="add">
          <ac:chgData name="Haskell, JT" userId="43ae342c-01b7-44d1-9e4c-5ccd6bbabb0e" providerId="ADAL" clId="{8D8D9FCC-C03A-4C49-90E0-0AE8F379FE7D}" dt="2025-05-28T20:17:51.758" v="1040" actId="26606"/>
          <ac:cxnSpMkLst>
            <pc:docMk/>
            <pc:sldMk cId="1787703334" sldId="271"/>
            <ac:cxnSpMk id="18" creationId="{F1962E72-676F-4381-ADE8-56784BE759E0}"/>
          </ac:cxnSpMkLst>
        </pc:cxnChg>
      </pc:sldChg>
      <pc:sldChg chg="addSp delSp modSp new mod setBg">
        <pc:chgData name="Haskell, JT" userId="43ae342c-01b7-44d1-9e4c-5ccd6bbabb0e" providerId="ADAL" clId="{8D8D9FCC-C03A-4C49-90E0-0AE8F379FE7D}" dt="2025-05-28T20:17:49.638" v="1039" actId="26606"/>
        <pc:sldMkLst>
          <pc:docMk/>
          <pc:sldMk cId="4243228005" sldId="272"/>
        </pc:sldMkLst>
        <pc:spChg chg="mod">
          <ac:chgData name="Haskell, JT" userId="43ae342c-01b7-44d1-9e4c-5ccd6bbabb0e" providerId="ADAL" clId="{8D8D9FCC-C03A-4C49-90E0-0AE8F379FE7D}" dt="2025-05-28T20:17:49.638" v="1039" actId="26606"/>
          <ac:spMkLst>
            <pc:docMk/>
            <pc:sldMk cId="4243228005" sldId="272"/>
            <ac:spMk id="2" creationId="{40209637-CFE8-99F4-F289-D94BC0EBA384}"/>
          </ac:spMkLst>
        </pc:spChg>
        <pc:spChg chg="add">
          <ac:chgData name="Haskell, JT" userId="43ae342c-01b7-44d1-9e4c-5ccd6bbabb0e" providerId="ADAL" clId="{8D8D9FCC-C03A-4C49-90E0-0AE8F379FE7D}" dt="2025-05-28T20:17:49.638" v="1039" actId="26606"/>
          <ac:spMkLst>
            <pc:docMk/>
            <pc:sldMk cId="4243228005" sldId="272"/>
            <ac:spMk id="10" creationId="{368A5362-EC3B-4BE3-804B-E6B289AF8A36}"/>
          </ac:spMkLst>
        </pc:spChg>
        <pc:spChg chg="add">
          <ac:chgData name="Haskell, JT" userId="43ae342c-01b7-44d1-9e4c-5ccd6bbabb0e" providerId="ADAL" clId="{8D8D9FCC-C03A-4C49-90E0-0AE8F379FE7D}" dt="2025-05-28T20:17:49.638" v="1039" actId="26606"/>
          <ac:spMkLst>
            <pc:docMk/>
            <pc:sldMk cId="4243228005" sldId="272"/>
            <ac:spMk id="12" creationId="{1D37744E-F5F6-4ED5-9F5F-21183A8FE771}"/>
          </ac:spMkLst>
        </pc:spChg>
        <pc:spChg chg="add">
          <ac:chgData name="Haskell, JT" userId="43ae342c-01b7-44d1-9e4c-5ccd6bbabb0e" providerId="ADAL" clId="{8D8D9FCC-C03A-4C49-90E0-0AE8F379FE7D}" dt="2025-05-28T20:17:49.638" v="1039" actId="26606"/>
          <ac:spMkLst>
            <pc:docMk/>
            <pc:sldMk cId="4243228005" sldId="272"/>
            <ac:spMk id="18" creationId="{7133E3A2-718D-407B-B797-7F3600199D1E}"/>
          </ac:spMkLst>
        </pc:spChg>
        <pc:picChg chg="add mod ord">
          <ac:chgData name="Haskell, JT" userId="43ae342c-01b7-44d1-9e4c-5ccd6bbabb0e" providerId="ADAL" clId="{8D8D9FCC-C03A-4C49-90E0-0AE8F379FE7D}" dt="2025-05-28T20:17:49.638" v="1039" actId="26606"/>
          <ac:picMkLst>
            <pc:docMk/>
            <pc:sldMk cId="4243228005" sldId="272"/>
            <ac:picMk id="5" creationId="{4BFF1763-FC7C-805C-93E1-20CD991B18C0}"/>
          </ac:picMkLst>
        </pc:picChg>
        <pc:cxnChg chg="add">
          <ac:chgData name="Haskell, JT" userId="43ae342c-01b7-44d1-9e4c-5ccd6bbabb0e" providerId="ADAL" clId="{8D8D9FCC-C03A-4C49-90E0-0AE8F379FE7D}" dt="2025-05-28T20:17:49.638" v="1039" actId="26606"/>
          <ac:cxnSpMkLst>
            <pc:docMk/>
            <pc:sldMk cId="4243228005" sldId="272"/>
            <ac:cxnSpMk id="14" creationId="{DD9D7C55-D0C1-4B48-ADC5-A9E322B19608}"/>
          </ac:cxnSpMkLst>
        </pc:cxnChg>
        <pc:cxnChg chg="add">
          <ac:chgData name="Haskell, JT" userId="43ae342c-01b7-44d1-9e4c-5ccd6bbabb0e" providerId="ADAL" clId="{8D8D9FCC-C03A-4C49-90E0-0AE8F379FE7D}" dt="2025-05-28T20:17:49.638" v="1039" actId="26606"/>
          <ac:cxnSpMkLst>
            <pc:docMk/>
            <pc:sldMk cId="4243228005" sldId="272"/>
            <ac:cxnSpMk id="16" creationId="{F1962E72-676F-4381-ADE8-56784BE759E0}"/>
          </ac:cxnSpMkLst>
        </pc:cxnChg>
      </pc:sldChg>
      <pc:sldChg chg="addSp delSp modSp new mod setBg">
        <pc:chgData name="Haskell, JT" userId="43ae342c-01b7-44d1-9e4c-5ccd6bbabb0e" providerId="ADAL" clId="{8D8D9FCC-C03A-4C49-90E0-0AE8F379FE7D}" dt="2025-05-28T20:17:45.912" v="1038" actId="26606"/>
        <pc:sldMkLst>
          <pc:docMk/>
          <pc:sldMk cId="3148987867" sldId="273"/>
        </pc:sldMkLst>
        <pc:spChg chg="mod">
          <ac:chgData name="Haskell, JT" userId="43ae342c-01b7-44d1-9e4c-5ccd6bbabb0e" providerId="ADAL" clId="{8D8D9FCC-C03A-4C49-90E0-0AE8F379FE7D}" dt="2025-05-28T20:17:45.912" v="1038" actId="26606"/>
          <ac:spMkLst>
            <pc:docMk/>
            <pc:sldMk cId="3148987867" sldId="273"/>
            <ac:spMk id="2" creationId="{F8CF66CB-7372-8212-1FEC-69CB862723FE}"/>
          </ac:spMkLst>
        </pc:spChg>
        <pc:spChg chg="add">
          <ac:chgData name="Haskell, JT" userId="43ae342c-01b7-44d1-9e4c-5ccd6bbabb0e" providerId="ADAL" clId="{8D8D9FCC-C03A-4C49-90E0-0AE8F379FE7D}" dt="2025-05-28T20:17:45.912" v="1038" actId="26606"/>
          <ac:spMkLst>
            <pc:docMk/>
            <pc:sldMk cId="3148987867" sldId="273"/>
            <ac:spMk id="12" creationId="{69DC0970-B628-4F33-8F2A-582D40A45B03}"/>
          </ac:spMkLst>
        </pc:spChg>
        <pc:spChg chg="add">
          <ac:chgData name="Haskell, JT" userId="43ae342c-01b7-44d1-9e4c-5ccd6bbabb0e" providerId="ADAL" clId="{8D8D9FCC-C03A-4C49-90E0-0AE8F379FE7D}" dt="2025-05-28T20:17:45.912" v="1038" actId="26606"/>
          <ac:spMkLst>
            <pc:docMk/>
            <pc:sldMk cId="3148987867" sldId="273"/>
            <ac:spMk id="14" creationId="{8063D483-4C73-4E5B-A4BF-4E9B9B51AEE3}"/>
          </ac:spMkLst>
        </pc:spChg>
        <pc:spChg chg="add">
          <ac:chgData name="Haskell, JT" userId="43ae342c-01b7-44d1-9e4c-5ccd6bbabb0e" providerId="ADAL" clId="{8D8D9FCC-C03A-4C49-90E0-0AE8F379FE7D}" dt="2025-05-28T20:17:45.912" v="1038" actId="26606"/>
          <ac:spMkLst>
            <pc:docMk/>
            <pc:sldMk cId="3148987867" sldId="273"/>
            <ac:spMk id="20" creationId="{179E7213-D324-41E6-B3B6-C5643B22DDA2}"/>
          </ac:spMkLst>
        </pc:spChg>
        <pc:picChg chg="add mod ord">
          <ac:chgData name="Haskell, JT" userId="43ae342c-01b7-44d1-9e4c-5ccd6bbabb0e" providerId="ADAL" clId="{8D8D9FCC-C03A-4C49-90E0-0AE8F379FE7D}" dt="2025-05-28T20:17:45.912" v="1038" actId="26606"/>
          <ac:picMkLst>
            <pc:docMk/>
            <pc:sldMk cId="3148987867" sldId="273"/>
            <ac:picMk id="5" creationId="{1158F2F8-5D42-134A-7675-5DFCCAA21EE1}"/>
          </ac:picMkLst>
        </pc:picChg>
        <pc:picChg chg="add mod">
          <ac:chgData name="Haskell, JT" userId="43ae342c-01b7-44d1-9e4c-5ccd6bbabb0e" providerId="ADAL" clId="{8D8D9FCC-C03A-4C49-90E0-0AE8F379FE7D}" dt="2025-05-28T20:17:45.912" v="1038" actId="26606"/>
          <ac:picMkLst>
            <pc:docMk/>
            <pc:sldMk cId="3148987867" sldId="273"/>
            <ac:picMk id="7" creationId="{68BB766E-6BE7-8B6A-A1C6-BD352CEEBFCB}"/>
          </ac:picMkLst>
        </pc:picChg>
        <pc:cxnChg chg="add">
          <ac:chgData name="Haskell, JT" userId="43ae342c-01b7-44d1-9e4c-5ccd6bbabb0e" providerId="ADAL" clId="{8D8D9FCC-C03A-4C49-90E0-0AE8F379FE7D}" dt="2025-05-28T20:17:45.912" v="1038" actId="26606"/>
          <ac:cxnSpMkLst>
            <pc:docMk/>
            <pc:sldMk cId="3148987867" sldId="273"/>
            <ac:cxnSpMk id="16" creationId="{2EA44761-FCEA-4FC1-85B8-82D6C4BBADA8}"/>
          </ac:cxnSpMkLst>
        </pc:cxnChg>
        <pc:cxnChg chg="add">
          <ac:chgData name="Haskell, JT" userId="43ae342c-01b7-44d1-9e4c-5ccd6bbabb0e" providerId="ADAL" clId="{8D8D9FCC-C03A-4C49-90E0-0AE8F379FE7D}" dt="2025-05-28T20:17:45.912" v="1038" actId="26606"/>
          <ac:cxnSpMkLst>
            <pc:docMk/>
            <pc:sldMk cId="3148987867" sldId="273"/>
            <ac:cxnSpMk id="18" creationId="{1F46DCAF-7958-4322-BECF-D982BCCB1CFA}"/>
          </ac:cxnSpMkLst>
        </pc:cxnChg>
      </pc:sldChg>
      <pc:sldChg chg="addSp delSp modSp new mod modClrScheme modShow chgLayout">
        <pc:chgData name="Haskell, JT" userId="43ae342c-01b7-44d1-9e4c-5ccd6bbabb0e" providerId="ADAL" clId="{8D8D9FCC-C03A-4C49-90E0-0AE8F379FE7D}" dt="2025-05-30T02:36:38.897" v="1811"/>
        <pc:sldMkLst>
          <pc:docMk/>
          <pc:sldMk cId="3116762996" sldId="274"/>
        </pc:sldMkLst>
        <pc:spChg chg="mod ord">
          <ac:chgData name="Haskell, JT" userId="43ae342c-01b7-44d1-9e4c-5ccd6bbabb0e" providerId="ADAL" clId="{8D8D9FCC-C03A-4C49-90E0-0AE8F379FE7D}" dt="2025-05-30T02:36:16.786" v="1810" actId="700"/>
          <ac:spMkLst>
            <pc:docMk/>
            <pc:sldMk cId="3116762996" sldId="274"/>
            <ac:spMk id="2" creationId="{ABDBF69B-842A-11A8-B95C-4E36D169EF87}"/>
          </ac:spMkLst>
        </pc:spChg>
        <pc:spChg chg="mod ord">
          <ac:chgData name="Haskell, JT" userId="43ae342c-01b7-44d1-9e4c-5ccd6bbabb0e" providerId="ADAL" clId="{8D8D9FCC-C03A-4C49-90E0-0AE8F379FE7D}" dt="2025-05-30T02:36:16.786" v="1810" actId="700"/>
          <ac:spMkLst>
            <pc:docMk/>
            <pc:sldMk cId="3116762996" sldId="274"/>
            <ac:spMk id="3" creationId="{A7AE2411-B5FF-C245-BC8F-4084BD9025D4}"/>
          </ac:spMkLst>
        </pc:spChg>
        <pc:spChg chg="add del mod ord">
          <ac:chgData name="Haskell, JT" userId="43ae342c-01b7-44d1-9e4c-5ccd6bbabb0e" providerId="ADAL" clId="{8D8D9FCC-C03A-4C49-90E0-0AE8F379FE7D}" dt="2025-05-30T02:36:38.897" v="1811"/>
          <ac:spMkLst>
            <pc:docMk/>
            <pc:sldMk cId="3116762996" sldId="274"/>
            <ac:spMk id="4" creationId="{D1DDAAB3-5D43-7E9D-0FF0-3B941E81A0B0}"/>
          </ac:spMkLst>
        </pc:spChg>
        <pc:picChg chg="add mod">
          <ac:chgData name="Haskell, JT" userId="43ae342c-01b7-44d1-9e4c-5ccd6bbabb0e" providerId="ADAL" clId="{8D8D9FCC-C03A-4C49-90E0-0AE8F379FE7D}" dt="2025-05-30T02:36:38.897" v="1811"/>
          <ac:picMkLst>
            <pc:docMk/>
            <pc:sldMk cId="3116762996" sldId="274"/>
            <ac:picMk id="1026" creationId="{284F162C-61AF-4BB7-4BE1-184E5010E958}"/>
          </ac:picMkLst>
        </pc:picChg>
      </pc:sldChg>
      <pc:sldChg chg="addSp delSp modSp new mod modClrScheme chgLayout">
        <pc:chgData name="Haskell, JT" userId="43ae342c-01b7-44d1-9e4c-5ccd6bbabb0e" providerId="ADAL" clId="{8D8D9FCC-C03A-4C49-90E0-0AE8F379FE7D}" dt="2025-05-30T02:38:14.864" v="1966"/>
        <pc:sldMkLst>
          <pc:docMk/>
          <pc:sldMk cId="2656633531" sldId="275"/>
        </pc:sldMkLst>
        <pc:spChg chg="mod ord">
          <ac:chgData name="Haskell, JT" userId="43ae342c-01b7-44d1-9e4c-5ccd6bbabb0e" providerId="ADAL" clId="{8D8D9FCC-C03A-4C49-90E0-0AE8F379FE7D}" dt="2025-05-30T02:38:13.169" v="1965" actId="700"/>
          <ac:spMkLst>
            <pc:docMk/>
            <pc:sldMk cId="2656633531" sldId="275"/>
            <ac:spMk id="2" creationId="{D700A676-CDE1-F1FE-F39C-0766D0D64708}"/>
          </ac:spMkLst>
        </pc:spChg>
        <pc:spChg chg="mod ord">
          <ac:chgData name="Haskell, JT" userId="43ae342c-01b7-44d1-9e4c-5ccd6bbabb0e" providerId="ADAL" clId="{8D8D9FCC-C03A-4C49-90E0-0AE8F379FE7D}" dt="2025-05-30T02:38:13.169" v="1965" actId="700"/>
          <ac:spMkLst>
            <pc:docMk/>
            <pc:sldMk cId="2656633531" sldId="275"/>
            <ac:spMk id="3" creationId="{BB683B14-1172-BCDE-EB33-BCECD99C70E7}"/>
          </ac:spMkLst>
        </pc:spChg>
        <pc:spChg chg="add del mod ord">
          <ac:chgData name="Haskell, JT" userId="43ae342c-01b7-44d1-9e4c-5ccd6bbabb0e" providerId="ADAL" clId="{8D8D9FCC-C03A-4C49-90E0-0AE8F379FE7D}" dt="2025-05-30T02:38:14.864" v="1966"/>
          <ac:spMkLst>
            <pc:docMk/>
            <pc:sldMk cId="2656633531" sldId="275"/>
            <ac:spMk id="4" creationId="{784BA337-2E7E-2406-D14F-97B07A21FE4A}"/>
          </ac:spMkLst>
        </pc:spChg>
        <pc:picChg chg="add mod">
          <ac:chgData name="Haskell, JT" userId="43ae342c-01b7-44d1-9e4c-5ccd6bbabb0e" providerId="ADAL" clId="{8D8D9FCC-C03A-4C49-90E0-0AE8F379FE7D}" dt="2025-05-30T02:38:14.864" v="1966"/>
          <ac:picMkLst>
            <pc:docMk/>
            <pc:sldMk cId="2656633531" sldId="275"/>
            <ac:picMk id="2050" creationId="{53559FFB-FF6E-ADE1-C3D0-02D7F9DF07ED}"/>
          </ac:picMkLst>
        </pc:picChg>
      </pc:sldChg>
      <pc:sldChg chg="addSp delSp modSp new mod setBg modClrScheme chgLayout">
        <pc:chgData name="Haskell, JT" userId="43ae342c-01b7-44d1-9e4c-5ccd6bbabb0e" providerId="ADAL" clId="{8D8D9FCC-C03A-4C49-90E0-0AE8F379FE7D}" dt="2025-05-30T02:39:48.485" v="2067" actId="26606"/>
        <pc:sldMkLst>
          <pc:docMk/>
          <pc:sldMk cId="3239140995" sldId="276"/>
        </pc:sldMkLst>
        <pc:spChg chg="mod ord">
          <ac:chgData name="Haskell, JT" userId="43ae342c-01b7-44d1-9e4c-5ccd6bbabb0e" providerId="ADAL" clId="{8D8D9FCC-C03A-4C49-90E0-0AE8F379FE7D}" dt="2025-05-30T02:39:48.485" v="2067" actId="26606"/>
          <ac:spMkLst>
            <pc:docMk/>
            <pc:sldMk cId="3239140995" sldId="276"/>
            <ac:spMk id="2" creationId="{3BE4DB4E-FF29-B210-917B-632924F98D5C}"/>
          </ac:spMkLst>
        </pc:spChg>
        <pc:spChg chg="mod ord">
          <ac:chgData name="Haskell, JT" userId="43ae342c-01b7-44d1-9e4c-5ccd6bbabb0e" providerId="ADAL" clId="{8D8D9FCC-C03A-4C49-90E0-0AE8F379FE7D}" dt="2025-05-30T02:39:48.485" v="2067" actId="26606"/>
          <ac:spMkLst>
            <pc:docMk/>
            <pc:sldMk cId="3239140995" sldId="276"/>
            <ac:spMk id="3" creationId="{821B69FB-1C0F-7974-438A-64CC0D0FA262}"/>
          </ac:spMkLst>
        </pc:spChg>
        <pc:spChg chg="add del mod ord">
          <ac:chgData name="Haskell, JT" userId="43ae342c-01b7-44d1-9e4c-5ccd6bbabb0e" providerId="ADAL" clId="{8D8D9FCC-C03A-4C49-90E0-0AE8F379FE7D}" dt="2025-05-30T02:39:44.467" v="2066"/>
          <ac:spMkLst>
            <pc:docMk/>
            <pc:sldMk cId="3239140995" sldId="276"/>
            <ac:spMk id="4" creationId="{632D303D-7511-6C06-721D-03997AD34611}"/>
          </ac:spMkLst>
        </pc:spChg>
        <pc:spChg chg="add">
          <ac:chgData name="Haskell, JT" userId="43ae342c-01b7-44d1-9e4c-5ccd6bbabb0e" providerId="ADAL" clId="{8D8D9FCC-C03A-4C49-90E0-0AE8F379FE7D}" dt="2025-05-30T02:39:48.485" v="2067" actId="26606"/>
          <ac:spMkLst>
            <pc:docMk/>
            <pc:sldMk cId="3239140995" sldId="276"/>
            <ac:spMk id="3079" creationId="{368A5362-EC3B-4BE3-804B-E6B289AF8A36}"/>
          </ac:spMkLst>
        </pc:spChg>
        <pc:picChg chg="add mod">
          <ac:chgData name="Haskell, JT" userId="43ae342c-01b7-44d1-9e4c-5ccd6bbabb0e" providerId="ADAL" clId="{8D8D9FCC-C03A-4C49-90E0-0AE8F379FE7D}" dt="2025-05-30T02:39:48.485" v="2067" actId="26606"/>
          <ac:picMkLst>
            <pc:docMk/>
            <pc:sldMk cId="3239140995" sldId="276"/>
            <ac:picMk id="3074" creationId="{7C0F12D4-CBCD-0958-44F9-577F65C57D1F}"/>
          </ac:picMkLst>
        </pc:picChg>
      </pc:sldChg>
      <pc:sldChg chg="addSp delSp modSp new mod modClrScheme chgLayout">
        <pc:chgData name="Haskell, JT" userId="43ae342c-01b7-44d1-9e4c-5ccd6bbabb0e" providerId="ADAL" clId="{8D8D9FCC-C03A-4C49-90E0-0AE8F379FE7D}" dt="2025-05-30T02:40:12.272" v="2069"/>
        <pc:sldMkLst>
          <pc:docMk/>
          <pc:sldMk cId="1893052410" sldId="277"/>
        </pc:sldMkLst>
        <pc:spChg chg="mod ord">
          <ac:chgData name="Haskell, JT" userId="43ae342c-01b7-44d1-9e4c-5ccd6bbabb0e" providerId="ADAL" clId="{8D8D9FCC-C03A-4C49-90E0-0AE8F379FE7D}" dt="2025-05-30T02:40:10.576" v="2068" actId="700"/>
          <ac:spMkLst>
            <pc:docMk/>
            <pc:sldMk cId="1893052410" sldId="277"/>
            <ac:spMk id="2" creationId="{E6B94ECE-3C29-55A9-7F4B-6C378B2EBED7}"/>
          </ac:spMkLst>
        </pc:spChg>
        <pc:spChg chg="mod ord">
          <ac:chgData name="Haskell, JT" userId="43ae342c-01b7-44d1-9e4c-5ccd6bbabb0e" providerId="ADAL" clId="{8D8D9FCC-C03A-4C49-90E0-0AE8F379FE7D}" dt="2025-05-30T02:40:10.576" v="2068" actId="700"/>
          <ac:spMkLst>
            <pc:docMk/>
            <pc:sldMk cId="1893052410" sldId="277"/>
            <ac:spMk id="3" creationId="{6E88DB68-9F87-C32F-4457-3FBE1E48F538}"/>
          </ac:spMkLst>
        </pc:spChg>
        <pc:spChg chg="add del mod ord">
          <ac:chgData name="Haskell, JT" userId="43ae342c-01b7-44d1-9e4c-5ccd6bbabb0e" providerId="ADAL" clId="{8D8D9FCC-C03A-4C49-90E0-0AE8F379FE7D}" dt="2025-05-30T02:40:12.272" v="2069"/>
          <ac:spMkLst>
            <pc:docMk/>
            <pc:sldMk cId="1893052410" sldId="277"/>
            <ac:spMk id="4" creationId="{4BD7B32E-A818-1E0C-7442-E4CBE684F677}"/>
          </ac:spMkLst>
        </pc:spChg>
        <pc:picChg chg="add mod">
          <ac:chgData name="Haskell, JT" userId="43ae342c-01b7-44d1-9e4c-5ccd6bbabb0e" providerId="ADAL" clId="{8D8D9FCC-C03A-4C49-90E0-0AE8F379FE7D}" dt="2025-05-30T02:40:12.272" v="2069"/>
          <ac:picMkLst>
            <pc:docMk/>
            <pc:sldMk cId="1893052410" sldId="277"/>
            <ac:picMk id="4098" creationId="{A901EB2D-D196-C23D-C299-1E8438596921}"/>
          </ac:picMkLst>
        </pc:picChg>
      </pc:sldChg>
      <pc:sldChg chg="addSp delSp modSp new mod setBg">
        <pc:chgData name="Haskell, JT" userId="43ae342c-01b7-44d1-9e4c-5ccd6bbabb0e" providerId="ADAL" clId="{8D8D9FCC-C03A-4C49-90E0-0AE8F379FE7D}" dt="2025-05-30T02:42:26.494" v="2137" actId="26606"/>
        <pc:sldMkLst>
          <pc:docMk/>
          <pc:sldMk cId="485898325" sldId="278"/>
        </pc:sldMkLst>
        <pc:spChg chg="mod">
          <ac:chgData name="Haskell, JT" userId="43ae342c-01b7-44d1-9e4c-5ccd6bbabb0e" providerId="ADAL" clId="{8D8D9FCC-C03A-4C49-90E0-0AE8F379FE7D}" dt="2025-05-30T02:42:26.494" v="2137" actId="26606"/>
          <ac:spMkLst>
            <pc:docMk/>
            <pc:sldMk cId="485898325" sldId="278"/>
            <ac:spMk id="2" creationId="{31FAD32F-52C4-9C87-2657-CB14363D304A}"/>
          </ac:spMkLst>
        </pc:spChg>
        <pc:spChg chg="del mod">
          <ac:chgData name="Haskell, JT" userId="43ae342c-01b7-44d1-9e4c-5ccd6bbabb0e" providerId="ADAL" clId="{8D8D9FCC-C03A-4C49-90E0-0AE8F379FE7D}" dt="2025-05-30T02:42:24.071" v="2136" actId="478"/>
          <ac:spMkLst>
            <pc:docMk/>
            <pc:sldMk cId="485898325" sldId="278"/>
            <ac:spMk id="3" creationId="{34CC8DA6-E795-EA31-56E9-7C8BECFA1EF1}"/>
          </ac:spMkLst>
        </pc:spChg>
        <pc:spChg chg="add">
          <ac:chgData name="Haskell, JT" userId="43ae342c-01b7-44d1-9e4c-5ccd6bbabb0e" providerId="ADAL" clId="{8D8D9FCC-C03A-4C49-90E0-0AE8F379FE7D}" dt="2025-05-30T02:42:26.494" v="2137" actId="26606"/>
          <ac:spMkLst>
            <pc:docMk/>
            <pc:sldMk cId="485898325" sldId="278"/>
            <ac:spMk id="5127" creationId="{368A5362-EC3B-4BE3-804B-E6B289AF8A36}"/>
          </ac:spMkLst>
        </pc:spChg>
        <pc:spChg chg="add">
          <ac:chgData name="Haskell, JT" userId="43ae342c-01b7-44d1-9e4c-5ccd6bbabb0e" providerId="ADAL" clId="{8D8D9FCC-C03A-4C49-90E0-0AE8F379FE7D}" dt="2025-05-30T02:42:26.494" v="2137" actId="26606"/>
          <ac:spMkLst>
            <pc:docMk/>
            <pc:sldMk cId="485898325" sldId="278"/>
            <ac:spMk id="5129" creationId="{1D37744E-F5F6-4ED5-9F5F-21183A8FE771}"/>
          </ac:spMkLst>
        </pc:spChg>
        <pc:spChg chg="add">
          <ac:chgData name="Haskell, JT" userId="43ae342c-01b7-44d1-9e4c-5ccd6bbabb0e" providerId="ADAL" clId="{8D8D9FCC-C03A-4C49-90E0-0AE8F379FE7D}" dt="2025-05-30T02:42:26.494" v="2137" actId="26606"/>
          <ac:spMkLst>
            <pc:docMk/>
            <pc:sldMk cId="485898325" sldId="278"/>
            <ac:spMk id="5133" creationId="{0BCB6D3E-2815-49BC-A13F-4EFD1750965D}"/>
          </ac:spMkLst>
        </pc:spChg>
        <pc:spChg chg="add">
          <ac:chgData name="Haskell, JT" userId="43ae342c-01b7-44d1-9e4c-5ccd6bbabb0e" providerId="ADAL" clId="{8D8D9FCC-C03A-4C49-90E0-0AE8F379FE7D}" dt="2025-05-30T02:42:26.494" v="2137" actId="26606"/>
          <ac:spMkLst>
            <pc:docMk/>
            <pc:sldMk cId="485898325" sldId="278"/>
            <ac:spMk id="5135" creationId="{C77A9593-26A9-4234-8351-9339ABF91361}"/>
          </ac:spMkLst>
        </pc:spChg>
        <pc:spChg chg="add">
          <ac:chgData name="Haskell, JT" userId="43ae342c-01b7-44d1-9e4c-5ccd6bbabb0e" providerId="ADAL" clId="{8D8D9FCC-C03A-4C49-90E0-0AE8F379FE7D}" dt="2025-05-30T02:42:26.494" v="2137" actId="26606"/>
          <ac:spMkLst>
            <pc:docMk/>
            <pc:sldMk cId="485898325" sldId="278"/>
            <ac:spMk id="5139" creationId="{7723AC0F-348F-4B67-BAC9-F3049BD209A9}"/>
          </ac:spMkLst>
        </pc:spChg>
        <pc:picChg chg="add mod">
          <ac:chgData name="Haskell, JT" userId="43ae342c-01b7-44d1-9e4c-5ccd6bbabb0e" providerId="ADAL" clId="{8D8D9FCC-C03A-4C49-90E0-0AE8F379FE7D}" dt="2025-05-30T02:42:26.494" v="2137" actId="26606"/>
          <ac:picMkLst>
            <pc:docMk/>
            <pc:sldMk cId="485898325" sldId="278"/>
            <ac:picMk id="5122" creationId="{CC37D9FC-09AF-75AF-11C3-2832169829FE}"/>
          </ac:picMkLst>
        </pc:picChg>
        <pc:cxnChg chg="add">
          <ac:chgData name="Haskell, JT" userId="43ae342c-01b7-44d1-9e4c-5ccd6bbabb0e" providerId="ADAL" clId="{8D8D9FCC-C03A-4C49-90E0-0AE8F379FE7D}" dt="2025-05-30T02:42:26.494" v="2137" actId="26606"/>
          <ac:cxnSpMkLst>
            <pc:docMk/>
            <pc:sldMk cId="485898325" sldId="278"/>
            <ac:cxnSpMk id="5131" creationId="{DD9D7C55-D0C1-4B48-ADC5-A9E322B19608}"/>
          </ac:cxnSpMkLst>
        </pc:cxnChg>
        <pc:cxnChg chg="add">
          <ac:chgData name="Haskell, JT" userId="43ae342c-01b7-44d1-9e4c-5ccd6bbabb0e" providerId="ADAL" clId="{8D8D9FCC-C03A-4C49-90E0-0AE8F379FE7D}" dt="2025-05-30T02:42:26.494" v="2137" actId="26606"/>
          <ac:cxnSpMkLst>
            <pc:docMk/>
            <pc:sldMk cId="485898325" sldId="278"/>
            <ac:cxnSpMk id="5137" creationId="{6E1AD3BD-190E-448E-9100-7E7AAB9BB996}"/>
          </ac:cxnSpMkLst>
        </pc:cxnChg>
      </pc:sldChg>
      <pc:sldChg chg="addSp delSp modSp new mod setBg">
        <pc:chgData name="Haskell, JT" userId="43ae342c-01b7-44d1-9e4c-5ccd6bbabb0e" providerId="ADAL" clId="{8D8D9FCC-C03A-4C49-90E0-0AE8F379FE7D}" dt="2025-05-30T02:52:15.314" v="3084" actId="26606"/>
        <pc:sldMkLst>
          <pc:docMk/>
          <pc:sldMk cId="3032442767" sldId="279"/>
        </pc:sldMkLst>
        <pc:spChg chg="mod">
          <ac:chgData name="Haskell, JT" userId="43ae342c-01b7-44d1-9e4c-5ccd6bbabb0e" providerId="ADAL" clId="{8D8D9FCC-C03A-4C49-90E0-0AE8F379FE7D}" dt="2025-05-30T02:52:15.314" v="3084" actId="26606"/>
          <ac:spMkLst>
            <pc:docMk/>
            <pc:sldMk cId="3032442767" sldId="279"/>
            <ac:spMk id="2" creationId="{ADB47E1E-E092-6FC7-3333-41E19839F855}"/>
          </ac:spMkLst>
        </pc:spChg>
        <pc:spChg chg="del mod">
          <ac:chgData name="Haskell, JT" userId="43ae342c-01b7-44d1-9e4c-5ccd6bbabb0e" providerId="ADAL" clId="{8D8D9FCC-C03A-4C49-90E0-0AE8F379FE7D}" dt="2025-05-30T02:52:15.314" v="3084" actId="26606"/>
          <ac:spMkLst>
            <pc:docMk/>
            <pc:sldMk cId="3032442767" sldId="279"/>
            <ac:spMk id="3" creationId="{7FB5CCA9-6604-E227-9CE3-26D43CE5FA49}"/>
          </ac:spMkLst>
        </pc:spChg>
        <pc:graphicFrameChg chg="add">
          <ac:chgData name="Haskell, JT" userId="43ae342c-01b7-44d1-9e4c-5ccd6bbabb0e" providerId="ADAL" clId="{8D8D9FCC-C03A-4C49-90E0-0AE8F379FE7D}" dt="2025-05-30T02:52:15.314" v="3084" actId="26606"/>
          <ac:graphicFrameMkLst>
            <pc:docMk/>
            <pc:sldMk cId="3032442767" sldId="279"/>
            <ac:graphicFrameMk id="5" creationId="{C191A133-D574-A95D-98AB-0059078F095B}"/>
          </ac:graphicFrameMkLst>
        </pc:graphicFrameChg>
      </pc:sldChg>
      <pc:sldChg chg="addSp delSp modSp new mod setBg modClrScheme chgLayout">
        <pc:chgData name="Haskell, JT" userId="43ae342c-01b7-44d1-9e4c-5ccd6bbabb0e" providerId="ADAL" clId="{8D8D9FCC-C03A-4C49-90E0-0AE8F379FE7D}" dt="2025-05-30T02:58:19.696" v="3538" actId="26606"/>
        <pc:sldMkLst>
          <pc:docMk/>
          <pc:sldMk cId="95127980" sldId="280"/>
        </pc:sldMkLst>
        <pc:spChg chg="mod ord">
          <ac:chgData name="Haskell, JT" userId="43ae342c-01b7-44d1-9e4c-5ccd6bbabb0e" providerId="ADAL" clId="{8D8D9FCC-C03A-4C49-90E0-0AE8F379FE7D}" dt="2025-05-30T02:58:19.696" v="3538" actId="26606"/>
          <ac:spMkLst>
            <pc:docMk/>
            <pc:sldMk cId="95127980" sldId="280"/>
            <ac:spMk id="2" creationId="{8A63D2B3-18DC-6165-CFC5-FFC10B2D43CA}"/>
          </ac:spMkLst>
        </pc:spChg>
        <pc:spChg chg="mod ord">
          <ac:chgData name="Haskell, JT" userId="43ae342c-01b7-44d1-9e4c-5ccd6bbabb0e" providerId="ADAL" clId="{8D8D9FCC-C03A-4C49-90E0-0AE8F379FE7D}" dt="2025-05-30T02:58:19.696" v="3538" actId="26606"/>
          <ac:spMkLst>
            <pc:docMk/>
            <pc:sldMk cId="95127980" sldId="280"/>
            <ac:spMk id="3" creationId="{16166B8E-10EE-F764-BD64-D0CA83C9605E}"/>
          </ac:spMkLst>
        </pc:spChg>
        <pc:spChg chg="add del mod ord">
          <ac:chgData name="Haskell, JT" userId="43ae342c-01b7-44d1-9e4c-5ccd6bbabb0e" providerId="ADAL" clId="{8D8D9FCC-C03A-4C49-90E0-0AE8F379FE7D}" dt="2025-05-30T02:58:17.036" v="3537"/>
          <ac:spMkLst>
            <pc:docMk/>
            <pc:sldMk cId="95127980" sldId="280"/>
            <ac:spMk id="4" creationId="{FBA7F8D0-D474-F64F-B77E-F786A74D147E}"/>
          </ac:spMkLst>
        </pc:spChg>
        <pc:spChg chg="add">
          <ac:chgData name="Haskell, JT" userId="43ae342c-01b7-44d1-9e4c-5ccd6bbabb0e" providerId="ADAL" clId="{8D8D9FCC-C03A-4C49-90E0-0AE8F379FE7D}" dt="2025-05-30T02:58:19.696" v="3538" actId="26606"/>
          <ac:spMkLst>
            <pc:docMk/>
            <pc:sldMk cId="95127980" sldId="280"/>
            <ac:spMk id="14343" creationId="{368A5362-EC3B-4BE3-804B-E6B289AF8A36}"/>
          </ac:spMkLst>
        </pc:spChg>
        <pc:picChg chg="add mod">
          <ac:chgData name="Haskell, JT" userId="43ae342c-01b7-44d1-9e4c-5ccd6bbabb0e" providerId="ADAL" clId="{8D8D9FCC-C03A-4C49-90E0-0AE8F379FE7D}" dt="2025-05-30T02:58:19.696" v="3538" actId="26606"/>
          <ac:picMkLst>
            <pc:docMk/>
            <pc:sldMk cId="95127980" sldId="280"/>
            <ac:picMk id="14338" creationId="{B6351C2E-E0C0-D3E6-70A6-B4A77E40A1D9}"/>
          </ac:picMkLst>
        </pc:picChg>
      </pc:sldChg>
      <pc:sldChg chg="addSp delSp modSp new mod setBg modClrScheme chgLayout">
        <pc:chgData name="Haskell, JT" userId="43ae342c-01b7-44d1-9e4c-5ccd6bbabb0e" providerId="ADAL" clId="{8D8D9FCC-C03A-4C49-90E0-0AE8F379FE7D}" dt="2025-05-30T02:58:46.428" v="3542" actId="1076"/>
        <pc:sldMkLst>
          <pc:docMk/>
          <pc:sldMk cId="1782288687" sldId="281"/>
        </pc:sldMkLst>
        <pc:spChg chg="mod ord">
          <ac:chgData name="Haskell, JT" userId="43ae342c-01b7-44d1-9e4c-5ccd6bbabb0e" providerId="ADAL" clId="{8D8D9FCC-C03A-4C49-90E0-0AE8F379FE7D}" dt="2025-05-30T02:58:37.087" v="3540" actId="26606"/>
          <ac:spMkLst>
            <pc:docMk/>
            <pc:sldMk cId="1782288687" sldId="281"/>
            <ac:spMk id="2" creationId="{68C0B6AC-F670-54C1-3EAC-F97578787E56}"/>
          </ac:spMkLst>
        </pc:spChg>
        <pc:spChg chg="mod ord">
          <ac:chgData name="Haskell, JT" userId="43ae342c-01b7-44d1-9e4c-5ccd6bbabb0e" providerId="ADAL" clId="{8D8D9FCC-C03A-4C49-90E0-0AE8F379FE7D}" dt="2025-05-30T02:58:37.087" v="3540" actId="26606"/>
          <ac:spMkLst>
            <pc:docMk/>
            <pc:sldMk cId="1782288687" sldId="281"/>
            <ac:spMk id="3" creationId="{7D8756F5-EB42-073C-44F7-7A4C68E870AD}"/>
          </ac:spMkLst>
        </pc:spChg>
        <pc:spChg chg="add del mod ord">
          <ac:chgData name="Haskell, JT" userId="43ae342c-01b7-44d1-9e4c-5ccd6bbabb0e" providerId="ADAL" clId="{8D8D9FCC-C03A-4C49-90E0-0AE8F379FE7D}" dt="2025-05-30T02:58:35.269" v="3539"/>
          <ac:spMkLst>
            <pc:docMk/>
            <pc:sldMk cId="1782288687" sldId="281"/>
            <ac:spMk id="4" creationId="{2919BCDF-3C66-7B4C-4AC3-0EF0C0EF6FA7}"/>
          </ac:spMkLst>
        </pc:spChg>
        <pc:spChg chg="add">
          <ac:chgData name="Haskell, JT" userId="43ae342c-01b7-44d1-9e4c-5ccd6bbabb0e" providerId="ADAL" clId="{8D8D9FCC-C03A-4C49-90E0-0AE8F379FE7D}" dt="2025-05-30T02:58:37.087" v="3540" actId="26606"/>
          <ac:spMkLst>
            <pc:docMk/>
            <pc:sldMk cId="1782288687" sldId="281"/>
            <ac:spMk id="15367" creationId="{368A5362-EC3B-4BE3-804B-E6B289AF8A36}"/>
          </ac:spMkLst>
        </pc:spChg>
        <pc:picChg chg="add mod">
          <ac:chgData name="Haskell, JT" userId="43ae342c-01b7-44d1-9e4c-5ccd6bbabb0e" providerId="ADAL" clId="{8D8D9FCC-C03A-4C49-90E0-0AE8F379FE7D}" dt="2025-05-30T02:58:46.428" v="3542" actId="1076"/>
          <ac:picMkLst>
            <pc:docMk/>
            <pc:sldMk cId="1782288687" sldId="281"/>
            <ac:picMk id="15362" creationId="{980086C3-A877-91C1-5137-4B01BE143EA1}"/>
          </ac:picMkLst>
        </pc:picChg>
      </pc:sldChg>
      <pc:sldChg chg="addSp delSp modSp new mod setBg modClrScheme chgLayout">
        <pc:chgData name="Haskell, JT" userId="43ae342c-01b7-44d1-9e4c-5ccd6bbabb0e" providerId="ADAL" clId="{8D8D9FCC-C03A-4C49-90E0-0AE8F379FE7D}" dt="2025-05-30T03:00:02.632" v="3647" actId="20577"/>
        <pc:sldMkLst>
          <pc:docMk/>
          <pc:sldMk cId="440707500" sldId="282"/>
        </pc:sldMkLst>
        <pc:spChg chg="mod ord">
          <ac:chgData name="Haskell, JT" userId="43ae342c-01b7-44d1-9e4c-5ccd6bbabb0e" providerId="ADAL" clId="{8D8D9FCC-C03A-4C49-90E0-0AE8F379FE7D}" dt="2025-05-30T02:59:54.433" v="3646" actId="26606"/>
          <ac:spMkLst>
            <pc:docMk/>
            <pc:sldMk cId="440707500" sldId="282"/>
            <ac:spMk id="2" creationId="{3F52311B-C801-EEED-4A94-AE8F28317FAB}"/>
          </ac:spMkLst>
        </pc:spChg>
        <pc:spChg chg="del mod ord">
          <ac:chgData name="Haskell, JT" userId="43ae342c-01b7-44d1-9e4c-5ccd6bbabb0e" providerId="ADAL" clId="{8D8D9FCC-C03A-4C49-90E0-0AE8F379FE7D}" dt="2025-05-30T02:58:58.246" v="3543" actId="700"/>
          <ac:spMkLst>
            <pc:docMk/>
            <pc:sldMk cId="440707500" sldId="282"/>
            <ac:spMk id="3" creationId="{B91F1124-56F1-608A-0F74-40AE553B6F97}"/>
          </ac:spMkLst>
        </pc:spChg>
        <pc:spChg chg="add mod ord">
          <ac:chgData name="Haskell, JT" userId="43ae342c-01b7-44d1-9e4c-5ccd6bbabb0e" providerId="ADAL" clId="{8D8D9FCC-C03A-4C49-90E0-0AE8F379FE7D}" dt="2025-05-30T03:00:02.632" v="3647" actId="20577"/>
          <ac:spMkLst>
            <pc:docMk/>
            <pc:sldMk cId="440707500" sldId="282"/>
            <ac:spMk id="4" creationId="{B5694A7E-1168-9E2C-DD27-39844FC034AA}"/>
          </ac:spMkLst>
        </pc:spChg>
        <pc:spChg chg="add del mod ord">
          <ac:chgData name="Haskell, JT" userId="43ae342c-01b7-44d1-9e4c-5ccd6bbabb0e" providerId="ADAL" clId="{8D8D9FCC-C03A-4C49-90E0-0AE8F379FE7D}" dt="2025-05-30T02:59:14.628" v="3544"/>
          <ac:spMkLst>
            <pc:docMk/>
            <pc:sldMk cId="440707500" sldId="282"/>
            <ac:spMk id="5" creationId="{E4A38366-1222-B4CD-B9FC-AF909C4D601C}"/>
          </ac:spMkLst>
        </pc:spChg>
        <pc:spChg chg="add">
          <ac:chgData name="Haskell, JT" userId="43ae342c-01b7-44d1-9e4c-5ccd6bbabb0e" providerId="ADAL" clId="{8D8D9FCC-C03A-4C49-90E0-0AE8F379FE7D}" dt="2025-05-30T02:59:54.433" v="3646" actId="26606"/>
          <ac:spMkLst>
            <pc:docMk/>
            <pc:sldMk cId="440707500" sldId="282"/>
            <ac:spMk id="16391" creationId="{368A5362-EC3B-4BE3-804B-E6B289AF8A36}"/>
          </ac:spMkLst>
        </pc:spChg>
        <pc:picChg chg="add mod">
          <ac:chgData name="Haskell, JT" userId="43ae342c-01b7-44d1-9e4c-5ccd6bbabb0e" providerId="ADAL" clId="{8D8D9FCC-C03A-4C49-90E0-0AE8F379FE7D}" dt="2025-05-30T02:59:54.433" v="3646" actId="26606"/>
          <ac:picMkLst>
            <pc:docMk/>
            <pc:sldMk cId="440707500" sldId="282"/>
            <ac:picMk id="16386" creationId="{1A299BD0-54FA-F25B-2DED-A40D49510C7B}"/>
          </ac:picMkLst>
        </pc:picChg>
      </pc:sldChg>
      <pc:sldChg chg="addSp delSp modSp new mod modClrScheme chgLayout">
        <pc:chgData name="Haskell, JT" userId="43ae342c-01b7-44d1-9e4c-5ccd6bbabb0e" providerId="ADAL" clId="{8D8D9FCC-C03A-4C49-90E0-0AE8F379FE7D}" dt="2025-05-30T02:44:01.151" v="2311" actId="20577"/>
        <pc:sldMkLst>
          <pc:docMk/>
          <pc:sldMk cId="2823203343" sldId="283"/>
        </pc:sldMkLst>
        <pc:spChg chg="mod ord">
          <ac:chgData name="Haskell, JT" userId="43ae342c-01b7-44d1-9e4c-5ccd6bbabb0e" providerId="ADAL" clId="{8D8D9FCC-C03A-4C49-90E0-0AE8F379FE7D}" dt="2025-05-30T02:42:54.366" v="2138" actId="700"/>
          <ac:spMkLst>
            <pc:docMk/>
            <pc:sldMk cId="2823203343" sldId="283"/>
            <ac:spMk id="2" creationId="{950ACD98-2B58-1A21-353C-3E8531B58293}"/>
          </ac:spMkLst>
        </pc:spChg>
        <pc:spChg chg="del mod ord">
          <ac:chgData name="Haskell, JT" userId="43ae342c-01b7-44d1-9e4c-5ccd6bbabb0e" providerId="ADAL" clId="{8D8D9FCC-C03A-4C49-90E0-0AE8F379FE7D}" dt="2025-05-30T02:42:54.366" v="2138" actId="700"/>
          <ac:spMkLst>
            <pc:docMk/>
            <pc:sldMk cId="2823203343" sldId="283"/>
            <ac:spMk id="3" creationId="{DD8D43D6-F4C2-2855-940F-FE38BC6CC45D}"/>
          </ac:spMkLst>
        </pc:spChg>
        <pc:spChg chg="add mod ord">
          <ac:chgData name="Haskell, JT" userId="43ae342c-01b7-44d1-9e4c-5ccd6bbabb0e" providerId="ADAL" clId="{8D8D9FCC-C03A-4C49-90E0-0AE8F379FE7D}" dt="2025-05-30T02:44:01.151" v="2311" actId="20577"/>
          <ac:spMkLst>
            <pc:docMk/>
            <pc:sldMk cId="2823203343" sldId="283"/>
            <ac:spMk id="4" creationId="{7F88A552-D96A-44C6-CC45-E60446E1C87A}"/>
          </ac:spMkLst>
        </pc:spChg>
        <pc:spChg chg="add del mod ord">
          <ac:chgData name="Haskell, JT" userId="43ae342c-01b7-44d1-9e4c-5ccd6bbabb0e" providerId="ADAL" clId="{8D8D9FCC-C03A-4C49-90E0-0AE8F379FE7D}" dt="2025-05-30T02:42:56.299" v="2139"/>
          <ac:spMkLst>
            <pc:docMk/>
            <pc:sldMk cId="2823203343" sldId="283"/>
            <ac:spMk id="5" creationId="{A01E337C-2EC8-8784-D6A1-56157D87DC76}"/>
          </ac:spMkLst>
        </pc:spChg>
        <pc:picChg chg="add mod">
          <ac:chgData name="Haskell, JT" userId="43ae342c-01b7-44d1-9e4c-5ccd6bbabb0e" providerId="ADAL" clId="{8D8D9FCC-C03A-4C49-90E0-0AE8F379FE7D}" dt="2025-05-30T02:42:56.299" v="2139"/>
          <ac:picMkLst>
            <pc:docMk/>
            <pc:sldMk cId="2823203343" sldId="283"/>
            <ac:picMk id="6146" creationId="{43E4198C-038E-E2E3-2B6C-388E4E2A77CE}"/>
          </ac:picMkLst>
        </pc:picChg>
      </pc:sldChg>
      <pc:sldChg chg="addSp delSp modSp new mod modClrScheme chgLayout">
        <pc:chgData name="Haskell, JT" userId="43ae342c-01b7-44d1-9e4c-5ccd6bbabb0e" providerId="ADAL" clId="{8D8D9FCC-C03A-4C49-90E0-0AE8F379FE7D}" dt="2025-05-30T02:45:33.537" v="2457" actId="20577"/>
        <pc:sldMkLst>
          <pc:docMk/>
          <pc:sldMk cId="2865817519" sldId="284"/>
        </pc:sldMkLst>
        <pc:spChg chg="mod ord">
          <ac:chgData name="Haskell, JT" userId="43ae342c-01b7-44d1-9e4c-5ccd6bbabb0e" providerId="ADAL" clId="{8D8D9FCC-C03A-4C49-90E0-0AE8F379FE7D}" dt="2025-05-30T02:44:36.281" v="2312" actId="700"/>
          <ac:spMkLst>
            <pc:docMk/>
            <pc:sldMk cId="2865817519" sldId="284"/>
            <ac:spMk id="2" creationId="{265A5D9C-64C3-27F5-690F-F6B3106E2F62}"/>
          </ac:spMkLst>
        </pc:spChg>
        <pc:spChg chg="del mod ord">
          <ac:chgData name="Haskell, JT" userId="43ae342c-01b7-44d1-9e4c-5ccd6bbabb0e" providerId="ADAL" clId="{8D8D9FCC-C03A-4C49-90E0-0AE8F379FE7D}" dt="2025-05-30T02:44:36.281" v="2312" actId="700"/>
          <ac:spMkLst>
            <pc:docMk/>
            <pc:sldMk cId="2865817519" sldId="284"/>
            <ac:spMk id="3" creationId="{432758C5-C9E0-8E57-57A9-771EC3315672}"/>
          </ac:spMkLst>
        </pc:spChg>
        <pc:spChg chg="add mod ord">
          <ac:chgData name="Haskell, JT" userId="43ae342c-01b7-44d1-9e4c-5ccd6bbabb0e" providerId="ADAL" clId="{8D8D9FCC-C03A-4C49-90E0-0AE8F379FE7D}" dt="2025-05-30T02:45:33.537" v="2457" actId="20577"/>
          <ac:spMkLst>
            <pc:docMk/>
            <pc:sldMk cId="2865817519" sldId="284"/>
            <ac:spMk id="4" creationId="{5CC44E19-C13A-C85D-12AE-B29D2EB9DF8B}"/>
          </ac:spMkLst>
        </pc:spChg>
        <pc:spChg chg="add del mod ord">
          <ac:chgData name="Haskell, JT" userId="43ae342c-01b7-44d1-9e4c-5ccd6bbabb0e" providerId="ADAL" clId="{8D8D9FCC-C03A-4C49-90E0-0AE8F379FE7D}" dt="2025-05-30T02:44:37.863" v="2313"/>
          <ac:spMkLst>
            <pc:docMk/>
            <pc:sldMk cId="2865817519" sldId="284"/>
            <ac:spMk id="5" creationId="{48B0E50F-D69F-B4BF-1549-992934F0B1F6}"/>
          </ac:spMkLst>
        </pc:spChg>
        <pc:picChg chg="add mod">
          <ac:chgData name="Haskell, JT" userId="43ae342c-01b7-44d1-9e4c-5ccd6bbabb0e" providerId="ADAL" clId="{8D8D9FCC-C03A-4C49-90E0-0AE8F379FE7D}" dt="2025-05-30T02:44:37.863" v="2313"/>
          <ac:picMkLst>
            <pc:docMk/>
            <pc:sldMk cId="2865817519" sldId="284"/>
            <ac:picMk id="7170" creationId="{85A204FE-E092-9BFC-B548-6C242C74D7CB}"/>
          </ac:picMkLst>
        </pc:picChg>
      </pc:sldChg>
      <pc:sldChg chg="addSp delSp modSp new mod setBg modClrScheme chgLayout">
        <pc:chgData name="Haskell, JT" userId="43ae342c-01b7-44d1-9e4c-5ccd6bbabb0e" providerId="ADAL" clId="{8D8D9FCC-C03A-4C49-90E0-0AE8F379FE7D}" dt="2025-05-30T02:47:39.346" v="2634" actId="26606"/>
        <pc:sldMkLst>
          <pc:docMk/>
          <pc:sldMk cId="3817121682" sldId="285"/>
        </pc:sldMkLst>
        <pc:spChg chg="mod ord">
          <ac:chgData name="Haskell, JT" userId="43ae342c-01b7-44d1-9e4c-5ccd6bbabb0e" providerId="ADAL" clId="{8D8D9FCC-C03A-4C49-90E0-0AE8F379FE7D}" dt="2025-05-30T02:47:39.346" v="2634" actId="26606"/>
          <ac:spMkLst>
            <pc:docMk/>
            <pc:sldMk cId="3817121682" sldId="285"/>
            <ac:spMk id="2" creationId="{399B5C49-AADF-6410-F911-89F574E13DFD}"/>
          </ac:spMkLst>
        </pc:spChg>
        <pc:spChg chg="del mod ord">
          <ac:chgData name="Haskell, JT" userId="43ae342c-01b7-44d1-9e4c-5ccd6bbabb0e" providerId="ADAL" clId="{8D8D9FCC-C03A-4C49-90E0-0AE8F379FE7D}" dt="2025-05-30T02:46:19.660" v="2458" actId="700"/>
          <ac:spMkLst>
            <pc:docMk/>
            <pc:sldMk cId="3817121682" sldId="285"/>
            <ac:spMk id="3" creationId="{395944D7-CBB3-4C83-59EB-528787F67D0B}"/>
          </ac:spMkLst>
        </pc:spChg>
        <pc:spChg chg="add mod ord">
          <ac:chgData name="Haskell, JT" userId="43ae342c-01b7-44d1-9e4c-5ccd6bbabb0e" providerId="ADAL" clId="{8D8D9FCC-C03A-4C49-90E0-0AE8F379FE7D}" dt="2025-05-30T02:47:39.346" v="2634" actId="26606"/>
          <ac:spMkLst>
            <pc:docMk/>
            <pc:sldMk cId="3817121682" sldId="285"/>
            <ac:spMk id="4" creationId="{53EDCE72-9D47-C231-8044-BCE0E1F037C4}"/>
          </ac:spMkLst>
        </pc:spChg>
        <pc:spChg chg="add del mod ord">
          <ac:chgData name="Haskell, JT" userId="43ae342c-01b7-44d1-9e4c-5ccd6bbabb0e" providerId="ADAL" clId="{8D8D9FCC-C03A-4C49-90E0-0AE8F379FE7D}" dt="2025-05-30T02:46:21.113" v="2459"/>
          <ac:spMkLst>
            <pc:docMk/>
            <pc:sldMk cId="3817121682" sldId="285"/>
            <ac:spMk id="5" creationId="{A8EDD39C-B433-C63E-C496-F617001B95F9}"/>
          </ac:spMkLst>
        </pc:spChg>
        <pc:spChg chg="add">
          <ac:chgData name="Haskell, JT" userId="43ae342c-01b7-44d1-9e4c-5ccd6bbabb0e" providerId="ADAL" clId="{8D8D9FCC-C03A-4C49-90E0-0AE8F379FE7D}" dt="2025-05-30T02:47:39.346" v="2634" actId="26606"/>
          <ac:spMkLst>
            <pc:docMk/>
            <pc:sldMk cId="3817121682" sldId="285"/>
            <ac:spMk id="8199" creationId="{368A5362-EC3B-4BE3-804B-E6B289AF8A36}"/>
          </ac:spMkLst>
        </pc:spChg>
        <pc:picChg chg="add mod">
          <ac:chgData name="Haskell, JT" userId="43ae342c-01b7-44d1-9e4c-5ccd6bbabb0e" providerId="ADAL" clId="{8D8D9FCC-C03A-4C49-90E0-0AE8F379FE7D}" dt="2025-05-30T02:47:39.346" v="2634" actId="26606"/>
          <ac:picMkLst>
            <pc:docMk/>
            <pc:sldMk cId="3817121682" sldId="285"/>
            <ac:picMk id="8194" creationId="{F6D58384-B5E1-DA2F-BB3D-C27F42CAB05C}"/>
          </ac:picMkLst>
        </pc:picChg>
      </pc:sldChg>
      <pc:sldChg chg="addSp delSp modSp new mod setBg modClrScheme chgLayout">
        <pc:chgData name="Haskell, JT" userId="43ae342c-01b7-44d1-9e4c-5ccd6bbabb0e" providerId="ADAL" clId="{8D8D9FCC-C03A-4C49-90E0-0AE8F379FE7D}" dt="2025-05-30T02:48:46.898" v="2742" actId="26606"/>
        <pc:sldMkLst>
          <pc:docMk/>
          <pc:sldMk cId="1878860242" sldId="286"/>
        </pc:sldMkLst>
        <pc:spChg chg="mod ord">
          <ac:chgData name="Haskell, JT" userId="43ae342c-01b7-44d1-9e4c-5ccd6bbabb0e" providerId="ADAL" clId="{8D8D9FCC-C03A-4C49-90E0-0AE8F379FE7D}" dt="2025-05-30T02:48:46.898" v="2742" actId="26606"/>
          <ac:spMkLst>
            <pc:docMk/>
            <pc:sldMk cId="1878860242" sldId="286"/>
            <ac:spMk id="2" creationId="{4CC4A35C-B4BB-7AE8-D445-8EC470724498}"/>
          </ac:spMkLst>
        </pc:spChg>
        <pc:spChg chg="mod ord">
          <ac:chgData name="Haskell, JT" userId="43ae342c-01b7-44d1-9e4c-5ccd6bbabb0e" providerId="ADAL" clId="{8D8D9FCC-C03A-4C49-90E0-0AE8F379FE7D}" dt="2025-05-30T02:48:46.898" v="2742" actId="26606"/>
          <ac:spMkLst>
            <pc:docMk/>
            <pc:sldMk cId="1878860242" sldId="286"/>
            <ac:spMk id="3" creationId="{CF3D9D07-E345-7EAF-127B-CAAE7C17547C}"/>
          </ac:spMkLst>
        </pc:spChg>
        <pc:spChg chg="add del mod ord">
          <ac:chgData name="Haskell, JT" userId="43ae342c-01b7-44d1-9e4c-5ccd6bbabb0e" providerId="ADAL" clId="{8D8D9FCC-C03A-4C49-90E0-0AE8F379FE7D}" dt="2025-05-30T02:48:43.822" v="2741"/>
          <ac:spMkLst>
            <pc:docMk/>
            <pc:sldMk cId="1878860242" sldId="286"/>
            <ac:spMk id="4" creationId="{CEB97BC6-338C-73DE-F3F5-A92E1AC0180D}"/>
          </ac:spMkLst>
        </pc:spChg>
        <pc:spChg chg="add mod">
          <ac:chgData name="Haskell, JT" userId="43ae342c-01b7-44d1-9e4c-5ccd6bbabb0e" providerId="ADAL" clId="{8D8D9FCC-C03A-4C49-90E0-0AE8F379FE7D}" dt="2025-05-30T02:48:37.894" v="2740"/>
          <ac:spMkLst>
            <pc:docMk/>
            <pc:sldMk cId="1878860242" sldId="286"/>
            <ac:spMk id="5" creationId="{2311D514-362B-5094-78BC-948555EBFFD5}"/>
          </ac:spMkLst>
        </pc:spChg>
        <pc:spChg chg="add">
          <ac:chgData name="Haskell, JT" userId="43ae342c-01b7-44d1-9e4c-5ccd6bbabb0e" providerId="ADAL" clId="{8D8D9FCC-C03A-4C49-90E0-0AE8F379FE7D}" dt="2025-05-30T02:48:46.898" v="2742" actId="26606"/>
          <ac:spMkLst>
            <pc:docMk/>
            <pc:sldMk cId="1878860242" sldId="286"/>
            <ac:spMk id="9225" creationId="{368A5362-EC3B-4BE3-804B-E6B289AF8A36}"/>
          </ac:spMkLst>
        </pc:spChg>
        <pc:picChg chg="add mod">
          <ac:chgData name="Haskell, JT" userId="43ae342c-01b7-44d1-9e4c-5ccd6bbabb0e" providerId="ADAL" clId="{8D8D9FCC-C03A-4C49-90E0-0AE8F379FE7D}" dt="2025-05-30T02:48:46.898" v="2742" actId="26606"/>
          <ac:picMkLst>
            <pc:docMk/>
            <pc:sldMk cId="1878860242" sldId="286"/>
            <ac:picMk id="9220" creationId="{4376F869-31FD-93B6-5FBD-A576592CB500}"/>
          </ac:picMkLst>
        </pc:picChg>
      </pc:sldChg>
      <pc:sldChg chg="addSp delSp modSp new mod setBg modClrScheme chgLayout">
        <pc:chgData name="Haskell, JT" userId="43ae342c-01b7-44d1-9e4c-5ccd6bbabb0e" providerId="ADAL" clId="{8D8D9FCC-C03A-4C49-90E0-0AE8F379FE7D}" dt="2025-05-30T02:50:04.215" v="2880" actId="26606"/>
        <pc:sldMkLst>
          <pc:docMk/>
          <pc:sldMk cId="323178304" sldId="287"/>
        </pc:sldMkLst>
        <pc:spChg chg="mod ord">
          <ac:chgData name="Haskell, JT" userId="43ae342c-01b7-44d1-9e4c-5ccd6bbabb0e" providerId="ADAL" clId="{8D8D9FCC-C03A-4C49-90E0-0AE8F379FE7D}" dt="2025-05-30T02:50:04.215" v="2880" actId="26606"/>
          <ac:spMkLst>
            <pc:docMk/>
            <pc:sldMk cId="323178304" sldId="287"/>
            <ac:spMk id="2" creationId="{2E465BD4-7529-6D23-69EF-920B431FEA3F}"/>
          </ac:spMkLst>
        </pc:spChg>
        <pc:spChg chg="mod ord">
          <ac:chgData name="Haskell, JT" userId="43ae342c-01b7-44d1-9e4c-5ccd6bbabb0e" providerId="ADAL" clId="{8D8D9FCC-C03A-4C49-90E0-0AE8F379FE7D}" dt="2025-05-30T02:50:04.215" v="2880" actId="26606"/>
          <ac:spMkLst>
            <pc:docMk/>
            <pc:sldMk cId="323178304" sldId="287"/>
            <ac:spMk id="3" creationId="{21E1BF4F-305E-1438-4B46-38D2FCB24780}"/>
          </ac:spMkLst>
        </pc:spChg>
        <pc:spChg chg="add del mod ord">
          <ac:chgData name="Haskell, JT" userId="43ae342c-01b7-44d1-9e4c-5ccd6bbabb0e" providerId="ADAL" clId="{8D8D9FCC-C03A-4C49-90E0-0AE8F379FE7D}" dt="2025-05-30T02:50:01.401" v="2879"/>
          <ac:spMkLst>
            <pc:docMk/>
            <pc:sldMk cId="323178304" sldId="287"/>
            <ac:spMk id="4" creationId="{9169540A-6521-3AB8-0858-5C1571604D16}"/>
          </ac:spMkLst>
        </pc:spChg>
        <pc:spChg chg="add">
          <ac:chgData name="Haskell, JT" userId="43ae342c-01b7-44d1-9e4c-5ccd6bbabb0e" providerId="ADAL" clId="{8D8D9FCC-C03A-4C49-90E0-0AE8F379FE7D}" dt="2025-05-30T02:50:04.215" v="2880" actId="26606"/>
          <ac:spMkLst>
            <pc:docMk/>
            <pc:sldMk cId="323178304" sldId="287"/>
            <ac:spMk id="10247" creationId="{6C0DD7BF-8F3D-4D34-A37A-85563D3D62FF}"/>
          </ac:spMkLst>
        </pc:spChg>
        <pc:picChg chg="add mod">
          <ac:chgData name="Haskell, JT" userId="43ae342c-01b7-44d1-9e4c-5ccd6bbabb0e" providerId="ADAL" clId="{8D8D9FCC-C03A-4C49-90E0-0AE8F379FE7D}" dt="2025-05-30T02:50:04.215" v="2880" actId="26606"/>
          <ac:picMkLst>
            <pc:docMk/>
            <pc:sldMk cId="323178304" sldId="287"/>
            <ac:picMk id="10242" creationId="{994A5868-E812-6B21-EA9C-9A17161BF936}"/>
          </ac:picMkLst>
        </pc:picChg>
      </pc:sldChg>
      <pc:sldChg chg="addSp delSp modSp new mod setBg modClrScheme chgLayout">
        <pc:chgData name="Haskell, JT" userId="43ae342c-01b7-44d1-9e4c-5ccd6bbabb0e" providerId="ADAL" clId="{8D8D9FCC-C03A-4C49-90E0-0AE8F379FE7D}" dt="2025-05-30T02:52:01.639" v="3083" actId="26606"/>
        <pc:sldMkLst>
          <pc:docMk/>
          <pc:sldMk cId="1477510551" sldId="288"/>
        </pc:sldMkLst>
        <pc:spChg chg="mod ord">
          <ac:chgData name="Haskell, JT" userId="43ae342c-01b7-44d1-9e4c-5ccd6bbabb0e" providerId="ADAL" clId="{8D8D9FCC-C03A-4C49-90E0-0AE8F379FE7D}" dt="2025-05-30T02:52:01.639" v="3083" actId="26606"/>
          <ac:spMkLst>
            <pc:docMk/>
            <pc:sldMk cId="1477510551" sldId="288"/>
            <ac:spMk id="2" creationId="{E5423DAC-910E-C687-4F37-BCBBDE90AD10}"/>
          </ac:spMkLst>
        </pc:spChg>
        <pc:spChg chg="del mod ord">
          <ac:chgData name="Haskell, JT" userId="43ae342c-01b7-44d1-9e4c-5ccd6bbabb0e" providerId="ADAL" clId="{8D8D9FCC-C03A-4C49-90E0-0AE8F379FE7D}" dt="2025-05-30T02:51:22.269" v="2954" actId="700"/>
          <ac:spMkLst>
            <pc:docMk/>
            <pc:sldMk cId="1477510551" sldId="288"/>
            <ac:spMk id="3" creationId="{35A42068-6AA8-AABF-3C2F-B680E7715204}"/>
          </ac:spMkLst>
        </pc:spChg>
        <pc:spChg chg="add mod ord">
          <ac:chgData name="Haskell, JT" userId="43ae342c-01b7-44d1-9e4c-5ccd6bbabb0e" providerId="ADAL" clId="{8D8D9FCC-C03A-4C49-90E0-0AE8F379FE7D}" dt="2025-05-30T02:52:01.639" v="3083" actId="26606"/>
          <ac:spMkLst>
            <pc:docMk/>
            <pc:sldMk cId="1477510551" sldId="288"/>
            <ac:spMk id="4" creationId="{DA41C9B6-DA9D-7132-BE3B-0DD94EE5D494}"/>
          </ac:spMkLst>
        </pc:spChg>
        <pc:spChg chg="add del mod ord">
          <ac:chgData name="Haskell, JT" userId="43ae342c-01b7-44d1-9e4c-5ccd6bbabb0e" providerId="ADAL" clId="{8D8D9FCC-C03A-4C49-90E0-0AE8F379FE7D}" dt="2025-05-30T02:51:23.966" v="2955"/>
          <ac:spMkLst>
            <pc:docMk/>
            <pc:sldMk cId="1477510551" sldId="288"/>
            <ac:spMk id="5" creationId="{185AED38-3FDF-EF34-0E5B-0C253D822FCF}"/>
          </ac:spMkLst>
        </pc:spChg>
        <pc:spChg chg="add">
          <ac:chgData name="Haskell, JT" userId="43ae342c-01b7-44d1-9e4c-5ccd6bbabb0e" providerId="ADAL" clId="{8D8D9FCC-C03A-4C49-90E0-0AE8F379FE7D}" dt="2025-05-30T02:52:01.639" v="3083" actId="26606"/>
          <ac:spMkLst>
            <pc:docMk/>
            <pc:sldMk cId="1477510551" sldId="288"/>
            <ac:spMk id="11271" creationId="{6C0DD7BF-8F3D-4D34-A37A-85563D3D62FF}"/>
          </ac:spMkLst>
        </pc:spChg>
        <pc:picChg chg="add mod">
          <ac:chgData name="Haskell, JT" userId="43ae342c-01b7-44d1-9e4c-5ccd6bbabb0e" providerId="ADAL" clId="{8D8D9FCC-C03A-4C49-90E0-0AE8F379FE7D}" dt="2025-05-30T02:52:01.639" v="3083" actId="26606"/>
          <ac:picMkLst>
            <pc:docMk/>
            <pc:sldMk cId="1477510551" sldId="288"/>
            <ac:picMk id="11266" creationId="{AEA8E148-D2E2-3310-EB0F-5C9F56237E44}"/>
          </ac:picMkLst>
        </pc:picChg>
      </pc:sldChg>
      <pc:sldChg chg="addSp delSp modSp new mod setBg modClrScheme chgLayout">
        <pc:chgData name="Haskell, JT" userId="43ae342c-01b7-44d1-9e4c-5ccd6bbabb0e" providerId="ADAL" clId="{8D8D9FCC-C03A-4C49-90E0-0AE8F379FE7D}" dt="2025-05-30T02:54:10.764" v="3188" actId="26606"/>
        <pc:sldMkLst>
          <pc:docMk/>
          <pc:sldMk cId="2648227769" sldId="289"/>
        </pc:sldMkLst>
        <pc:spChg chg="mod ord">
          <ac:chgData name="Haskell, JT" userId="43ae342c-01b7-44d1-9e4c-5ccd6bbabb0e" providerId="ADAL" clId="{8D8D9FCC-C03A-4C49-90E0-0AE8F379FE7D}" dt="2025-05-30T02:54:10.764" v="3188" actId="26606"/>
          <ac:spMkLst>
            <pc:docMk/>
            <pc:sldMk cId="2648227769" sldId="289"/>
            <ac:spMk id="2" creationId="{4D7A2533-A3AD-6399-CD7D-E4E5AD8DDEFB}"/>
          </ac:spMkLst>
        </pc:spChg>
        <pc:spChg chg="mod ord">
          <ac:chgData name="Haskell, JT" userId="43ae342c-01b7-44d1-9e4c-5ccd6bbabb0e" providerId="ADAL" clId="{8D8D9FCC-C03A-4C49-90E0-0AE8F379FE7D}" dt="2025-05-30T02:54:10.764" v="3188" actId="26606"/>
          <ac:spMkLst>
            <pc:docMk/>
            <pc:sldMk cId="2648227769" sldId="289"/>
            <ac:spMk id="3" creationId="{242B0DBA-0077-8F1B-1806-4A72920B55A1}"/>
          </ac:spMkLst>
        </pc:spChg>
        <pc:spChg chg="add del mod ord">
          <ac:chgData name="Haskell, JT" userId="43ae342c-01b7-44d1-9e4c-5ccd6bbabb0e" providerId="ADAL" clId="{8D8D9FCC-C03A-4C49-90E0-0AE8F379FE7D}" dt="2025-05-30T02:53:48.913" v="3163"/>
          <ac:spMkLst>
            <pc:docMk/>
            <pc:sldMk cId="2648227769" sldId="289"/>
            <ac:spMk id="4" creationId="{6CE4E40C-4558-8202-715A-A1ADD847C3B6}"/>
          </ac:spMkLst>
        </pc:spChg>
        <pc:spChg chg="add">
          <ac:chgData name="Haskell, JT" userId="43ae342c-01b7-44d1-9e4c-5ccd6bbabb0e" providerId="ADAL" clId="{8D8D9FCC-C03A-4C49-90E0-0AE8F379FE7D}" dt="2025-05-30T02:54:10.764" v="3188" actId="26606"/>
          <ac:spMkLst>
            <pc:docMk/>
            <pc:sldMk cId="2648227769" sldId="289"/>
            <ac:spMk id="12295" creationId="{368A5362-EC3B-4BE3-804B-E6B289AF8A36}"/>
          </ac:spMkLst>
        </pc:spChg>
        <pc:picChg chg="add mod">
          <ac:chgData name="Haskell, JT" userId="43ae342c-01b7-44d1-9e4c-5ccd6bbabb0e" providerId="ADAL" clId="{8D8D9FCC-C03A-4C49-90E0-0AE8F379FE7D}" dt="2025-05-30T02:54:10.764" v="3188" actId="26606"/>
          <ac:picMkLst>
            <pc:docMk/>
            <pc:sldMk cId="2648227769" sldId="289"/>
            <ac:picMk id="12290" creationId="{8589FD62-6359-6733-3A00-DB4FA1C3BFA1}"/>
          </ac:picMkLst>
        </pc:picChg>
      </pc:sldChg>
      <pc:sldChg chg="addSp delSp modSp new mod modClrScheme chgLayout">
        <pc:chgData name="Haskell, JT" userId="43ae342c-01b7-44d1-9e4c-5ccd6bbabb0e" providerId="ADAL" clId="{8D8D9FCC-C03A-4C49-90E0-0AE8F379FE7D}" dt="2025-05-30T02:55:44.872" v="3421" actId="20577"/>
        <pc:sldMkLst>
          <pc:docMk/>
          <pc:sldMk cId="2097742369" sldId="290"/>
        </pc:sldMkLst>
        <pc:spChg chg="mod ord">
          <ac:chgData name="Haskell, JT" userId="43ae342c-01b7-44d1-9e4c-5ccd6bbabb0e" providerId="ADAL" clId="{8D8D9FCC-C03A-4C49-90E0-0AE8F379FE7D}" dt="2025-05-30T02:54:38.695" v="3189" actId="700"/>
          <ac:spMkLst>
            <pc:docMk/>
            <pc:sldMk cId="2097742369" sldId="290"/>
            <ac:spMk id="2" creationId="{133685F1-86E9-0089-5AD6-7AD806900F53}"/>
          </ac:spMkLst>
        </pc:spChg>
        <pc:spChg chg="del mod ord">
          <ac:chgData name="Haskell, JT" userId="43ae342c-01b7-44d1-9e4c-5ccd6bbabb0e" providerId="ADAL" clId="{8D8D9FCC-C03A-4C49-90E0-0AE8F379FE7D}" dt="2025-05-30T02:54:38.695" v="3189" actId="700"/>
          <ac:spMkLst>
            <pc:docMk/>
            <pc:sldMk cId="2097742369" sldId="290"/>
            <ac:spMk id="3" creationId="{444293A9-1B55-34C0-0DBC-B4F086A9F1AE}"/>
          </ac:spMkLst>
        </pc:spChg>
        <pc:spChg chg="add mod ord">
          <ac:chgData name="Haskell, JT" userId="43ae342c-01b7-44d1-9e4c-5ccd6bbabb0e" providerId="ADAL" clId="{8D8D9FCC-C03A-4C49-90E0-0AE8F379FE7D}" dt="2025-05-30T02:55:44.872" v="3421" actId="20577"/>
          <ac:spMkLst>
            <pc:docMk/>
            <pc:sldMk cId="2097742369" sldId="290"/>
            <ac:spMk id="4" creationId="{34631F17-BDAF-DF48-5717-F768287E94F5}"/>
          </ac:spMkLst>
        </pc:spChg>
        <pc:spChg chg="add del mod ord">
          <ac:chgData name="Haskell, JT" userId="43ae342c-01b7-44d1-9e4c-5ccd6bbabb0e" providerId="ADAL" clId="{8D8D9FCC-C03A-4C49-90E0-0AE8F379FE7D}" dt="2025-05-30T02:54:40.259" v="3190"/>
          <ac:spMkLst>
            <pc:docMk/>
            <pc:sldMk cId="2097742369" sldId="290"/>
            <ac:spMk id="5" creationId="{7689F045-2D73-574F-DB3C-274413AD4459}"/>
          </ac:spMkLst>
        </pc:spChg>
        <pc:picChg chg="add mod">
          <ac:chgData name="Haskell, JT" userId="43ae342c-01b7-44d1-9e4c-5ccd6bbabb0e" providerId="ADAL" clId="{8D8D9FCC-C03A-4C49-90E0-0AE8F379FE7D}" dt="2025-05-30T02:54:40.259" v="3190"/>
          <ac:picMkLst>
            <pc:docMk/>
            <pc:sldMk cId="2097742369" sldId="290"/>
            <ac:picMk id="13314" creationId="{67EF9CA4-629B-F999-0EE6-DBDA44D08E55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D7C640-5971-41B1-998A-AF6E930E6D1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1C821DE-51BF-4CAC-BD61-183C1E090C4F}">
      <dgm:prSet/>
      <dgm:spPr/>
      <dgm:t>
        <a:bodyPr/>
        <a:lstStyle/>
        <a:p>
          <a:pPr>
            <a:defRPr cap="all"/>
          </a:pPr>
          <a:r>
            <a:rPr lang="en-US"/>
            <a:t>Non-volatile in nature</a:t>
          </a:r>
        </a:p>
      </dgm:t>
    </dgm:pt>
    <dgm:pt modelId="{68949701-A1B2-4FE3-B86B-9786429839F6}" type="parTrans" cxnId="{D631313F-BA34-4AE3-A1AA-15FA9EE75927}">
      <dgm:prSet/>
      <dgm:spPr/>
      <dgm:t>
        <a:bodyPr/>
        <a:lstStyle/>
        <a:p>
          <a:endParaRPr lang="en-US"/>
        </a:p>
      </dgm:t>
    </dgm:pt>
    <dgm:pt modelId="{19208816-8013-4241-9596-841140DFA026}" type="sibTrans" cxnId="{D631313F-BA34-4AE3-A1AA-15FA9EE75927}">
      <dgm:prSet/>
      <dgm:spPr/>
      <dgm:t>
        <a:bodyPr/>
        <a:lstStyle/>
        <a:p>
          <a:endParaRPr lang="en-US"/>
        </a:p>
      </dgm:t>
    </dgm:pt>
    <dgm:pt modelId="{E5959198-9FD2-4211-8B31-30830B1E15DB}">
      <dgm:prSet/>
      <dgm:spPr/>
      <dgm:t>
        <a:bodyPr/>
        <a:lstStyle/>
        <a:p>
          <a:pPr>
            <a:defRPr cap="all"/>
          </a:pPr>
          <a:r>
            <a:rPr lang="en-US"/>
            <a:t>External Hard drives</a:t>
          </a:r>
        </a:p>
      </dgm:t>
    </dgm:pt>
    <dgm:pt modelId="{5E08719E-7388-4689-8F18-FF7971C24173}" type="parTrans" cxnId="{A40A1F92-0D94-4953-924D-208CD60F242C}">
      <dgm:prSet/>
      <dgm:spPr/>
      <dgm:t>
        <a:bodyPr/>
        <a:lstStyle/>
        <a:p>
          <a:endParaRPr lang="en-US"/>
        </a:p>
      </dgm:t>
    </dgm:pt>
    <dgm:pt modelId="{0C96BA99-AA44-4EFD-9A3E-4F9F3E5C5986}" type="sibTrans" cxnId="{A40A1F92-0D94-4953-924D-208CD60F242C}">
      <dgm:prSet/>
      <dgm:spPr/>
      <dgm:t>
        <a:bodyPr/>
        <a:lstStyle/>
        <a:p>
          <a:endParaRPr lang="en-US"/>
        </a:p>
      </dgm:t>
    </dgm:pt>
    <dgm:pt modelId="{D63F7126-F1F2-425F-B47C-7CEF6ED652D5}">
      <dgm:prSet/>
      <dgm:spPr/>
      <dgm:t>
        <a:bodyPr/>
        <a:lstStyle/>
        <a:p>
          <a:pPr>
            <a:defRPr cap="all"/>
          </a:pPr>
          <a:r>
            <a:rPr lang="en-US"/>
            <a:t>Flash Drives</a:t>
          </a:r>
        </a:p>
      </dgm:t>
    </dgm:pt>
    <dgm:pt modelId="{F8813C57-EEF3-4BB2-8FD6-BCACF3DBD3F0}" type="parTrans" cxnId="{1F823496-7E2C-4A2F-B8DE-7B90659F3AA0}">
      <dgm:prSet/>
      <dgm:spPr/>
      <dgm:t>
        <a:bodyPr/>
        <a:lstStyle/>
        <a:p>
          <a:endParaRPr lang="en-US"/>
        </a:p>
      </dgm:t>
    </dgm:pt>
    <dgm:pt modelId="{1B043CBD-97C9-4ABA-8181-5E4778C89139}" type="sibTrans" cxnId="{1F823496-7E2C-4A2F-B8DE-7B90659F3AA0}">
      <dgm:prSet/>
      <dgm:spPr/>
      <dgm:t>
        <a:bodyPr/>
        <a:lstStyle/>
        <a:p>
          <a:endParaRPr lang="en-US"/>
        </a:p>
      </dgm:t>
    </dgm:pt>
    <dgm:pt modelId="{8551A77E-1B7A-4AB8-849F-E20503058B28}">
      <dgm:prSet/>
      <dgm:spPr/>
      <dgm:t>
        <a:bodyPr/>
        <a:lstStyle/>
        <a:p>
          <a:pPr>
            <a:defRPr cap="all"/>
          </a:pPr>
          <a:r>
            <a:rPr lang="en-US"/>
            <a:t>Optical Drives</a:t>
          </a:r>
        </a:p>
      </dgm:t>
    </dgm:pt>
    <dgm:pt modelId="{D54AECD3-D918-4827-B476-7B0F243AFE0A}" type="parTrans" cxnId="{C56798F3-A3A8-4990-8111-51759CA86317}">
      <dgm:prSet/>
      <dgm:spPr/>
      <dgm:t>
        <a:bodyPr/>
        <a:lstStyle/>
        <a:p>
          <a:endParaRPr lang="en-US"/>
        </a:p>
      </dgm:t>
    </dgm:pt>
    <dgm:pt modelId="{18485CB7-E8A2-4010-A646-5492808D6E3E}" type="sibTrans" cxnId="{C56798F3-A3A8-4990-8111-51759CA86317}">
      <dgm:prSet/>
      <dgm:spPr/>
      <dgm:t>
        <a:bodyPr/>
        <a:lstStyle/>
        <a:p>
          <a:endParaRPr lang="en-US"/>
        </a:p>
      </dgm:t>
    </dgm:pt>
    <dgm:pt modelId="{6C1A6D93-D3A7-412F-ABE2-41318F7B0C60}">
      <dgm:prSet/>
      <dgm:spPr/>
      <dgm:t>
        <a:bodyPr/>
        <a:lstStyle/>
        <a:p>
          <a:pPr>
            <a:defRPr cap="all"/>
          </a:pPr>
          <a:r>
            <a:rPr lang="en-US"/>
            <a:t>Internet Locations!</a:t>
          </a:r>
        </a:p>
      </dgm:t>
    </dgm:pt>
    <dgm:pt modelId="{41BA960B-E55F-4E59-8E21-DD0C61E52606}" type="parTrans" cxnId="{A7B7E888-3957-4B46-9D00-A3187D33932B}">
      <dgm:prSet/>
      <dgm:spPr/>
      <dgm:t>
        <a:bodyPr/>
        <a:lstStyle/>
        <a:p>
          <a:endParaRPr lang="en-US"/>
        </a:p>
      </dgm:t>
    </dgm:pt>
    <dgm:pt modelId="{6D32F0A8-D5C1-404C-BE8B-CEBECAD7D4F1}" type="sibTrans" cxnId="{A7B7E888-3957-4B46-9D00-A3187D33932B}">
      <dgm:prSet/>
      <dgm:spPr/>
      <dgm:t>
        <a:bodyPr/>
        <a:lstStyle/>
        <a:p>
          <a:endParaRPr lang="en-US"/>
        </a:p>
      </dgm:t>
    </dgm:pt>
    <dgm:pt modelId="{C80FD63A-A697-4849-91F6-75B3D33C4EAB}" type="pres">
      <dgm:prSet presAssocID="{2CD7C640-5971-41B1-998A-AF6E930E6D13}" presName="root" presStyleCnt="0">
        <dgm:presLayoutVars>
          <dgm:dir/>
          <dgm:resizeHandles val="exact"/>
        </dgm:presLayoutVars>
      </dgm:prSet>
      <dgm:spPr/>
    </dgm:pt>
    <dgm:pt modelId="{9F4E3B0D-9525-48F4-AE6F-2F4F672097D1}" type="pres">
      <dgm:prSet presAssocID="{21C821DE-51BF-4CAC-BD61-183C1E090C4F}" presName="compNode" presStyleCnt="0"/>
      <dgm:spPr/>
    </dgm:pt>
    <dgm:pt modelId="{69F9D2A2-E762-4E98-B2E2-16CEA2583816}" type="pres">
      <dgm:prSet presAssocID="{21C821DE-51BF-4CAC-BD61-183C1E090C4F}" presName="iconBgRect" presStyleLbl="bgShp" presStyleIdx="0" presStyleCnt="5"/>
      <dgm:spPr/>
    </dgm:pt>
    <dgm:pt modelId="{BB3C847E-8D3C-402C-8D11-39807D740DFA}" type="pres">
      <dgm:prSet presAssocID="{21C821DE-51BF-4CAC-BD61-183C1E090C4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A5796A8D-E7D5-421E-A738-586B40FFCE04}" type="pres">
      <dgm:prSet presAssocID="{21C821DE-51BF-4CAC-BD61-183C1E090C4F}" presName="spaceRect" presStyleCnt="0"/>
      <dgm:spPr/>
    </dgm:pt>
    <dgm:pt modelId="{2888187A-FC61-4FEB-8D1D-793C0F70C53B}" type="pres">
      <dgm:prSet presAssocID="{21C821DE-51BF-4CAC-BD61-183C1E090C4F}" presName="textRect" presStyleLbl="revTx" presStyleIdx="0" presStyleCnt="5">
        <dgm:presLayoutVars>
          <dgm:chMax val="1"/>
          <dgm:chPref val="1"/>
        </dgm:presLayoutVars>
      </dgm:prSet>
      <dgm:spPr/>
    </dgm:pt>
    <dgm:pt modelId="{3A41013D-6D9C-48CD-AD65-0FE299DC3B79}" type="pres">
      <dgm:prSet presAssocID="{19208816-8013-4241-9596-841140DFA026}" presName="sibTrans" presStyleCnt="0"/>
      <dgm:spPr/>
    </dgm:pt>
    <dgm:pt modelId="{E0C55E6B-9E76-46E9-85DB-0DEFF5B4CF00}" type="pres">
      <dgm:prSet presAssocID="{E5959198-9FD2-4211-8B31-30830B1E15DB}" presName="compNode" presStyleCnt="0"/>
      <dgm:spPr/>
    </dgm:pt>
    <dgm:pt modelId="{911D517D-BC0A-4C54-AC37-769C035F1B3A}" type="pres">
      <dgm:prSet presAssocID="{E5959198-9FD2-4211-8B31-30830B1E15DB}" presName="iconBgRect" presStyleLbl="bgShp" presStyleIdx="1" presStyleCnt="5"/>
      <dgm:spPr/>
    </dgm:pt>
    <dgm:pt modelId="{D367DC6D-A050-4719-B66B-CCCF1BA4C503}" type="pres">
      <dgm:prSet presAssocID="{E5959198-9FD2-4211-8B31-30830B1E15D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54DFE54-71AC-42EC-89EA-58E8EFE592B5}" type="pres">
      <dgm:prSet presAssocID="{E5959198-9FD2-4211-8B31-30830B1E15DB}" presName="spaceRect" presStyleCnt="0"/>
      <dgm:spPr/>
    </dgm:pt>
    <dgm:pt modelId="{D4FB3B5F-CC69-4D04-807B-640ED7B72D35}" type="pres">
      <dgm:prSet presAssocID="{E5959198-9FD2-4211-8B31-30830B1E15DB}" presName="textRect" presStyleLbl="revTx" presStyleIdx="1" presStyleCnt="5">
        <dgm:presLayoutVars>
          <dgm:chMax val="1"/>
          <dgm:chPref val="1"/>
        </dgm:presLayoutVars>
      </dgm:prSet>
      <dgm:spPr/>
    </dgm:pt>
    <dgm:pt modelId="{8291E067-8B4C-4F90-9A7B-BC8AE840F4FC}" type="pres">
      <dgm:prSet presAssocID="{0C96BA99-AA44-4EFD-9A3E-4F9F3E5C5986}" presName="sibTrans" presStyleCnt="0"/>
      <dgm:spPr/>
    </dgm:pt>
    <dgm:pt modelId="{AAEDEE3A-37E0-4818-9680-A6E5A3432914}" type="pres">
      <dgm:prSet presAssocID="{D63F7126-F1F2-425F-B47C-7CEF6ED652D5}" presName="compNode" presStyleCnt="0"/>
      <dgm:spPr/>
    </dgm:pt>
    <dgm:pt modelId="{CDF23532-6C22-44ED-A6B5-5D797EA4832F}" type="pres">
      <dgm:prSet presAssocID="{D63F7126-F1F2-425F-B47C-7CEF6ED652D5}" presName="iconBgRect" presStyleLbl="bgShp" presStyleIdx="2" presStyleCnt="5"/>
      <dgm:spPr/>
    </dgm:pt>
    <dgm:pt modelId="{CACEA206-6561-43F2-9402-D3A92389988A}" type="pres">
      <dgm:prSet presAssocID="{D63F7126-F1F2-425F-B47C-7CEF6ED652D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E6D7F4CC-8A78-48F8-A80A-C2F52FE2B38C}" type="pres">
      <dgm:prSet presAssocID="{D63F7126-F1F2-425F-B47C-7CEF6ED652D5}" presName="spaceRect" presStyleCnt="0"/>
      <dgm:spPr/>
    </dgm:pt>
    <dgm:pt modelId="{60404BD2-B4F3-467E-95A2-AF8E87DF4C3C}" type="pres">
      <dgm:prSet presAssocID="{D63F7126-F1F2-425F-B47C-7CEF6ED652D5}" presName="textRect" presStyleLbl="revTx" presStyleIdx="2" presStyleCnt="5">
        <dgm:presLayoutVars>
          <dgm:chMax val="1"/>
          <dgm:chPref val="1"/>
        </dgm:presLayoutVars>
      </dgm:prSet>
      <dgm:spPr/>
    </dgm:pt>
    <dgm:pt modelId="{ACE9CEF3-9967-4AA1-9B75-46EBDB4E1C95}" type="pres">
      <dgm:prSet presAssocID="{1B043CBD-97C9-4ABA-8181-5E4778C89139}" presName="sibTrans" presStyleCnt="0"/>
      <dgm:spPr/>
    </dgm:pt>
    <dgm:pt modelId="{DB828453-8668-4B05-9756-041BCE9A853F}" type="pres">
      <dgm:prSet presAssocID="{8551A77E-1B7A-4AB8-849F-E20503058B28}" presName="compNode" presStyleCnt="0"/>
      <dgm:spPr/>
    </dgm:pt>
    <dgm:pt modelId="{9AE34CD9-ED85-4F4A-9204-A1DE427F21F2}" type="pres">
      <dgm:prSet presAssocID="{8551A77E-1B7A-4AB8-849F-E20503058B28}" presName="iconBgRect" presStyleLbl="bgShp" presStyleIdx="3" presStyleCnt="5"/>
      <dgm:spPr/>
    </dgm:pt>
    <dgm:pt modelId="{30637CDF-958E-4332-9AE2-F9DCC3F64D3C}" type="pres">
      <dgm:prSet presAssocID="{8551A77E-1B7A-4AB8-849F-E20503058B2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1E2BE766-17CD-45E6-BDB0-094C4C80DD57}" type="pres">
      <dgm:prSet presAssocID="{8551A77E-1B7A-4AB8-849F-E20503058B28}" presName="spaceRect" presStyleCnt="0"/>
      <dgm:spPr/>
    </dgm:pt>
    <dgm:pt modelId="{0E057DC9-4389-406A-8116-FBB22D0117F8}" type="pres">
      <dgm:prSet presAssocID="{8551A77E-1B7A-4AB8-849F-E20503058B28}" presName="textRect" presStyleLbl="revTx" presStyleIdx="3" presStyleCnt="5">
        <dgm:presLayoutVars>
          <dgm:chMax val="1"/>
          <dgm:chPref val="1"/>
        </dgm:presLayoutVars>
      </dgm:prSet>
      <dgm:spPr/>
    </dgm:pt>
    <dgm:pt modelId="{91319AF1-B254-41C9-98DD-10684406CF74}" type="pres">
      <dgm:prSet presAssocID="{18485CB7-E8A2-4010-A646-5492808D6E3E}" presName="sibTrans" presStyleCnt="0"/>
      <dgm:spPr/>
    </dgm:pt>
    <dgm:pt modelId="{69668D0C-B9F9-453B-9EB0-29306495F1DE}" type="pres">
      <dgm:prSet presAssocID="{6C1A6D93-D3A7-412F-ABE2-41318F7B0C60}" presName="compNode" presStyleCnt="0"/>
      <dgm:spPr/>
    </dgm:pt>
    <dgm:pt modelId="{0B18EC73-BE64-4AE4-B145-79EBBF1EFB2E}" type="pres">
      <dgm:prSet presAssocID="{6C1A6D93-D3A7-412F-ABE2-41318F7B0C60}" presName="iconBgRect" presStyleLbl="bgShp" presStyleIdx="4" presStyleCnt="5"/>
      <dgm:spPr/>
    </dgm:pt>
    <dgm:pt modelId="{984CC3EB-6778-4202-A72E-0B5F58337DD3}" type="pres">
      <dgm:prSet presAssocID="{6C1A6D93-D3A7-412F-ABE2-41318F7B0C6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A6E33C30-81EF-47E6-BDBF-F51CF96B587B}" type="pres">
      <dgm:prSet presAssocID="{6C1A6D93-D3A7-412F-ABE2-41318F7B0C60}" presName="spaceRect" presStyleCnt="0"/>
      <dgm:spPr/>
    </dgm:pt>
    <dgm:pt modelId="{761C0BB7-0BAB-41AF-B0A4-FC0E33A229FD}" type="pres">
      <dgm:prSet presAssocID="{6C1A6D93-D3A7-412F-ABE2-41318F7B0C6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5AFBE25-3450-40C8-ADA5-895D0273981F}" type="presOf" srcId="{6C1A6D93-D3A7-412F-ABE2-41318F7B0C60}" destId="{761C0BB7-0BAB-41AF-B0A4-FC0E33A229FD}" srcOrd="0" destOrd="0" presId="urn:microsoft.com/office/officeart/2018/5/layout/IconCircleLabelList"/>
    <dgm:cxn modelId="{D631313F-BA34-4AE3-A1AA-15FA9EE75927}" srcId="{2CD7C640-5971-41B1-998A-AF6E930E6D13}" destId="{21C821DE-51BF-4CAC-BD61-183C1E090C4F}" srcOrd="0" destOrd="0" parTransId="{68949701-A1B2-4FE3-B86B-9786429839F6}" sibTransId="{19208816-8013-4241-9596-841140DFA026}"/>
    <dgm:cxn modelId="{A7B7E888-3957-4B46-9D00-A3187D33932B}" srcId="{2CD7C640-5971-41B1-998A-AF6E930E6D13}" destId="{6C1A6D93-D3A7-412F-ABE2-41318F7B0C60}" srcOrd="4" destOrd="0" parTransId="{41BA960B-E55F-4E59-8E21-DD0C61E52606}" sibTransId="{6D32F0A8-D5C1-404C-BE8B-CEBECAD7D4F1}"/>
    <dgm:cxn modelId="{34FB788F-A9FD-4FEC-B1A5-896905051FD7}" type="presOf" srcId="{D63F7126-F1F2-425F-B47C-7CEF6ED652D5}" destId="{60404BD2-B4F3-467E-95A2-AF8E87DF4C3C}" srcOrd="0" destOrd="0" presId="urn:microsoft.com/office/officeart/2018/5/layout/IconCircleLabelList"/>
    <dgm:cxn modelId="{A40A1F92-0D94-4953-924D-208CD60F242C}" srcId="{2CD7C640-5971-41B1-998A-AF6E930E6D13}" destId="{E5959198-9FD2-4211-8B31-30830B1E15DB}" srcOrd="1" destOrd="0" parTransId="{5E08719E-7388-4689-8F18-FF7971C24173}" sibTransId="{0C96BA99-AA44-4EFD-9A3E-4F9F3E5C5986}"/>
    <dgm:cxn modelId="{1F823496-7E2C-4A2F-B8DE-7B90659F3AA0}" srcId="{2CD7C640-5971-41B1-998A-AF6E930E6D13}" destId="{D63F7126-F1F2-425F-B47C-7CEF6ED652D5}" srcOrd="2" destOrd="0" parTransId="{F8813C57-EEF3-4BB2-8FD6-BCACF3DBD3F0}" sibTransId="{1B043CBD-97C9-4ABA-8181-5E4778C89139}"/>
    <dgm:cxn modelId="{BBA644AA-220C-45D9-88E7-3A34561F128C}" type="presOf" srcId="{E5959198-9FD2-4211-8B31-30830B1E15DB}" destId="{D4FB3B5F-CC69-4D04-807B-640ED7B72D35}" srcOrd="0" destOrd="0" presId="urn:microsoft.com/office/officeart/2018/5/layout/IconCircleLabelList"/>
    <dgm:cxn modelId="{0B2D82B3-D734-4CD2-A36A-4CAD3699488B}" type="presOf" srcId="{8551A77E-1B7A-4AB8-849F-E20503058B28}" destId="{0E057DC9-4389-406A-8116-FBB22D0117F8}" srcOrd="0" destOrd="0" presId="urn:microsoft.com/office/officeart/2018/5/layout/IconCircleLabelList"/>
    <dgm:cxn modelId="{A52B1EC3-A2AA-4C9C-9163-24CE48AD8086}" type="presOf" srcId="{21C821DE-51BF-4CAC-BD61-183C1E090C4F}" destId="{2888187A-FC61-4FEB-8D1D-793C0F70C53B}" srcOrd="0" destOrd="0" presId="urn:microsoft.com/office/officeart/2018/5/layout/IconCircleLabelList"/>
    <dgm:cxn modelId="{11BC77DD-2758-42CE-990B-C10CFD198050}" type="presOf" srcId="{2CD7C640-5971-41B1-998A-AF6E930E6D13}" destId="{C80FD63A-A697-4849-91F6-75B3D33C4EAB}" srcOrd="0" destOrd="0" presId="urn:microsoft.com/office/officeart/2018/5/layout/IconCircleLabelList"/>
    <dgm:cxn modelId="{C56798F3-A3A8-4990-8111-51759CA86317}" srcId="{2CD7C640-5971-41B1-998A-AF6E930E6D13}" destId="{8551A77E-1B7A-4AB8-849F-E20503058B28}" srcOrd="3" destOrd="0" parTransId="{D54AECD3-D918-4827-B476-7B0F243AFE0A}" sibTransId="{18485CB7-E8A2-4010-A646-5492808D6E3E}"/>
    <dgm:cxn modelId="{56FD8047-E86D-4DB0-A1FB-ED33B97356C4}" type="presParOf" srcId="{C80FD63A-A697-4849-91F6-75B3D33C4EAB}" destId="{9F4E3B0D-9525-48F4-AE6F-2F4F672097D1}" srcOrd="0" destOrd="0" presId="urn:microsoft.com/office/officeart/2018/5/layout/IconCircleLabelList"/>
    <dgm:cxn modelId="{DD9E6C8A-F7C1-4AB0-8AA2-9B2210ED01B4}" type="presParOf" srcId="{9F4E3B0D-9525-48F4-AE6F-2F4F672097D1}" destId="{69F9D2A2-E762-4E98-B2E2-16CEA2583816}" srcOrd="0" destOrd="0" presId="urn:microsoft.com/office/officeart/2018/5/layout/IconCircleLabelList"/>
    <dgm:cxn modelId="{A965DB7D-AE65-494F-94B0-95B2028F9291}" type="presParOf" srcId="{9F4E3B0D-9525-48F4-AE6F-2F4F672097D1}" destId="{BB3C847E-8D3C-402C-8D11-39807D740DFA}" srcOrd="1" destOrd="0" presId="urn:microsoft.com/office/officeart/2018/5/layout/IconCircleLabelList"/>
    <dgm:cxn modelId="{ACEB46BE-B6E8-4ABD-B53B-73775BC18CC4}" type="presParOf" srcId="{9F4E3B0D-9525-48F4-AE6F-2F4F672097D1}" destId="{A5796A8D-E7D5-421E-A738-586B40FFCE04}" srcOrd="2" destOrd="0" presId="urn:microsoft.com/office/officeart/2018/5/layout/IconCircleLabelList"/>
    <dgm:cxn modelId="{CA9250BE-D56C-403E-A5CD-DEEA42F23FF7}" type="presParOf" srcId="{9F4E3B0D-9525-48F4-AE6F-2F4F672097D1}" destId="{2888187A-FC61-4FEB-8D1D-793C0F70C53B}" srcOrd="3" destOrd="0" presId="urn:microsoft.com/office/officeart/2018/5/layout/IconCircleLabelList"/>
    <dgm:cxn modelId="{36ED5DC2-5B3C-417A-AAEA-09CC604D0422}" type="presParOf" srcId="{C80FD63A-A697-4849-91F6-75B3D33C4EAB}" destId="{3A41013D-6D9C-48CD-AD65-0FE299DC3B79}" srcOrd="1" destOrd="0" presId="urn:microsoft.com/office/officeart/2018/5/layout/IconCircleLabelList"/>
    <dgm:cxn modelId="{C4101C19-E550-45FB-A37E-000FE0139EC3}" type="presParOf" srcId="{C80FD63A-A697-4849-91F6-75B3D33C4EAB}" destId="{E0C55E6B-9E76-46E9-85DB-0DEFF5B4CF00}" srcOrd="2" destOrd="0" presId="urn:microsoft.com/office/officeart/2018/5/layout/IconCircleLabelList"/>
    <dgm:cxn modelId="{0E5AFE4E-E6D9-469E-BBB5-A3615216DCC4}" type="presParOf" srcId="{E0C55E6B-9E76-46E9-85DB-0DEFF5B4CF00}" destId="{911D517D-BC0A-4C54-AC37-769C035F1B3A}" srcOrd="0" destOrd="0" presId="urn:microsoft.com/office/officeart/2018/5/layout/IconCircleLabelList"/>
    <dgm:cxn modelId="{6AAFD7E0-BD40-4A4E-B06C-9EB715D07682}" type="presParOf" srcId="{E0C55E6B-9E76-46E9-85DB-0DEFF5B4CF00}" destId="{D367DC6D-A050-4719-B66B-CCCF1BA4C503}" srcOrd="1" destOrd="0" presId="urn:microsoft.com/office/officeart/2018/5/layout/IconCircleLabelList"/>
    <dgm:cxn modelId="{A7A30A64-08A3-4C0E-AA8E-0F2D2EC30DA6}" type="presParOf" srcId="{E0C55E6B-9E76-46E9-85DB-0DEFF5B4CF00}" destId="{654DFE54-71AC-42EC-89EA-58E8EFE592B5}" srcOrd="2" destOrd="0" presId="urn:microsoft.com/office/officeart/2018/5/layout/IconCircleLabelList"/>
    <dgm:cxn modelId="{02494C32-5EC2-4583-81A5-7D5486E11C02}" type="presParOf" srcId="{E0C55E6B-9E76-46E9-85DB-0DEFF5B4CF00}" destId="{D4FB3B5F-CC69-4D04-807B-640ED7B72D35}" srcOrd="3" destOrd="0" presId="urn:microsoft.com/office/officeart/2018/5/layout/IconCircleLabelList"/>
    <dgm:cxn modelId="{6BC0BC29-EA91-4CAC-B52F-6BCD0C240EFC}" type="presParOf" srcId="{C80FD63A-A697-4849-91F6-75B3D33C4EAB}" destId="{8291E067-8B4C-4F90-9A7B-BC8AE840F4FC}" srcOrd="3" destOrd="0" presId="urn:microsoft.com/office/officeart/2018/5/layout/IconCircleLabelList"/>
    <dgm:cxn modelId="{D934374C-79B3-4114-9817-E27A17CA706E}" type="presParOf" srcId="{C80FD63A-A697-4849-91F6-75B3D33C4EAB}" destId="{AAEDEE3A-37E0-4818-9680-A6E5A3432914}" srcOrd="4" destOrd="0" presId="urn:microsoft.com/office/officeart/2018/5/layout/IconCircleLabelList"/>
    <dgm:cxn modelId="{9B0038F2-082C-4953-B926-CAFE64632C46}" type="presParOf" srcId="{AAEDEE3A-37E0-4818-9680-A6E5A3432914}" destId="{CDF23532-6C22-44ED-A6B5-5D797EA4832F}" srcOrd="0" destOrd="0" presId="urn:microsoft.com/office/officeart/2018/5/layout/IconCircleLabelList"/>
    <dgm:cxn modelId="{6962FC60-10D0-4373-B25D-784C32CC94F9}" type="presParOf" srcId="{AAEDEE3A-37E0-4818-9680-A6E5A3432914}" destId="{CACEA206-6561-43F2-9402-D3A92389988A}" srcOrd="1" destOrd="0" presId="urn:microsoft.com/office/officeart/2018/5/layout/IconCircleLabelList"/>
    <dgm:cxn modelId="{DBDF0803-D8B6-412A-9F77-EFE55351F7D0}" type="presParOf" srcId="{AAEDEE3A-37E0-4818-9680-A6E5A3432914}" destId="{E6D7F4CC-8A78-48F8-A80A-C2F52FE2B38C}" srcOrd="2" destOrd="0" presId="urn:microsoft.com/office/officeart/2018/5/layout/IconCircleLabelList"/>
    <dgm:cxn modelId="{9D74501F-961D-448D-80B3-9ACBE1C8067B}" type="presParOf" srcId="{AAEDEE3A-37E0-4818-9680-A6E5A3432914}" destId="{60404BD2-B4F3-467E-95A2-AF8E87DF4C3C}" srcOrd="3" destOrd="0" presId="urn:microsoft.com/office/officeart/2018/5/layout/IconCircleLabelList"/>
    <dgm:cxn modelId="{626C2E30-F816-4A75-9F0C-C20EF25859F3}" type="presParOf" srcId="{C80FD63A-A697-4849-91F6-75B3D33C4EAB}" destId="{ACE9CEF3-9967-4AA1-9B75-46EBDB4E1C95}" srcOrd="5" destOrd="0" presId="urn:microsoft.com/office/officeart/2018/5/layout/IconCircleLabelList"/>
    <dgm:cxn modelId="{63BDC3A9-F00F-4653-BB24-2C1848B7C656}" type="presParOf" srcId="{C80FD63A-A697-4849-91F6-75B3D33C4EAB}" destId="{DB828453-8668-4B05-9756-041BCE9A853F}" srcOrd="6" destOrd="0" presId="urn:microsoft.com/office/officeart/2018/5/layout/IconCircleLabelList"/>
    <dgm:cxn modelId="{F008746D-4F9D-4D3F-9C0A-836F33A1E321}" type="presParOf" srcId="{DB828453-8668-4B05-9756-041BCE9A853F}" destId="{9AE34CD9-ED85-4F4A-9204-A1DE427F21F2}" srcOrd="0" destOrd="0" presId="urn:microsoft.com/office/officeart/2018/5/layout/IconCircleLabelList"/>
    <dgm:cxn modelId="{F0EEB429-DA8B-41EC-8021-8D2F356919D8}" type="presParOf" srcId="{DB828453-8668-4B05-9756-041BCE9A853F}" destId="{30637CDF-958E-4332-9AE2-F9DCC3F64D3C}" srcOrd="1" destOrd="0" presId="urn:microsoft.com/office/officeart/2018/5/layout/IconCircleLabelList"/>
    <dgm:cxn modelId="{B8BDD9E2-0692-4358-953B-21D2C42ED6B5}" type="presParOf" srcId="{DB828453-8668-4B05-9756-041BCE9A853F}" destId="{1E2BE766-17CD-45E6-BDB0-094C4C80DD57}" srcOrd="2" destOrd="0" presId="urn:microsoft.com/office/officeart/2018/5/layout/IconCircleLabelList"/>
    <dgm:cxn modelId="{113AB075-7621-4B38-90C0-3550A072899F}" type="presParOf" srcId="{DB828453-8668-4B05-9756-041BCE9A853F}" destId="{0E057DC9-4389-406A-8116-FBB22D0117F8}" srcOrd="3" destOrd="0" presId="urn:microsoft.com/office/officeart/2018/5/layout/IconCircleLabelList"/>
    <dgm:cxn modelId="{063D5118-6783-46B1-A445-EB3D84E93F06}" type="presParOf" srcId="{C80FD63A-A697-4849-91F6-75B3D33C4EAB}" destId="{91319AF1-B254-41C9-98DD-10684406CF74}" srcOrd="7" destOrd="0" presId="urn:microsoft.com/office/officeart/2018/5/layout/IconCircleLabelList"/>
    <dgm:cxn modelId="{93A32CDD-E7B7-4DEB-AD70-1BC8930E0085}" type="presParOf" srcId="{C80FD63A-A697-4849-91F6-75B3D33C4EAB}" destId="{69668D0C-B9F9-453B-9EB0-29306495F1DE}" srcOrd="8" destOrd="0" presId="urn:microsoft.com/office/officeart/2018/5/layout/IconCircleLabelList"/>
    <dgm:cxn modelId="{9BE020DC-E19B-4EAC-B3F7-3CD5A2ED594F}" type="presParOf" srcId="{69668D0C-B9F9-453B-9EB0-29306495F1DE}" destId="{0B18EC73-BE64-4AE4-B145-79EBBF1EFB2E}" srcOrd="0" destOrd="0" presId="urn:microsoft.com/office/officeart/2018/5/layout/IconCircleLabelList"/>
    <dgm:cxn modelId="{04ECCF2D-367F-4892-BA77-5C2C950A6F85}" type="presParOf" srcId="{69668D0C-B9F9-453B-9EB0-29306495F1DE}" destId="{984CC3EB-6778-4202-A72E-0B5F58337DD3}" srcOrd="1" destOrd="0" presId="urn:microsoft.com/office/officeart/2018/5/layout/IconCircleLabelList"/>
    <dgm:cxn modelId="{00886427-4CD6-425E-8320-3C01A82E3390}" type="presParOf" srcId="{69668D0C-B9F9-453B-9EB0-29306495F1DE}" destId="{A6E33C30-81EF-47E6-BDBF-F51CF96B587B}" srcOrd="2" destOrd="0" presId="urn:microsoft.com/office/officeart/2018/5/layout/IconCircleLabelList"/>
    <dgm:cxn modelId="{7B377E7A-A281-4039-BA66-21BF6869643C}" type="presParOf" srcId="{69668D0C-B9F9-453B-9EB0-29306495F1DE}" destId="{761C0BB7-0BAB-41AF-B0A4-FC0E33A229F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0689E-F62E-410F-87E0-FC89E62ED09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424EA43-B571-4F10-953E-C90B20364DCF}">
      <dgm:prSet/>
      <dgm:spPr/>
      <dgm:t>
        <a:bodyPr/>
        <a:lstStyle/>
        <a:p>
          <a:r>
            <a:rPr lang="en-US"/>
            <a:t>RJ45 Crimper</a:t>
          </a:r>
        </a:p>
      </dgm:t>
    </dgm:pt>
    <dgm:pt modelId="{33704495-66E3-42D9-B7DA-221BA4C3F26F}" type="parTrans" cxnId="{A8B79BAB-8F08-44A9-9C4D-090B59C6222A}">
      <dgm:prSet/>
      <dgm:spPr/>
      <dgm:t>
        <a:bodyPr/>
        <a:lstStyle/>
        <a:p>
          <a:endParaRPr lang="en-US"/>
        </a:p>
      </dgm:t>
    </dgm:pt>
    <dgm:pt modelId="{CDD3E66E-A1A3-41EF-A79A-07EE58E0365C}" type="sibTrans" cxnId="{A8B79BAB-8F08-44A9-9C4D-090B59C6222A}">
      <dgm:prSet/>
      <dgm:spPr/>
      <dgm:t>
        <a:bodyPr/>
        <a:lstStyle/>
        <a:p>
          <a:endParaRPr lang="en-US"/>
        </a:p>
      </dgm:t>
    </dgm:pt>
    <dgm:pt modelId="{CC63D1C4-1318-4C1A-9559-E187AB647175}">
      <dgm:prSet/>
      <dgm:spPr/>
      <dgm:t>
        <a:bodyPr/>
        <a:lstStyle/>
        <a:p>
          <a:r>
            <a:rPr lang="en-US"/>
            <a:t>Cable Tester</a:t>
          </a:r>
        </a:p>
      </dgm:t>
    </dgm:pt>
    <dgm:pt modelId="{775DCBB2-1967-4358-B3FD-5E94F48DD0E6}" type="parTrans" cxnId="{0DD199B4-8550-41CD-92E6-2D2F54CB60DD}">
      <dgm:prSet/>
      <dgm:spPr/>
      <dgm:t>
        <a:bodyPr/>
        <a:lstStyle/>
        <a:p>
          <a:endParaRPr lang="en-US"/>
        </a:p>
      </dgm:t>
    </dgm:pt>
    <dgm:pt modelId="{86E2A545-31B4-4304-9F3D-EB6866B5E3DD}" type="sibTrans" cxnId="{0DD199B4-8550-41CD-92E6-2D2F54CB60DD}">
      <dgm:prSet/>
      <dgm:spPr/>
      <dgm:t>
        <a:bodyPr/>
        <a:lstStyle/>
        <a:p>
          <a:endParaRPr lang="en-US"/>
        </a:p>
      </dgm:t>
    </dgm:pt>
    <dgm:pt modelId="{29A6B839-2339-4538-8068-528DE629C504}">
      <dgm:prSet/>
      <dgm:spPr/>
      <dgm:t>
        <a:bodyPr/>
        <a:lstStyle/>
        <a:p>
          <a:r>
            <a:rPr lang="en-US"/>
            <a:t>Fiber Cleaver</a:t>
          </a:r>
        </a:p>
      </dgm:t>
    </dgm:pt>
    <dgm:pt modelId="{40EC465F-C4CC-4416-A912-76FCF8D8C829}" type="parTrans" cxnId="{133E2ADC-4E60-4BDD-9F8D-1D497E1F6B3C}">
      <dgm:prSet/>
      <dgm:spPr/>
      <dgm:t>
        <a:bodyPr/>
        <a:lstStyle/>
        <a:p>
          <a:endParaRPr lang="en-US"/>
        </a:p>
      </dgm:t>
    </dgm:pt>
    <dgm:pt modelId="{D6D4C011-C5EB-4505-9DD6-06923D7C3575}" type="sibTrans" cxnId="{133E2ADC-4E60-4BDD-9F8D-1D497E1F6B3C}">
      <dgm:prSet/>
      <dgm:spPr/>
      <dgm:t>
        <a:bodyPr/>
        <a:lstStyle/>
        <a:p>
          <a:endParaRPr lang="en-US"/>
        </a:p>
      </dgm:t>
    </dgm:pt>
    <dgm:pt modelId="{53B26785-2FC1-4D4F-8D2B-A56C119D7C1D}">
      <dgm:prSet/>
      <dgm:spPr/>
      <dgm:t>
        <a:bodyPr/>
        <a:lstStyle/>
        <a:p>
          <a:r>
            <a:rPr lang="en-US"/>
            <a:t>Fiber Fuser</a:t>
          </a:r>
        </a:p>
      </dgm:t>
    </dgm:pt>
    <dgm:pt modelId="{6EFC7B8F-6294-4901-98A6-E24F07EAC297}" type="parTrans" cxnId="{B1AF5C11-148A-40BA-9182-3B897FD9F4EA}">
      <dgm:prSet/>
      <dgm:spPr/>
      <dgm:t>
        <a:bodyPr/>
        <a:lstStyle/>
        <a:p>
          <a:endParaRPr lang="en-US"/>
        </a:p>
      </dgm:t>
    </dgm:pt>
    <dgm:pt modelId="{013945ED-F1BF-4EAE-B69E-CAAAB8B1AFFE}" type="sibTrans" cxnId="{B1AF5C11-148A-40BA-9182-3B897FD9F4EA}">
      <dgm:prSet/>
      <dgm:spPr/>
      <dgm:t>
        <a:bodyPr/>
        <a:lstStyle/>
        <a:p>
          <a:endParaRPr lang="en-US"/>
        </a:p>
      </dgm:t>
    </dgm:pt>
    <dgm:pt modelId="{55BC3A63-3430-4D79-A5CD-ADE90EC3219A}" type="pres">
      <dgm:prSet presAssocID="{3140689E-F62E-410F-87E0-FC89E62ED091}" presName="diagram" presStyleCnt="0">
        <dgm:presLayoutVars>
          <dgm:dir/>
          <dgm:resizeHandles val="exact"/>
        </dgm:presLayoutVars>
      </dgm:prSet>
      <dgm:spPr/>
    </dgm:pt>
    <dgm:pt modelId="{FC86C1F1-0303-473B-B525-6BB8814A0459}" type="pres">
      <dgm:prSet presAssocID="{B424EA43-B571-4F10-953E-C90B20364DCF}" presName="node" presStyleLbl="node1" presStyleIdx="0" presStyleCnt="4">
        <dgm:presLayoutVars>
          <dgm:bulletEnabled val="1"/>
        </dgm:presLayoutVars>
      </dgm:prSet>
      <dgm:spPr/>
    </dgm:pt>
    <dgm:pt modelId="{204C722A-AF95-4EC9-893D-1DEB8DD354DE}" type="pres">
      <dgm:prSet presAssocID="{CDD3E66E-A1A3-41EF-A79A-07EE58E0365C}" presName="sibTrans" presStyleCnt="0"/>
      <dgm:spPr/>
    </dgm:pt>
    <dgm:pt modelId="{906CF5B4-FCDB-42A6-B69B-4002DEE7689A}" type="pres">
      <dgm:prSet presAssocID="{CC63D1C4-1318-4C1A-9559-E187AB647175}" presName="node" presStyleLbl="node1" presStyleIdx="1" presStyleCnt="4">
        <dgm:presLayoutVars>
          <dgm:bulletEnabled val="1"/>
        </dgm:presLayoutVars>
      </dgm:prSet>
      <dgm:spPr/>
    </dgm:pt>
    <dgm:pt modelId="{CAA486E8-CFF3-4508-95D2-74FA5D8B13E2}" type="pres">
      <dgm:prSet presAssocID="{86E2A545-31B4-4304-9F3D-EB6866B5E3DD}" presName="sibTrans" presStyleCnt="0"/>
      <dgm:spPr/>
    </dgm:pt>
    <dgm:pt modelId="{312FBD87-1DB0-45D5-BFDA-E8ED59D529B5}" type="pres">
      <dgm:prSet presAssocID="{29A6B839-2339-4538-8068-528DE629C504}" presName="node" presStyleLbl="node1" presStyleIdx="2" presStyleCnt="4">
        <dgm:presLayoutVars>
          <dgm:bulletEnabled val="1"/>
        </dgm:presLayoutVars>
      </dgm:prSet>
      <dgm:spPr/>
    </dgm:pt>
    <dgm:pt modelId="{10641D35-8322-4367-9CF2-881443AEF386}" type="pres">
      <dgm:prSet presAssocID="{D6D4C011-C5EB-4505-9DD6-06923D7C3575}" presName="sibTrans" presStyleCnt="0"/>
      <dgm:spPr/>
    </dgm:pt>
    <dgm:pt modelId="{C4B7BA73-C903-446C-808B-6C98DE8BECA8}" type="pres">
      <dgm:prSet presAssocID="{53B26785-2FC1-4D4F-8D2B-A56C119D7C1D}" presName="node" presStyleLbl="node1" presStyleIdx="3" presStyleCnt="4">
        <dgm:presLayoutVars>
          <dgm:bulletEnabled val="1"/>
        </dgm:presLayoutVars>
      </dgm:prSet>
      <dgm:spPr/>
    </dgm:pt>
  </dgm:ptLst>
  <dgm:cxnLst>
    <dgm:cxn modelId="{B1AF5C11-148A-40BA-9182-3B897FD9F4EA}" srcId="{3140689E-F62E-410F-87E0-FC89E62ED091}" destId="{53B26785-2FC1-4D4F-8D2B-A56C119D7C1D}" srcOrd="3" destOrd="0" parTransId="{6EFC7B8F-6294-4901-98A6-E24F07EAC297}" sibTransId="{013945ED-F1BF-4EAE-B69E-CAAAB8B1AFFE}"/>
    <dgm:cxn modelId="{B05E1C50-86E5-42BE-A9EF-63C0E851F81D}" type="presOf" srcId="{29A6B839-2339-4538-8068-528DE629C504}" destId="{312FBD87-1DB0-45D5-BFDA-E8ED59D529B5}" srcOrd="0" destOrd="0" presId="urn:microsoft.com/office/officeart/2005/8/layout/default"/>
    <dgm:cxn modelId="{A8B79BAB-8F08-44A9-9C4D-090B59C6222A}" srcId="{3140689E-F62E-410F-87E0-FC89E62ED091}" destId="{B424EA43-B571-4F10-953E-C90B20364DCF}" srcOrd="0" destOrd="0" parTransId="{33704495-66E3-42D9-B7DA-221BA4C3F26F}" sibTransId="{CDD3E66E-A1A3-41EF-A79A-07EE58E0365C}"/>
    <dgm:cxn modelId="{C88E29AC-73B3-40D2-92F6-38F4B87F424D}" type="presOf" srcId="{B424EA43-B571-4F10-953E-C90B20364DCF}" destId="{FC86C1F1-0303-473B-B525-6BB8814A0459}" srcOrd="0" destOrd="0" presId="urn:microsoft.com/office/officeart/2005/8/layout/default"/>
    <dgm:cxn modelId="{A90391B0-B772-4101-94C1-136F88A165B0}" type="presOf" srcId="{3140689E-F62E-410F-87E0-FC89E62ED091}" destId="{55BC3A63-3430-4D79-A5CD-ADE90EC3219A}" srcOrd="0" destOrd="0" presId="urn:microsoft.com/office/officeart/2005/8/layout/default"/>
    <dgm:cxn modelId="{0DD199B4-8550-41CD-92E6-2D2F54CB60DD}" srcId="{3140689E-F62E-410F-87E0-FC89E62ED091}" destId="{CC63D1C4-1318-4C1A-9559-E187AB647175}" srcOrd="1" destOrd="0" parTransId="{775DCBB2-1967-4358-B3FD-5E94F48DD0E6}" sibTransId="{86E2A545-31B4-4304-9F3D-EB6866B5E3DD}"/>
    <dgm:cxn modelId="{FE506FCE-5B07-4FC0-AEF3-6AE1CD975955}" type="presOf" srcId="{53B26785-2FC1-4D4F-8D2B-A56C119D7C1D}" destId="{C4B7BA73-C903-446C-808B-6C98DE8BECA8}" srcOrd="0" destOrd="0" presId="urn:microsoft.com/office/officeart/2005/8/layout/default"/>
    <dgm:cxn modelId="{133E2ADC-4E60-4BDD-9F8D-1D497E1F6B3C}" srcId="{3140689E-F62E-410F-87E0-FC89E62ED091}" destId="{29A6B839-2339-4538-8068-528DE629C504}" srcOrd="2" destOrd="0" parTransId="{40EC465F-C4CC-4416-A912-76FCF8D8C829}" sibTransId="{D6D4C011-C5EB-4505-9DD6-06923D7C3575}"/>
    <dgm:cxn modelId="{7B43B1FE-B149-4478-B26D-1F155A19C918}" type="presOf" srcId="{CC63D1C4-1318-4C1A-9559-E187AB647175}" destId="{906CF5B4-FCDB-42A6-B69B-4002DEE7689A}" srcOrd="0" destOrd="0" presId="urn:microsoft.com/office/officeart/2005/8/layout/default"/>
    <dgm:cxn modelId="{FC75FFC5-6174-4C84-92FA-0FD322E1EE1F}" type="presParOf" srcId="{55BC3A63-3430-4D79-A5CD-ADE90EC3219A}" destId="{FC86C1F1-0303-473B-B525-6BB8814A0459}" srcOrd="0" destOrd="0" presId="urn:microsoft.com/office/officeart/2005/8/layout/default"/>
    <dgm:cxn modelId="{9770BEF8-604C-49F6-9267-64F2188E328C}" type="presParOf" srcId="{55BC3A63-3430-4D79-A5CD-ADE90EC3219A}" destId="{204C722A-AF95-4EC9-893D-1DEB8DD354DE}" srcOrd="1" destOrd="0" presId="urn:microsoft.com/office/officeart/2005/8/layout/default"/>
    <dgm:cxn modelId="{B10FF090-7F69-45B3-97CD-B4F15E0F4A69}" type="presParOf" srcId="{55BC3A63-3430-4D79-A5CD-ADE90EC3219A}" destId="{906CF5B4-FCDB-42A6-B69B-4002DEE7689A}" srcOrd="2" destOrd="0" presId="urn:microsoft.com/office/officeart/2005/8/layout/default"/>
    <dgm:cxn modelId="{21DBD0C7-C94D-4728-AB1B-2CC111DE8B81}" type="presParOf" srcId="{55BC3A63-3430-4D79-A5CD-ADE90EC3219A}" destId="{CAA486E8-CFF3-4508-95D2-74FA5D8B13E2}" srcOrd="3" destOrd="0" presId="urn:microsoft.com/office/officeart/2005/8/layout/default"/>
    <dgm:cxn modelId="{E35265EA-10E6-4E33-A691-AB98424172F7}" type="presParOf" srcId="{55BC3A63-3430-4D79-A5CD-ADE90EC3219A}" destId="{312FBD87-1DB0-45D5-BFDA-E8ED59D529B5}" srcOrd="4" destOrd="0" presId="urn:microsoft.com/office/officeart/2005/8/layout/default"/>
    <dgm:cxn modelId="{31AB8745-C724-4392-B526-501DCEAEDEEF}" type="presParOf" srcId="{55BC3A63-3430-4D79-A5CD-ADE90EC3219A}" destId="{10641D35-8322-4367-9CF2-881443AEF386}" srcOrd="5" destOrd="0" presId="urn:microsoft.com/office/officeart/2005/8/layout/default"/>
    <dgm:cxn modelId="{F9B28441-308E-48C7-823C-FCFB1D2D43D2}" type="presParOf" srcId="{55BC3A63-3430-4D79-A5CD-ADE90EC3219A}" destId="{C4B7BA73-C903-446C-808B-6C98DE8BECA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F9D2A2-E762-4E98-B2E2-16CEA2583816}">
      <dsp:nvSpPr>
        <dsp:cNvPr id="0" name=""/>
        <dsp:cNvSpPr/>
      </dsp:nvSpPr>
      <dsp:spPr>
        <a:xfrm>
          <a:off x="339344" y="859867"/>
          <a:ext cx="1056181" cy="10561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3C847E-8D3C-402C-8D11-39807D740DFA}">
      <dsp:nvSpPr>
        <dsp:cNvPr id="0" name=""/>
        <dsp:cNvSpPr/>
      </dsp:nvSpPr>
      <dsp:spPr>
        <a:xfrm>
          <a:off x="564432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8187A-FC61-4FEB-8D1D-793C0F70C53B}">
      <dsp:nvSpPr>
        <dsp:cNvPr id="0" name=""/>
        <dsp:cNvSpPr/>
      </dsp:nvSpPr>
      <dsp:spPr>
        <a:xfrm>
          <a:off x="1712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Non-volatile in nature</a:t>
          </a:r>
        </a:p>
      </dsp:txBody>
      <dsp:txXfrm>
        <a:off x="1712" y="2245024"/>
        <a:ext cx="1731445" cy="692578"/>
      </dsp:txXfrm>
    </dsp:sp>
    <dsp:sp modelId="{911D517D-BC0A-4C54-AC37-769C035F1B3A}">
      <dsp:nvSpPr>
        <dsp:cNvPr id="0" name=""/>
        <dsp:cNvSpPr/>
      </dsp:nvSpPr>
      <dsp:spPr>
        <a:xfrm>
          <a:off x="2373792" y="859867"/>
          <a:ext cx="1056181" cy="105618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7DC6D-A050-4719-B66B-CCCF1BA4C503}">
      <dsp:nvSpPr>
        <dsp:cNvPr id="0" name=""/>
        <dsp:cNvSpPr/>
      </dsp:nvSpPr>
      <dsp:spPr>
        <a:xfrm>
          <a:off x="2598880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FB3B5F-CC69-4D04-807B-640ED7B72D35}">
      <dsp:nvSpPr>
        <dsp:cNvPr id="0" name=""/>
        <dsp:cNvSpPr/>
      </dsp:nvSpPr>
      <dsp:spPr>
        <a:xfrm>
          <a:off x="2036160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External Hard drives</a:t>
          </a:r>
        </a:p>
      </dsp:txBody>
      <dsp:txXfrm>
        <a:off x="2036160" y="2245024"/>
        <a:ext cx="1731445" cy="692578"/>
      </dsp:txXfrm>
    </dsp:sp>
    <dsp:sp modelId="{CDF23532-6C22-44ED-A6B5-5D797EA4832F}">
      <dsp:nvSpPr>
        <dsp:cNvPr id="0" name=""/>
        <dsp:cNvSpPr/>
      </dsp:nvSpPr>
      <dsp:spPr>
        <a:xfrm>
          <a:off x="4408240" y="859867"/>
          <a:ext cx="1056181" cy="105618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EA206-6561-43F2-9402-D3A92389988A}">
      <dsp:nvSpPr>
        <dsp:cNvPr id="0" name=""/>
        <dsp:cNvSpPr/>
      </dsp:nvSpPr>
      <dsp:spPr>
        <a:xfrm>
          <a:off x="4633328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404BD2-B4F3-467E-95A2-AF8E87DF4C3C}">
      <dsp:nvSpPr>
        <dsp:cNvPr id="0" name=""/>
        <dsp:cNvSpPr/>
      </dsp:nvSpPr>
      <dsp:spPr>
        <a:xfrm>
          <a:off x="4070608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Flash Drives</a:t>
          </a:r>
        </a:p>
      </dsp:txBody>
      <dsp:txXfrm>
        <a:off x="4070608" y="2245024"/>
        <a:ext cx="1731445" cy="692578"/>
      </dsp:txXfrm>
    </dsp:sp>
    <dsp:sp modelId="{9AE34CD9-ED85-4F4A-9204-A1DE427F21F2}">
      <dsp:nvSpPr>
        <dsp:cNvPr id="0" name=""/>
        <dsp:cNvSpPr/>
      </dsp:nvSpPr>
      <dsp:spPr>
        <a:xfrm>
          <a:off x="6442688" y="859867"/>
          <a:ext cx="1056181" cy="105618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37CDF-958E-4332-9AE2-F9DCC3F64D3C}">
      <dsp:nvSpPr>
        <dsp:cNvPr id="0" name=""/>
        <dsp:cNvSpPr/>
      </dsp:nvSpPr>
      <dsp:spPr>
        <a:xfrm>
          <a:off x="6667776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057DC9-4389-406A-8116-FBB22D0117F8}">
      <dsp:nvSpPr>
        <dsp:cNvPr id="0" name=""/>
        <dsp:cNvSpPr/>
      </dsp:nvSpPr>
      <dsp:spPr>
        <a:xfrm>
          <a:off x="6105057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Optical Drives</a:t>
          </a:r>
        </a:p>
      </dsp:txBody>
      <dsp:txXfrm>
        <a:off x="6105057" y="2245024"/>
        <a:ext cx="1731445" cy="692578"/>
      </dsp:txXfrm>
    </dsp:sp>
    <dsp:sp modelId="{0B18EC73-BE64-4AE4-B145-79EBBF1EFB2E}">
      <dsp:nvSpPr>
        <dsp:cNvPr id="0" name=""/>
        <dsp:cNvSpPr/>
      </dsp:nvSpPr>
      <dsp:spPr>
        <a:xfrm>
          <a:off x="8477137" y="859867"/>
          <a:ext cx="1056181" cy="105618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4CC3EB-6778-4202-A72E-0B5F58337DD3}">
      <dsp:nvSpPr>
        <dsp:cNvPr id="0" name=""/>
        <dsp:cNvSpPr/>
      </dsp:nvSpPr>
      <dsp:spPr>
        <a:xfrm>
          <a:off x="8702225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1C0BB7-0BAB-41AF-B0A4-FC0E33A229FD}">
      <dsp:nvSpPr>
        <dsp:cNvPr id="0" name=""/>
        <dsp:cNvSpPr/>
      </dsp:nvSpPr>
      <dsp:spPr>
        <a:xfrm>
          <a:off x="8139505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Internet Locations!</a:t>
          </a:r>
        </a:p>
      </dsp:txBody>
      <dsp:txXfrm>
        <a:off x="8139505" y="2245024"/>
        <a:ext cx="1731445" cy="692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6C1F1-0303-473B-B525-6BB8814A0459}">
      <dsp:nvSpPr>
        <dsp:cNvPr id="0" name=""/>
        <dsp:cNvSpPr/>
      </dsp:nvSpPr>
      <dsp:spPr>
        <a:xfrm>
          <a:off x="787" y="237401"/>
          <a:ext cx="3071603" cy="18429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RJ45 Crimper</a:t>
          </a:r>
        </a:p>
      </dsp:txBody>
      <dsp:txXfrm>
        <a:off x="787" y="237401"/>
        <a:ext cx="3071603" cy="1842962"/>
      </dsp:txXfrm>
    </dsp:sp>
    <dsp:sp modelId="{906CF5B4-FCDB-42A6-B69B-4002DEE7689A}">
      <dsp:nvSpPr>
        <dsp:cNvPr id="0" name=""/>
        <dsp:cNvSpPr/>
      </dsp:nvSpPr>
      <dsp:spPr>
        <a:xfrm>
          <a:off x="3379551" y="237401"/>
          <a:ext cx="3071603" cy="1842962"/>
        </a:xfrm>
        <a:prstGeom prst="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Cable Tester</a:t>
          </a:r>
        </a:p>
      </dsp:txBody>
      <dsp:txXfrm>
        <a:off x="3379551" y="237401"/>
        <a:ext cx="3071603" cy="1842962"/>
      </dsp:txXfrm>
    </dsp:sp>
    <dsp:sp modelId="{312FBD87-1DB0-45D5-BFDA-E8ED59D529B5}">
      <dsp:nvSpPr>
        <dsp:cNvPr id="0" name=""/>
        <dsp:cNvSpPr/>
      </dsp:nvSpPr>
      <dsp:spPr>
        <a:xfrm>
          <a:off x="787" y="2387523"/>
          <a:ext cx="3071603" cy="1842962"/>
        </a:xfrm>
        <a:prstGeom prst="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Fiber Cleaver</a:t>
          </a:r>
        </a:p>
      </dsp:txBody>
      <dsp:txXfrm>
        <a:off x="787" y="2387523"/>
        <a:ext cx="3071603" cy="1842962"/>
      </dsp:txXfrm>
    </dsp:sp>
    <dsp:sp modelId="{C4B7BA73-C903-446C-808B-6C98DE8BECA8}">
      <dsp:nvSpPr>
        <dsp:cNvPr id="0" name=""/>
        <dsp:cNvSpPr/>
      </dsp:nvSpPr>
      <dsp:spPr>
        <a:xfrm>
          <a:off x="3379551" y="2387523"/>
          <a:ext cx="3071603" cy="1842962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Fiber Fuser</a:t>
          </a:r>
        </a:p>
      </dsp:txBody>
      <dsp:txXfrm>
        <a:off x="3379551" y="2387523"/>
        <a:ext cx="3071603" cy="18429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Devices and Peripherals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89871-315C-145E-9567-E1936C97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404" y="609600"/>
            <a:ext cx="6822744" cy="1356360"/>
          </a:xfrm>
        </p:spPr>
        <p:txBody>
          <a:bodyPr>
            <a:normAutofit/>
          </a:bodyPr>
          <a:lstStyle/>
          <a:p>
            <a:r>
              <a:rPr lang="en-US" dirty="0"/>
              <a:t>Devices and Peripherals</a:t>
            </a:r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877FB7D3-F3CE-32E3-1074-A39C1FC09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065" y="1860302"/>
            <a:ext cx="3135414" cy="31354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7301B-4D45-1679-4735-A1B6D9C33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404" y="2057400"/>
            <a:ext cx="6822744" cy="4038600"/>
          </a:xfrm>
        </p:spPr>
        <p:txBody>
          <a:bodyPr>
            <a:normAutofit/>
          </a:bodyPr>
          <a:lstStyle/>
          <a:p>
            <a:r>
              <a:rPr lang="en-US" dirty="0"/>
              <a:t>Not everything will be INSIDE our computer </a:t>
            </a:r>
          </a:p>
          <a:p>
            <a:r>
              <a:rPr lang="en-US" dirty="0"/>
              <a:t>We will want to add devices to the outside of our computer </a:t>
            </a:r>
          </a:p>
          <a:p>
            <a:r>
              <a:rPr lang="en-US" dirty="0"/>
              <a:t>Storage</a:t>
            </a:r>
          </a:p>
          <a:p>
            <a:r>
              <a:rPr lang="en-US" dirty="0"/>
              <a:t>Graphic Devices</a:t>
            </a:r>
          </a:p>
          <a:p>
            <a:r>
              <a:rPr lang="en-US" dirty="0"/>
              <a:t>Network</a:t>
            </a:r>
          </a:p>
          <a:p>
            <a:r>
              <a:rPr lang="en-US" dirty="0"/>
              <a:t>Printers</a:t>
            </a:r>
          </a:p>
          <a:p>
            <a:r>
              <a:rPr lang="en-US" dirty="0"/>
              <a:t>Network Devices</a:t>
            </a:r>
          </a:p>
        </p:txBody>
      </p:sp>
    </p:spTree>
    <p:extLst>
      <p:ext uri="{BB962C8B-B14F-4D97-AF65-F5344CB8AC3E}">
        <p14:creationId xmlns:p14="http://schemas.microsoft.com/office/powerpoint/2010/main" val="2077234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05BDD-C000-E093-A269-294CCF50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Storage Devices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1732D8-08F6-B664-F972-F55E2AAFC0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432213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7282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644C8-220B-8829-D2A0-9E4B68EC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9BCD7-9279-B3B2-FB63-46C0E29F0F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Monitors</a:t>
            </a:r>
          </a:p>
          <a:p>
            <a:r>
              <a:rPr lang="en-US" dirty="0"/>
              <a:t>Provide visual interface between user and computer</a:t>
            </a:r>
          </a:p>
          <a:p>
            <a:r>
              <a:rPr lang="en-US" dirty="0"/>
              <a:t>LCD (Liquid Crystal Display)</a:t>
            </a:r>
          </a:p>
          <a:p>
            <a:r>
              <a:rPr lang="en-US" dirty="0"/>
              <a:t>OLED (Organic Light Emitting Diode</a:t>
            </a:r>
          </a:p>
          <a:p>
            <a:r>
              <a:rPr lang="en-US" dirty="0"/>
              <a:t>Resolution</a:t>
            </a:r>
          </a:p>
          <a:p>
            <a:r>
              <a:rPr lang="en-US" dirty="0"/>
              <a:t>Refresh Rate</a:t>
            </a:r>
          </a:p>
          <a:p>
            <a:r>
              <a:rPr lang="en-US" dirty="0"/>
              <a:t>Screen Size</a:t>
            </a:r>
          </a:p>
          <a:p>
            <a:r>
              <a:rPr lang="en-US" dirty="0"/>
              <a:t>Aspect Ratio</a:t>
            </a:r>
          </a:p>
          <a:p>
            <a:r>
              <a:rPr lang="en-US" dirty="0"/>
              <a:t>Response Time</a:t>
            </a:r>
          </a:p>
        </p:txBody>
      </p:sp>
      <p:pic>
        <p:nvPicPr>
          <p:cNvPr id="1026" name="Picture 2" descr="Dell® E1916HV 18.5&quot; WXGA LCD Monitor">
            <a:extLst>
              <a:ext uri="{FF2B5EF4-FFF2-40B4-BE49-F238E27FC236}">
                <a16:creationId xmlns:a16="http://schemas.microsoft.com/office/drawing/2014/main" id="{43F5D03F-F4CE-97E0-DEEE-E55AA52E48D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369" y="2057400"/>
            <a:ext cx="402272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487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2B9B0-52FF-A32E-DDCB-39404D5A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3BAB6-E6B5-31D0-33A0-DAEEBF0BD0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Projects image onto a larger surface</a:t>
            </a:r>
          </a:p>
          <a:p>
            <a:r>
              <a:rPr lang="en-US" dirty="0"/>
              <a:t>Screen or Wall</a:t>
            </a:r>
          </a:p>
          <a:p>
            <a:r>
              <a:rPr lang="en-US" dirty="0"/>
              <a:t>Larger Screens</a:t>
            </a:r>
          </a:p>
          <a:p>
            <a:r>
              <a:rPr lang="en-US" dirty="0"/>
              <a:t>Prone to light diffusion</a:t>
            </a:r>
          </a:p>
          <a:p>
            <a:r>
              <a:rPr lang="en-US" dirty="0"/>
              <a:t>Brightness (Lumens) must be HIGH!</a:t>
            </a:r>
          </a:p>
        </p:txBody>
      </p:sp>
      <p:pic>
        <p:nvPicPr>
          <p:cNvPr id="2050" name="Picture 2" descr="Epson Home Cinema 5050UB Front">
            <a:extLst>
              <a:ext uri="{FF2B5EF4-FFF2-40B4-BE49-F238E27FC236}">
                <a16:creationId xmlns:a16="http://schemas.microsoft.com/office/drawing/2014/main" id="{9E710D3F-0BB2-3009-52C0-26430D5BD84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620206"/>
            <a:ext cx="4754563" cy="289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902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07FA-1B76-3C25-5AFB-3455C4C5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TV’s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B2C54-1B6B-A242-C2D6-4EEF544ED3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TV’s can be Smart</a:t>
            </a:r>
          </a:p>
          <a:p>
            <a:r>
              <a:rPr lang="en-US" dirty="0"/>
              <a:t>Connected to Internet</a:t>
            </a:r>
          </a:p>
          <a:p>
            <a:r>
              <a:rPr lang="en-US" dirty="0"/>
              <a:t>Download additional Applications</a:t>
            </a:r>
          </a:p>
          <a:p>
            <a:r>
              <a:rPr lang="en-US" dirty="0"/>
              <a:t>Stream from multiple sources</a:t>
            </a:r>
          </a:p>
        </p:txBody>
      </p:sp>
      <p:pic>
        <p:nvPicPr>
          <p:cNvPr id="3074" name="Picture 2" descr="VIZIO 32&amp;#34; Class HD 720p LED Smart TV - VHD32M-08, 1 of 17">
            <a:extLst>
              <a:ext uri="{FF2B5EF4-FFF2-40B4-BE49-F238E27FC236}">
                <a16:creationId xmlns:a16="http://schemas.microsoft.com/office/drawing/2014/main" id="{3EC96499-00B8-18FF-6F18-EC5FB5D256B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369" y="2057400"/>
            <a:ext cx="402272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497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E9F8D-9EB6-A07D-EBD8-BD7FA5A1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Mirroring and Casting</a:t>
            </a:r>
          </a:p>
        </p:txBody>
      </p:sp>
      <p:pic>
        <p:nvPicPr>
          <p:cNvPr id="4098" name="Picture 2" descr="Screen Mirroring &amp; Cast to TV - Apps on Google Play">
            <a:extLst>
              <a:ext uri="{FF2B5EF4-FFF2-40B4-BE49-F238E27FC236}">
                <a16:creationId xmlns:a16="http://schemas.microsoft.com/office/drawing/2014/main" id="{C0A458E6-BEC1-8870-A241-59C459FFE73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131152"/>
            <a:ext cx="4593715" cy="459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8B2D2-DC68-A1BE-F033-06959BDD1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Mirroring</a:t>
            </a:r>
          </a:p>
          <a:p>
            <a:pPr lvl="1"/>
            <a:r>
              <a:rPr lang="en-US" dirty="0"/>
              <a:t>Duplicates your entire screen</a:t>
            </a:r>
          </a:p>
          <a:p>
            <a:pPr lvl="1"/>
            <a:r>
              <a:rPr lang="en-US" dirty="0"/>
              <a:t>Good for Presentations</a:t>
            </a:r>
          </a:p>
          <a:p>
            <a:pPr lvl="1"/>
            <a:r>
              <a:rPr lang="en-US" dirty="0"/>
              <a:t>Demonstrations</a:t>
            </a:r>
          </a:p>
          <a:p>
            <a:pPr lvl="1"/>
            <a:r>
              <a:rPr lang="en-US" dirty="0"/>
              <a:t>Gaming</a:t>
            </a:r>
          </a:p>
          <a:p>
            <a:r>
              <a:rPr lang="en-US" dirty="0"/>
              <a:t>Casting</a:t>
            </a:r>
          </a:p>
          <a:p>
            <a:pPr lvl="1"/>
            <a:r>
              <a:rPr lang="en-US" dirty="0"/>
              <a:t>Usually duplicates application </a:t>
            </a:r>
          </a:p>
          <a:p>
            <a:pPr lvl="1"/>
            <a:r>
              <a:rPr lang="en-US" dirty="0"/>
              <a:t>Streaming Videos</a:t>
            </a:r>
          </a:p>
          <a:p>
            <a:pPr lvl="1"/>
            <a:r>
              <a:rPr lang="en-US" dirty="0"/>
              <a:t>Playing Music</a:t>
            </a:r>
          </a:p>
          <a:p>
            <a:pPr lvl="1"/>
            <a:r>
              <a:rPr lang="en-US" dirty="0"/>
              <a:t>Displaying Photos</a:t>
            </a:r>
          </a:p>
          <a:p>
            <a:pPr lvl="1"/>
            <a:r>
              <a:rPr lang="en-US" dirty="0"/>
              <a:t>Presenting SPECIFIC apps</a:t>
            </a:r>
          </a:p>
        </p:txBody>
      </p:sp>
    </p:spTree>
    <p:extLst>
      <p:ext uri="{BB962C8B-B14F-4D97-AF65-F5344CB8AC3E}">
        <p14:creationId xmlns:p14="http://schemas.microsoft.com/office/powerpoint/2010/main" val="319318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37744E-F5F6-4ED5-9F5F-21183A8FE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9D7C55-D0C1-4B48-ADC5-A9E322B1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962E72-676F-4381-ADE8-56784BE75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849E83B-D321-35F9-3AA6-4B419DC1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8424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cap="all">
                <a:solidFill>
                  <a:srgbClr val="FFFFFF"/>
                </a:solidFill>
              </a:rPr>
              <a:t>Types of Cables - USB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33E3A2-718D-407B-B797-7F360019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AC429F-9407-6B07-90F6-F880C694B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2055" y="728472"/>
            <a:ext cx="7040268" cy="302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703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37744E-F5F6-4ED5-9F5F-21183A8FE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9D7C55-D0C1-4B48-ADC5-A9E322B1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962E72-676F-4381-ADE8-56784BE75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0209637-CFE8-99F4-F289-D94BC0EBA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8424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600" b="1" cap="all">
                <a:solidFill>
                  <a:srgbClr val="FFFFFF"/>
                </a:solidFill>
              </a:rPr>
              <a:t>Types of Cables - Display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33E3A2-718D-407B-B797-7F360019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FF1763-FC7C-805C-93E1-20CD991B1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772" y="744994"/>
            <a:ext cx="10752835" cy="301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28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9DC0970-B628-4F33-8F2A-582D40A45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63D483-4C73-4E5B-A4BF-4E9B9B51A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A44761-FCEA-4FC1-85B8-82D6C4BBA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46DCAF-7958-4322-BECF-D982BCCB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8CF66CB-7372-8212-1FEC-69CB86272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4208424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5600" b="1" cap="all">
                <a:solidFill>
                  <a:srgbClr val="FFFFFF"/>
                </a:solidFill>
              </a:rPr>
              <a:t>Types of Cables - Network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9E7213-D324-41E6-B3B6-C5643B22D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58F2F8-5D42-134A-7675-5DFCCAA21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866" y="1365055"/>
            <a:ext cx="5236268" cy="1754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BB766E-6BE7-8B6A-A1C6-BD352CEEB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7" y="1094088"/>
            <a:ext cx="5063914" cy="227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87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F69B-842A-11A8-B95C-4E36D169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Wi-Fi Adapters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E2411-B5FF-C245-BC8F-4084BD9025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Can be internal or external</a:t>
            </a:r>
          </a:p>
          <a:p>
            <a:r>
              <a:rPr lang="en-US" dirty="0"/>
              <a:t>Uses standard connections like USB</a:t>
            </a:r>
          </a:p>
          <a:p>
            <a:r>
              <a:rPr lang="en-US" dirty="0"/>
              <a:t>IEEE designed</a:t>
            </a:r>
          </a:p>
          <a:p>
            <a:pPr lvl="1"/>
            <a:r>
              <a:rPr lang="en-US" dirty="0"/>
              <a:t>802.11a</a:t>
            </a:r>
          </a:p>
          <a:p>
            <a:pPr lvl="1"/>
            <a:r>
              <a:rPr lang="en-US" dirty="0"/>
              <a:t>802.11b</a:t>
            </a:r>
          </a:p>
          <a:p>
            <a:pPr lvl="1"/>
            <a:r>
              <a:rPr lang="en-US" dirty="0"/>
              <a:t>802.11n</a:t>
            </a:r>
          </a:p>
          <a:p>
            <a:pPr lvl="1"/>
            <a:r>
              <a:rPr lang="en-US" dirty="0"/>
              <a:t>802.11ac</a:t>
            </a:r>
          </a:p>
          <a:p>
            <a:pPr lvl="1"/>
            <a:r>
              <a:rPr lang="en-US" dirty="0"/>
              <a:t>802.11ax</a:t>
            </a:r>
          </a:p>
          <a:p>
            <a:r>
              <a:rPr lang="en-US" dirty="0"/>
              <a:t>Different Spectrum </a:t>
            </a:r>
          </a:p>
          <a:p>
            <a:pPr lvl="1"/>
            <a:r>
              <a:rPr lang="en-US" dirty="0"/>
              <a:t>2.4GHz</a:t>
            </a:r>
          </a:p>
          <a:p>
            <a:pPr lvl="1"/>
            <a:r>
              <a:rPr lang="en-US" dirty="0"/>
              <a:t>5.0GHz</a:t>
            </a:r>
          </a:p>
          <a:p>
            <a:pPr lvl="1"/>
            <a:r>
              <a:rPr lang="en-US" dirty="0"/>
              <a:t>6.0GHz</a:t>
            </a:r>
          </a:p>
        </p:txBody>
      </p:sp>
      <p:pic>
        <p:nvPicPr>
          <p:cNvPr id="1026" name="Picture 2" descr="The 3 Best USB Wi-Fi Adapters of 2025 | Reviews by Wirecutter">
            <a:extLst>
              <a:ext uri="{FF2B5EF4-FFF2-40B4-BE49-F238E27FC236}">
                <a16:creationId xmlns:a16="http://schemas.microsoft.com/office/drawing/2014/main" id="{284F162C-61AF-4BB7-4BE1-184E5010E95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484295"/>
            <a:ext cx="4754563" cy="316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762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A676-CDE1-F1FE-F39C-0766D0D64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Bluetooth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83B14-1172-BCDE-EB33-BCECD99C70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Short Range wireless</a:t>
            </a:r>
          </a:p>
          <a:p>
            <a:r>
              <a:rPr lang="en-US" dirty="0"/>
              <a:t>10m (33 Feet) range</a:t>
            </a:r>
          </a:p>
          <a:p>
            <a:r>
              <a:rPr lang="en-US" dirty="0"/>
              <a:t>Connect different devices</a:t>
            </a:r>
          </a:p>
          <a:p>
            <a:pPr lvl="1"/>
            <a:r>
              <a:rPr lang="en-US" dirty="0"/>
              <a:t>Keyboards</a:t>
            </a:r>
          </a:p>
          <a:p>
            <a:pPr lvl="1"/>
            <a:r>
              <a:rPr lang="en-US" dirty="0"/>
              <a:t>Mice</a:t>
            </a:r>
          </a:p>
          <a:p>
            <a:pPr lvl="1"/>
            <a:r>
              <a:rPr lang="en-US" dirty="0"/>
              <a:t>Headphones</a:t>
            </a:r>
          </a:p>
          <a:p>
            <a:pPr lvl="1"/>
            <a:r>
              <a:rPr lang="en-US" dirty="0"/>
              <a:t>Speakers</a:t>
            </a:r>
          </a:p>
          <a:p>
            <a:pPr lvl="1"/>
            <a:r>
              <a:rPr lang="en-US" dirty="0"/>
              <a:t>Different Devices (Smartphones)</a:t>
            </a:r>
          </a:p>
        </p:txBody>
      </p:sp>
      <p:pic>
        <p:nvPicPr>
          <p:cNvPr id="2050" name="Picture 2" descr="Plugable USB Bluetooth Adapter for PC, Bluetooth 5.0 Dongle">
            <a:extLst>
              <a:ext uri="{FF2B5EF4-FFF2-40B4-BE49-F238E27FC236}">
                <a16:creationId xmlns:a16="http://schemas.microsoft.com/office/drawing/2014/main" id="{53559FFB-FF6E-ADE1-C3D0-02D7F9DF07E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369" y="2057400"/>
            <a:ext cx="402272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633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4DB4E-FF29-B210-917B-632924F9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NFC and RFID</a:t>
            </a:r>
          </a:p>
        </p:txBody>
      </p:sp>
      <p:pic>
        <p:nvPicPr>
          <p:cNvPr id="3074" name="Picture 2" descr="RFID vs. NFC: Key Differences in Asset Tracking">
            <a:extLst>
              <a:ext uri="{FF2B5EF4-FFF2-40B4-BE49-F238E27FC236}">
                <a16:creationId xmlns:a16="http://schemas.microsoft.com/office/drawing/2014/main" id="{7C0F12D4-CBCD-0958-44F9-577F65C57D1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2128210"/>
            <a:ext cx="6045576" cy="2599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B69FB-1C0F-7974-438A-64CC0D0FA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Very Short-Range Communication</a:t>
            </a:r>
          </a:p>
          <a:p>
            <a:r>
              <a:rPr lang="en-US" sz="1600"/>
              <a:t>Tap to Pay</a:t>
            </a:r>
          </a:p>
          <a:p>
            <a:r>
              <a:rPr lang="en-US" sz="1600"/>
              <a:t>Entry into Buildings</a:t>
            </a:r>
          </a:p>
          <a:p>
            <a:r>
              <a:rPr lang="en-US" sz="1600"/>
              <a:t>Uses EMF to power data transfer</a:t>
            </a:r>
          </a:p>
        </p:txBody>
      </p:sp>
    </p:spTree>
    <p:extLst>
      <p:ext uri="{BB962C8B-B14F-4D97-AF65-F5344CB8AC3E}">
        <p14:creationId xmlns:p14="http://schemas.microsoft.com/office/powerpoint/2010/main" val="3239140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94ECE-3C29-55A9-7F4B-6C378B2E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Service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8DB68-9F87-C32F-4457-3FBE1E48F5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DSL</a:t>
            </a:r>
          </a:p>
          <a:p>
            <a:r>
              <a:rPr lang="en-US" dirty="0"/>
              <a:t>Cable</a:t>
            </a:r>
          </a:p>
          <a:p>
            <a:r>
              <a:rPr lang="en-US" dirty="0"/>
              <a:t>Fiber Optic Internet</a:t>
            </a:r>
          </a:p>
          <a:p>
            <a:r>
              <a:rPr lang="en-US" dirty="0"/>
              <a:t>Satellite </a:t>
            </a:r>
          </a:p>
          <a:p>
            <a:r>
              <a:rPr lang="en-US" dirty="0"/>
              <a:t>Cellular</a:t>
            </a:r>
          </a:p>
          <a:p>
            <a:r>
              <a:rPr lang="en-US" dirty="0"/>
              <a:t>Wireless</a:t>
            </a:r>
          </a:p>
          <a:p>
            <a:r>
              <a:rPr lang="en-US" dirty="0"/>
              <a:t>RF</a:t>
            </a:r>
          </a:p>
        </p:txBody>
      </p:sp>
      <p:pic>
        <p:nvPicPr>
          <p:cNvPr id="4098" name="Picture 2" descr="Most Popular Internet Service Providers In Arizona – DMS Arizona">
            <a:extLst>
              <a:ext uri="{FF2B5EF4-FFF2-40B4-BE49-F238E27FC236}">
                <a16:creationId xmlns:a16="http://schemas.microsoft.com/office/drawing/2014/main" id="{A901EB2D-D196-C23D-C299-1E843859692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369" y="2057400"/>
            <a:ext cx="402272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052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1D37744E-F5F6-4ED5-9F5F-21183A8FE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5131" name="Straight Connector 5130">
            <a:extLst>
              <a:ext uri="{FF2B5EF4-FFF2-40B4-BE49-F238E27FC236}">
                <a16:creationId xmlns:a16="http://schemas.microsoft.com/office/drawing/2014/main" id="{DD9D7C55-D0C1-4B48-ADC5-A9E322B1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0BCB6D3E-2815-49BC-A13F-4EFD17509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5135" name="Rectangle 5134">
            <a:extLst>
              <a:ext uri="{FF2B5EF4-FFF2-40B4-BE49-F238E27FC236}">
                <a16:creationId xmlns:a16="http://schemas.microsoft.com/office/drawing/2014/main" id="{C77A9593-26A9-4234-8351-9339ABF91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246887"/>
            <a:ext cx="4397755" cy="6377939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5137" name="Straight Connector 5136">
            <a:extLst>
              <a:ext uri="{FF2B5EF4-FFF2-40B4-BE49-F238E27FC236}">
                <a16:creationId xmlns:a16="http://schemas.microsoft.com/office/drawing/2014/main" id="{6E1AD3BD-190E-448E-9100-7E7AAB9BB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70284" y="4405863"/>
            <a:ext cx="2763075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9" name="Rectangle 5138">
            <a:extLst>
              <a:ext uri="{FF2B5EF4-FFF2-40B4-BE49-F238E27FC236}">
                <a16:creationId xmlns:a16="http://schemas.microsoft.com/office/drawing/2014/main" id="{7723AC0F-348F-4B67-BAC9-F3049BD20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FAD32F-52C4-9C87-2657-CB14363D3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38" y="857675"/>
            <a:ext cx="3113366" cy="36228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600" b="1" cap="all">
                <a:solidFill>
                  <a:srgbClr val="FFFFFF"/>
                </a:solidFill>
              </a:rPr>
              <a:t>Network Devices</a:t>
            </a:r>
          </a:p>
        </p:txBody>
      </p:sp>
      <p:pic>
        <p:nvPicPr>
          <p:cNvPr id="5122" name="Picture 2" descr="Network Devices: Common Types and Their Functions">
            <a:extLst>
              <a:ext uri="{FF2B5EF4-FFF2-40B4-BE49-F238E27FC236}">
                <a16:creationId xmlns:a16="http://schemas.microsoft.com/office/drawing/2014/main" id="{CC37D9FC-09AF-75AF-11C3-283216982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342286"/>
            <a:ext cx="6045576" cy="417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898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ACD98-2B58-1A21-353C-3E8531B5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8A552-D96A-44C6-CC45-E60446E1C8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modem connects your local network to your ISP</a:t>
            </a:r>
          </a:p>
          <a:p>
            <a:r>
              <a:rPr lang="en-US" dirty="0"/>
              <a:t>Modulator/Demodulator</a:t>
            </a:r>
          </a:p>
          <a:p>
            <a:r>
              <a:rPr lang="en-US" dirty="0"/>
              <a:t>Converts Analog and Digital Signals to allow for transmission over DSL or Cable (Coax)</a:t>
            </a:r>
          </a:p>
        </p:txBody>
      </p:sp>
      <p:pic>
        <p:nvPicPr>
          <p:cNvPr id="6146" name="Picture 2" descr="Motorola Multi-Gig Speed DOCSIS 3.1 Cable Modem | mb8611 | Motorola Network">
            <a:extLst>
              <a:ext uri="{FF2B5EF4-FFF2-40B4-BE49-F238E27FC236}">
                <a16:creationId xmlns:a16="http://schemas.microsoft.com/office/drawing/2014/main" id="{43E4198C-038E-E2E3-2B6C-388E4E2A77C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369" y="2057400"/>
            <a:ext cx="402272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203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5D9C-64C3-27F5-690F-F6B3106E2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44E19-C13A-C85D-12AE-B29D2EB9DF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Connect multiple wired devices</a:t>
            </a:r>
          </a:p>
          <a:p>
            <a:r>
              <a:rPr lang="en-US" dirty="0"/>
              <a:t>Allows connections with RJ45 (Ethernet Cable)</a:t>
            </a:r>
          </a:p>
          <a:p>
            <a:r>
              <a:rPr lang="en-US" dirty="0"/>
              <a:t>Allows devices to communicate to each other</a:t>
            </a:r>
          </a:p>
        </p:txBody>
      </p:sp>
      <p:pic>
        <p:nvPicPr>
          <p:cNvPr id="7170" name="Picture 2" descr="8-port 1Gb Switch with 10gb SFP+ Uplink GS108X - NETGEAR">
            <a:extLst>
              <a:ext uri="{FF2B5EF4-FFF2-40B4-BE49-F238E27FC236}">
                <a16:creationId xmlns:a16="http://schemas.microsoft.com/office/drawing/2014/main" id="{85A204FE-E092-9BFC-B548-6C242C74D7C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285801"/>
            <a:ext cx="4754563" cy="3565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817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B5C49-AADF-6410-F911-89F574E1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Router</a:t>
            </a:r>
          </a:p>
        </p:txBody>
      </p:sp>
      <p:pic>
        <p:nvPicPr>
          <p:cNvPr id="8194" name="Picture 2" descr="TP-Link TL-MR6400 4G Wireless Router Black">
            <a:extLst>
              <a:ext uri="{FF2B5EF4-FFF2-40B4-BE49-F238E27FC236}">
                <a16:creationId xmlns:a16="http://schemas.microsoft.com/office/drawing/2014/main" id="{F6D58384-B5E1-DA2F-BB3D-C27F42CAB05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131152"/>
            <a:ext cx="4593715" cy="459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DCE72-9D47-C231-8044-BCE0E1F03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 router directs traffic from one network to another</a:t>
            </a:r>
          </a:p>
          <a:p>
            <a:r>
              <a:rPr lang="en-US" dirty="0"/>
              <a:t>Common in house holds to connect to an ISP </a:t>
            </a:r>
          </a:p>
          <a:p>
            <a:r>
              <a:rPr lang="en-US" dirty="0"/>
              <a:t>Looks at packets and decides which neighborhood to send it to</a:t>
            </a:r>
          </a:p>
        </p:txBody>
      </p:sp>
    </p:spTree>
    <p:extLst>
      <p:ext uri="{BB962C8B-B14F-4D97-AF65-F5344CB8AC3E}">
        <p14:creationId xmlns:p14="http://schemas.microsoft.com/office/powerpoint/2010/main" val="3817121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" name="Rectangle 9224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4A35C-B4BB-7AE8-D445-8EC470724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Wireless Access Point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4376F869-31FD-93B6-5FBD-A576592CB50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131152"/>
            <a:ext cx="4593715" cy="459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D9D07-E345-7EAF-127B-CAAE7C175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Connect wireless capable devices to a wired network</a:t>
            </a:r>
          </a:p>
          <a:p>
            <a:r>
              <a:rPr lang="en-US" dirty="0"/>
              <a:t>Laptops</a:t>
            </a:r>
          </a:p>
          <a:p>
            <a:r>
              <a:rPr lang="en-US" dirty="0"/>
              <a:t>Smartphones</a:t>
            </a:r>
          </a:p>
          <a:p>
            <a:r>
              <a:rPr lang="en-US" dirty="0"/>
              <a:t>Tablets</a:t>
            </a:r>
          </a:p>
        </p:txBody>
      </p:sp>
    </p:spTree>
    <p:extLst>
      <p:ext uri="{BB962C8B-B14F-4D97-AF65-F5344CB8AC3E}">
        <p14:creationId xmlns:p14="http://schemas.microsoft.com/office/powerpoint/2010/main" val="1878860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Rectangle 10246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65BD4-7529-6D23-69EF-920B431FE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Firewall</a:t>
            </a:r>
          </a:p>
        </p:txBody>
      </p:sp>
      <p:pic>
        <p:nvPicPr>
          <p:cNvPr id="10242" name="Picture 2" descr="Common Mistakes in Firewall Management and How to Avoid Them - Firewall  Support Center">
            <a:extLst>
              <a:ext uri="{FF2B5EF4-FFF2-40B4-BE49-F238E27FC236}">
                <a16:creationId xmlns:a16="http://schemas.microsoft.com/office/drawing/2014/main" id="{994A5868-E812-6B21-EA9C-9A17161BF93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1" r="23099" b="-2"/>
          <a:stretch>
            <a:fillRect/>
          </a:stretch>
        </p:blipFill>
        <p:spPr bwMode="auto">
          <a:xfrm>
            <a:off x="872064" y="857675"/>
            <a:ext cx="4593715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1BF4F-305E-1438-4B46-38D2FCB24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Security Devices</a:t>
            </a:r>
          </a:p>
          <a:p>
            <a:r>
              <a:rPr lang="en-US" dirty="0"/>
              <a:t>Monitors Incoming and Outgoing Traffic</a:t>
            </a:r>
          </a:p>
          <a:p>
            <a:r>
              <a:rPr lang="en-US" dirty="0"/>
              <a:t>Think of it like the security guard to your house</a:t>
            </a:r>
          </a:p>
          <a:p>
            <a:r>
              <a:rPr lang="en-US" dirty="0"/>
              <a:t>Allow and Block lists</a:t>
            </a:r>
          </a:p>
        </p:txBody>
      </p:sp>
    </p:spTree>
    <p:extLst>
      <p:ext uri="{BB962C8B-B14F-4D97-AF65-F5344CB8AC3E}">
        <p14:creationId xmlns:p14="http://schemas.microsoft.com/office/powerpoint/2010/main" val="323178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7E1E-E092-6FC7-3333-41E19839F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Network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91A133-D574-A95D-98AB-0059078F09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0086317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2442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23DAC-910E-C687-4F37-BCBBDE90A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Cable Crimper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AEA8E148-D2E2-3310-EB0F-5C9F56237E4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11" b="2"/>
          <a:stretch>
            <a:fillRect/>
          </a:stretch>
        </p:blipFill>
        <p:spPr bwMode="auto">
          <a:xfrm>
            <a:off x="872064" y="857675"/>
            <a:ext cx="4593715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1C9B6-DA9D-7132-BE3B-0DD94EE5D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Allows technicians to build different length cables</a:t>
            </a:r>
          </a:p>
          <a:p>
            <a:r>
              <a:rPr lang="en-US" dirty="0"/>
              <a:t>Used for all types of connections</a:t>
            </a:r>
          </a:p>
          <a:p>
            <a:r>
              <a:rPr lang="en-US" dirty="0"/>
              <a:t>RJ45 (Ethernet) is common in networking </a:t>
            </a:r>
          </a:p>
        </p:txBody>
      </p:sp>
    </p:spTree>
    <p:extLst>
      <p:ext uri="{BB962C8B-B14F-4D97-AF65-F5344CB8AC3E}">
        <p14:creationId xmlns:p14="http://schemas.microsoft.com/office/powerpoint/2010/main" val="1477510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12294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A2533-A3AD-6399-CD7D-E4E5AD8DD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Cable Testers</a:t>
            </a:r>
          </a:p>
        </p:txBody>
      </p:sp>
      <p:pic>
        <p:nvPicPr>
          <p:cNvPr id="12290" name="Picture 2" descr="JW-360 LAN Network Cable Tester Diagnose Tone Cat5 Cat6 RJ45 UTP STP Line  Finder">
            <a:extLst>
              <a:ext uri="{FF2B5EF4-FFF2-40B4-BE49-F238E27FC236}">
                <a16:creationId xmlns:a16="http://schemas.microsoft.com/office/drawing/2014/main" id="{8589FD62-6359-6733-3A00-DB4FA1C3BFA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131152"/>
            <a:ext cx="4593715" cy="459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B0DBA-0077-8F1B-1806-4A72920B5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Comes in all shapes and sizes</a:t>
            </a:r>
          </a:p>
          <a:p>
            <a:r>
              <a:rPr lang="en-US" dirty="0"/>
              <a:t>Use to test a cable length </a:t>
            </a:r>
          </a:p>
          <a:p>
            <a:r>
              <a:rPr lang="en-US" dirty="0"/>
              <a:t>Check for connectivity </a:t>
            </a:r>
          </a:p>
        </p:txBody>
      </p:sp>
    </p:spTree>
    <p:extLst>
      <p:ext uri="{BB962C8B-B14F-4D97-AF65-F5344CB8AC3E}">
        <p14:creationId xmlns:p14="http://schemas.microsoft.com/office/powerpoint/2010/main" val="2648227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85F1-86E9-0089-5AD6-7AD8069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Fiber Cleaver and Splicers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31F17-BDAF-DF48-5717-F768287E94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Fiber transports data through light </a:t>
            </a:r>
          </a:p>
          <a:p>
            <a:r>
              <a:rPr lang="en-US" dirty="0"/>
              <a:t>Special equipment needed</a:t>
            </a:r>
          </a:p>
          <a:p>
            <a:r>
              <a:rPr lang="en-US" dirty="0"/>
              <a:t>Cleavers cleans and prepares the fiber</a:t>
            </a:r>
          </a:p>
          <a:p>
            <a:r>
              <a:rPr lang="en-US" dirty="0"/>
              <a:t>Splicers fuse the cable together </a:t>
            </a:r>
          </a:p>
          <a:p>
            <a:r>
              <a:rPr lang="en-US" dirty="0"/>
              <a:t>Creating a new connection, longer cable, or fixing a break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67EF9CA4-629B-F999-0EE6-DBDA44D08E5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369" y="2057400"/>
            <a:ext cx="402272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742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Rectangle 14342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63D2B3-18DC-6165-CFC5-FFC10B2D4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Input Devices</a:t>
            </a:r>
          </a:p>
        </p:txBody>
      </p:sp>
      <p:pic>
        <p:nvPicPr>
          <p:cNvPr id="14338" name="Picture 2" descr="Input Devices of Computer Overview – stage.goglobalways">
            <a:extLst>
              <a:ext uri="{FF2B5EF4-FFF2-40B4-BE49-F238E27FC236}">
                <a16:creationId xmlns:a16="http://schemas.microsoft.com/office/drawing/2014/main" id="{B6351C2E-E0C0-D3E6-70A6-B4A77E40A1D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712577"/>
            <a:ext cx="6045576" cy="343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66B8E-10EE-F764-BD64-D0CA83C96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Keyboards</a:t>
            </a:r>
          </a:p>
          <a:p>
            <a:r>
              <a:rPr lang="en-US" sz="1600"/>
              <a:t>Mice</a:t>
            </a:r>
          </a:p>
          <a:p>
            <a:r>
              <a:rPr lang="en-US" sz="1600"/>
              <a:t>Scanners</a:t>
            </a:r>
          </a:p>
          <a:p>
            <a:r>
              <a:rPr lang="en-US" sz="1600"/>
              <a:t>Cameras</a:t>
            </a:r>
          </a:p>
          <a:p>
            <a:r>
              <a:rPr lang="en-US" sz="1600"/>
              <a:t>Microphones</a:t>
            </a:r>
          </a:p>
          <a:p>
            <a:r>
              <a:rPr lang="en-US" sz="1600"/>
              <a:t>Touchscreens</a:t>
            </a:r>
          </a:p>
        </p:txBody>
      </p:sp>
    </p:spTree>
    <p:extLst>
      <p:ext uri="{BB962C8B-B14F-4D97-AF65-F5344CB8AC3E}">
        <p14:creationId xmlns:p14="http://schemas.microsoft.com/office/powerpoint/2010/main" val="95127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15366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0B6AC-F670-54C1-3EAC-F97578787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Output Devices</a:t>
            </a:r>
          </a:p>
        </p:txBody>
      </p:sp>
      <p:pic>
        <p:nvPicPr>
          <p:cNvPr id="15362" name="Picture 2" descr="Output devices - Vrindawan University">
            <a:extLst>
              <a:ext uri="{FF2B5EF4-FFF2-40B4-BE49-F238E27FC236}">
                <a16:creationId xmlns:a16="http://schemas.microsoft.com/office/drawing/2014/main" id="{980086C3-A877-91C1-5137-4B01BE143EA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76"/>
          <a:stretch/>
        </p:blipFill>
        <p:spPr bwMode="auto">
          <a:xfrm>
            <a:off x="872064" y="1999130"/>
            <a:ext cx="6045576" cy="264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756F5-EB42-073C-44F7-7A4C68E87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Printers</a:t>
            </a:r>
          </a:p>
          <a:p>
            <a:r>
              <a:rPr lang="en-US" sz="1600"/>
              <a:t>Displays</a:t>
            </a:r>
          </a:p>
          <a:p>
            <a:r>
              <a:rPr lang="en-US" sz="1600"/>
              <a:t>Speakers</a:t>
            </a:r>
          </a:p>
          <a:p>
            <a:r>
              <a:rPr lang="en-US" sz="1600"/>
              <a:t>Headsets</a:t>
            </a:r>
          </a:p>
        </p:txBody>
      </p:sp>
    </p:spTree>
    <p:extLst>
      <p:ext uri="{BB962C8B-B14F-4D97-AF65-F5344CB8AC3E}">
        <p14:creationId xmlns:p14="http://schemas.microsoft.com/office/powerpoint/2010/main" val="1782288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Rectangle 16390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2311B-C801-EEED-4A94-AE8F2831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Uninterruptable Power Supply (UPS)</a:t>
            </a:r>
          </a:p>
        </p:txBody>
      </p:sp>
      <p:pic>
        <p:nvPicPr>
          <p:cNvPr id="16386" name="Picture 2" descr="The 3 Best Uninterruptible Power Supplies (UPS) of 2025 | Reviews by  Wirecutter">
            <a:extLst>
              <a:ext uri="{FF2B5EF4-FFF2-40B4-BE49-F238E27FC236}">
                <a16:creationId xmlns:a16="http://schemas.microsoft.com/office/drawing/2014/main" id="{1A299BD0-54FA-F25B-2DED-A40D49510C7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2279581"/>
            <a:ext cx="4593715" cy="2296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94A7E-1168-9E2C-DD27-39844FC03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Device that provides emergency power when main power is lost</a:t>
            </a:r>
          </a:p>
          <a:p>
            <a:r>
              <a:rPr lang="en-US" dirty="0"/>
              <a:t>Bought in WATTs</a:t>
            </a:r>
          </a:p>
          <a:p>
            <a:r>
              <a:rPr lang="en-US" dirty="0"/>
              <a:t>Can be of any size</a:t>
            </a:r>
          </a:p>
        </p:txBody>
      </p:sp>
    </p:spTree>
    <p:extLst>
      <p:ext uri="{BB962C8B-B14F-4D97-AF65-F5344CB8AC3E}">
        <p14:creationId xmlns:p14="http://schemas.microsoft.com/office/powerpoint/2010/main" val="440707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41</TotalTime>
  <Words>482</Words>
  <Application>Microsoft Office PowerPoint</Application>
  <PresentationFormat>Widescreen</PresentationFormat>
  <Paragraphs>147</Paragraphs>
  <Slides>28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Corbel</vt:lpstr>
      <vt:lpstr>Basis</vt:lpstr>
      <vt:lpstr>Chapter 6</vt:lpstr>
      <vt:lpstr>Devices and Peripherals</vt:lpstr>
      <vt:lpstr>Storage Devices</vt:lpstr>
      <vt:lpstr>Graphic Devices</vt:lpstr>
      <vt:lpstr>Projectors</vt:lpstr>
      <vt:lpstr>Smart TV’s</vt:lpstr>
      <vt:lpstr>Mirroring and Casting</vt:lpstr>
      <vt:lpstr>Types of Cables - USB</vt:lpstr>
      <vt:lpstr>Types of Cables - Display</vt:lpstr>
      <vt:lpstr>Types of Cables - Network</vt:lpstr>
      <vt:lpstr>Wi-Fi Adapters</vt:lpstr>
      <vt:lpstr>Bluetooth</vt:lpstr>
      <vt:lpstr>NFC and RFID</vt:lpstr>
      <vt:lpstr>Internet Service Provider</vt:lpstr>
      <vt:lpstr>Network Devices</vt:lpstr>
      <vt:lpstr>Modem</vt:lpstr>
      <vt:lpstr>Switch</vt:lpstr>
      <vt:lpstr>Router</vt:lpstr>
      <vt:lpstr>Wireless Access Point</vt:lpstr>
      <vt:lpstr>Firewall</vt:lpstr>
      <vt:lpstr>Network Tools</vt:lpstr>
      <vt:lpstr>Cable Crimper</vt:lpstr>
      <vt:lpstr>Cable Testers</vt:lpstr>
      <vt:lpstr>Fiber Cleaver and Splicers</vt:lpstr>
      <vt:lpstr>Input Devices</vt:lpstr>
      <vt:lpstr>Output Devices</vt:lpstr>
      <vt:lpstr>Uninterruptable Power Supply (UPS)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1</cp:revision>
  <dcterms:created xsi:type="dcterms:W3CDTF">2025-05-27T16:37:30Z</dcterms:created>
  <dcterms:modified xsi:type="dcterms:W3CDTF">2025-05-30T03:00:05Z</dcterms:modified>
</cp:coreProperties>
</file>