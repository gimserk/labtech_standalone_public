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undo custSel addSld delSld modSld">
      <pc:chgData name="Haskell, JT" userId="43ae342c-01b7-44d1-9e4c-5ccd6bbabb0e" providerId="ADAL" clId="{CEA7AC07-1597-4CB6-86BE-71BDC9F4B46D}" dt="2025-05-27T17:44:05.788" v="2287" actId="26606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  <pc:sldChg chg="addSp delSp modSp new mod setBg">
        <pc:chgData name="Haskell, JT" userId="43ae342c-01b7-44d1-9e4c-5ccd6bbabb0e" providerId="ADAL" clId="{CEA7AC07-1597-4CB6-86BE-71BDC9F4B46D}" dt="2025-05-27T17:31:39.785" v="175" actId="26606"/>
        <pc:sldMkLst>
          <pc:docMk/>
          <pc:sldMk cId="3715982815" sldId="265"/>
        </pc:sldMkLst>
        <pc:spChg chg="mod">
          <ac:chgData name="Haskell, JT" userId="43ae342c-01b7-44d1-9e4c-5ccd6bbabb0e" providerId="ADAL" clId="{CEA7AC07-1597-4CB6-86BE-71BDC9F4B46D}" dt="2025-05-27T17:31:29.261" v="174" actId="26606"/>
          <ac:spMkLst>
            <pc:docMk/>
            <pc:sldMk cId="3715982815" sldId="265"/>
            <ac:spMk id="2" creationId="{84910CA0-75B1-8F64-B747-7E5ED4449D76}"/>
          </ac:spMkLst>
        </pc:spChg>
        <pc:spChg chg="del mod">
          <ac:chgData name="Haskell, JT" userId="43ae342c-01b7-44d1-9e4c-5ccd6bbabb0e" providerId="ADAL" clId="{CEA7AC07-1597-4CB6-86BE-71BDC9F4B46D}" dt="2025-05-27T17:31:29.261" v="174" actId="26606"/>
          <ac:spMkLst>
            <pc:docMk/>
            <pc:sldMk cId="3715982815" sldId="265"/>
            <ac:spMk id="3" creationId="{1844ECFE-029A-1BB6-B7B6-9472A2712532}"/>
          </ac:spMkLst>
        </pc:spChg>
        <pc:spChg chg="add del">
          <ac:chgData name="Haskell, JT" userId="43ae342c-01b7-44d1-9e4c-5ccd6bbabb0e" providerId="ADAL" clId="{CEA7AC07-1597-4CB6-86BE-71BDC9F4B46D}" dt="2025-05-27T17:31:39.785" v="175" actId="26606"/>
          <ac:spMkLst>
            <pc:docMk/>
            <pc:sldMk cId="3715982815" sldId="265"/>
            <ac:spMk id="9" creationId="{B83E8C22-504C-4CA6-B605-D045DFB6D21F}"/>
          </ac:spMkLst>
        </pc:spChg>
        <pc:spChg chg="add del">
          <ac:chgData name="Haskell, JT" userId="43ae342c-01b7-44d1-9e4c-5ccd6bbabb0e" providerId="ADAL" clId="{CEA7AC07-1597-4CB6-86BE-71BDC9F4B46D}" dt="2025-05-27T17:31:39.785" v="175" actId="26606"/>
          <ac:spMkLst>
            <pc:docMk/>
            <pc:sldMk cId="3715982815" sldId="265"/>
            <ac:spMk id="11" creationId="{AD67450E-55EC-4621-8697-52443DDEAA3A}"/>
          </ac:spMkLst>
        </pc:spChg>
        <pc:spChg chg="add">
          <ac:chgData name="Haskell, JT" userId="43ae342c-01b7-44d1-9e4c-5ccd6bbabb0e" providerId="ADAL" clId="{CEA7AC07-1597-4CB6-86BE-71BDC9F4B46D}" dt="2025-05-27T17:31:39.785" v="175" actId="26606"/>
          <ac:spMkLst>
            <pc:docMk/>
            <pc:sldMk cId="3715982815" sldId="265"/>
            <ac:spMk id="16" creationId="{B83E8C22-504C-4CA6-B605-D045DFB6D21F}"/>
          </ac:spMkLst>
        </pc:spChg>
        <pc:spChg chg="add">
          <ac:chgData name="Haskell, JT" userId="43ae342c-01b7-44d1-9e4c-5ccd6bbabb0e" providerId="ADAL" clId="{CEA7AC07-1597-4CB6-86BE-71BDC9F4B46D}" dt="2025-05-27T17:31:39.785" v="175" actId="26606"/>
          <ac:spMkLst>
            <pc:docMk/>
            <pc:sldMk cId="3715982815" sldId="265"/>
            <ac:spMk id="18" creationId="{AD67450E-55EC-4621-8697-52443DDEAA3A}"/>
          </ac:spMkLst>
        </pc:spChg>
        <pc:graphicFrameChg chg="add mod modGraphic">
          <ac:chgData name="Haskell, JT" userId="43ae342c-01b7-44d1-9e4c-5ccd6bbabb0e" providerId="ADAL" clId="{CEA7AC07-1597-4CB6-86BE-71BDC9F4B46D}" dt="2025-05-27T17:31:39.785" v="175" actId="26606"/>
          <ac:graphicFrameMkLst>
            <pc:docMk/>
            <pc:sldMk cId="3715982815" sldId="265"/>
            <ac:graphicFrameMk id="5" creationId="{61DE1A88-A17D-EFC7-8941-13D9A0048CF1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34:44.142" v="624" actId="26606"/>
        <pc:sldMkLst>
          <pc:docMk/>
          <pc:sldMk cId="421116391" sldId="266"/>
        </pc:sldMkLst>
        <pc:spChg chg="mod">
          <ac:chgData name="Haskell, JT" userId="43ae342c-01b7-44d1-9e4c-5ccd6bbabb0e" providerId="ADAL" clId="{CEA7AC07-1597-4CB6-86BE-71BDC9F4B46D}" dt="2025-05-27T17:34:44.142" v="624" actId="26606"/>
          <ac:spMkLst>
            <pc:docMk/>
            <pc:sldMk cId="421116391" sldId="266"/>
            <ac:spMk id="2" creationId="{01E25501-F6D5-B69B-3536-F99F2869BC4D}"/>
          </ac:spMkLst>
        </pc:spChg>
        <pc:spChg chg="add del mod">
          <ac:chgData name="Haskell, JT" userId="43ae342c-01b7-44d1-9e4c-5ccd6bbabb0e" providerId="ADAL" clId="{CEA7AC07-1597-4CB6-86BE-71BDC9F4B46D}" dt="2025-05-27T17:34:44.142" v="624" actId="26606"/>
          <ac:spMkLst>
            <pc:docMk/>
            <pc:sldMk cId="421116391" sldId="266"/>
            <ac:spMk id="3" creationId="{9A8DC501-10D4-08AF-3BE7-4C2A04A481CA}"/>
          </ac:spMkLst>
        </pc:spChg>
        <pc:spChg chg="add del">
          <ac:chgData name="Haskell, JT" userId="43ae342c-01b7-44d1-9e4c-5ccd6bbabb0e" providerId="ADAL" clId="{CEA7AC07-1597-4CB6-86BE-71BDC9F4B46D}" dt="2025-05-27T17:34:44.125" v="623" actId="26606"/>
          <ac:spMkLst>
            <pc:docMk/>
            <pc:sldMk cId="421116391" sldId="266"/>
            <ac:spMk id="9" creationId="{B83E8C22-504C-4CA6-B605-D045DFB6D21F}"/>
          </ac:spMkLst>
        </pc:spChg>
        <pc:spChg chg="add del">
          <ac:chgData name="Haskell, JT" userId="43ae342c-01b7-44d1-9e4c-5ccd6bbabb0e" providerId="ADAL" clId="{CEA7AC07-1597-4CB6-86BE-71BDC9F4B46D}" dt="2025-05-27T17:34:44.125" v="623" actId="26606"/>
          <ac:spMkLst>
            <pc:docMk/>
            <pc:sldMk cId="421116391" sldId="266"/>
            <ac:spMk id="11" creationId="{AD67450E-55EC-4621-8697-52443DDEAA3A}"/>
          </ac:spMkLst>
        </pc:spChg>
        <pc:graphicFrameChg chg="add del">
          <ac:chgData name="Haskell, JT" userId="43ae342c-01b7-44d1-9e4c-5ccd6bbabb0e" providerId="ADAL" clId="{CEA7AC07-1597-4CB6-86BE-71BDC9F4B46D}" dt="2025-05-27T17:34:44.125" v="623" actId="26606"/>
          <ac:graphicFrameMkLst>
            <pc:docMk/>
            <pc:sldMk cId="421116391" sldId="266"/>
            <ac:graphicFrameMk id="5" creationId="{528295CE-65C9-FF8A-3A18-2CB5667150A8}"/>
          </ac:graphicFrameMkLst>
        </pc:graphicFrameChg>
        <pc:graphicFrameChg chg="add">
          <ac:chgData name="Haskell, JT" userId="43ae342c-01b7-44d1-9e4c-5ccd6bbabb0e" providerId="ADAL" clId="{CEA7AC07-1597-4CB6-86BE-71BDC9F4B46D}" dt="2025-05-27T17:34:44.142" v="624" actId="26606"/>
          <ac:graphicFrameMkLst>
            <pc:docMk/>
            <pc:sldMk cId="421116391" sldId="266"/>
            <ac:graphicFrameMk id="13" creationId="{363CD3AA-FFCD-6189-8C50-67912AB3FADE}"/>
          </ac:graphicFrameMkLst>
        </pc:graphicFrameChg>
      </pc:sldChg>
      <pc:sldChg chg="modSp new mod">
        <pc:chgData name="Haskell, JT" userId="43ae342c-01b7-44d1-9e4c-5ccd6bbabb0e" providerId="ADAL" clId="{CEA7AC07-1597-4CB6-86BE-71BDC9F4B46D}" dt="2025-05-27T17:34:30.390" v="620" actId="255"/>
        <pc:sldMkLst>
          <pc:docMk/>
          <pc:sldMk cId="3978744141" sldId="267"/>
        </pc:sldMkLst>
        <pc:spChg chg="mod">
          <ac:chgData name="Haskell, JT" userId="43ae342c-01b7-44d1-9e4c-5ccd6bbabb0e" providerId="ADAL" clId="{CEA7AC07-1597-4CB6-86BE-71BDC9F4B46D}" dt="2025-05-27T17:33:30.691" v="438" actId="20577"/>
          <ac:spMkLst>
            <pc:docMk/>
            <pc:sldMk cId="3978744141" sldId="267"/>
            <ac:spMk id="2" creationId="{022CEF5C-1379-2B60-797B-7EB9A40BEA16}"/>
          </ac:spMkLst>
        </pc:spChg>
        <pc:spChg chg="mod">
          <ac:chgData name="Haskell, JT" userId="43ae342c-01b7-44d1-9e4c-5ccd6bbabb0e" providerId="ADAL" clId="{CEA7AC07-1597-4CB6-86BE-71BDC9F4B46D}" dt="2025-05-27T17:34:30.390" v="620" actId="255"/>
          <ac:spMkLst>
            <pc:docMk/>
            <pc:sldMk cId="3978744141" sldId="267"/>
            <ac:spMk id="3" creationId="{6AD83455-ABC5-880B-4691-251F1918AD72}"/>
          </ac:spMkLst>
        </pc:spChg>
      </pc:sldChg>
      <pc:sldChg chg="addSp delSp modSp new mod setBg">
        <pc:chgData name="Haskell, JT" userId="43ae342c-01b7-44d1-9e4c-5ccd6bbabb0e" providerId="ADAL" clId="{CEA7AC07-1597-4CB6-86BE-71BDC9F4B46D}" dt="2025-05-27T17:36:35.904" v="929" actId="20577"/>
        <pc:sldMkLst>
          <pc:docMk/>
          <pc:sldMk cId="1750249216" sldId="268"/>
        </pc:sldMkLst>
        <pc:spChg chg="mod">
          <ac:chgData name="Haskell, JT" userId="43ae342c-01b7-44d1-9e4c-5ccd6bbabb0e" providerId="ADAL" clId="{CEA7AC07-1597-4CB6-86BE-71BDC9F4B46D}" dt="2025-05-27T17:36:35.904" v="929" actId="20577"/>
          <ac:spMkLst>
            <pc:docMk/>
            <pc:sldMk cId="1750249216" sldId="268"/>
            <ac:spMk id="2" creationId="{8E7FAFF8-2839-7272-9A65-1AF109E6B03F}"/>
          </ac:spMkLst>
        </pc:spChg>
        <pc:spChg chg="add del mod">
          <ac:chgData name="Haskell, JT" userId="43ae342c-01b7-44d1-9e4c-5ccd6bbabb0e" providerId="ADAL" clId="{CEA7AC07-1597-4CB6-86BE-71BDC9F4B46D}" dt="2025-05-27T17:36:26.489" v="919" actId="26606"/>
          <ac:spMkLst>
            <pc:docMk/>
            <pc:sldMk cId="1750249216" sldId="268"/>
            <ac:spMk id="3" creationId="{E82334CB-9A08-6FF9-5F0C-589D0575F2DD}"/>
          </ac:spMkLst>
        </pc:spChg>
        <pc:spChg chg="add">
          <ac:chgData name="Haskell, JT" userId="43ae342c-01b7-44d1-9e4c-5ccd6bbabb0e" providerId="ADAL" clId="{CEA7AC07-1597-4CB6-86BE-71BDC9F4B46D}" dt="2025-05-27T17:36:26.489" v="919" actId="26606"/>
          <ac:spMkLst>
            <pc:docMk/>
            <pc:sldMk cId="1750249216" sldId="268"/>
            <ac:spMk id="9" creationId="{B83E8C22-504C-4CA6-B605-D045DFB6D21F}"/>
          </ac:spMkLst>
        </pc:spChg>
        <pc:spChg chg="add">
          <ac:chgData name="Haskell, JT" userId="43ae342c-01b7-44d1-9e4c-5ccd6bbabb0e" providerId="ADAL" clId="{CEA7AC07-1597-4CB6-86BE-71BDC9F4B46D}" dt="2025-05-27T17:36:26.489" v="919" actId="26606"/>
          <ac:spMkLst>
            <pc:docMk/>
            <pc:sldMk cId="1750249216" sldId="268"/>
            <ac:spMk id="11" creationId="{AD67450E-55EC-4621-8697-52443DDEAA3A}"/>
          </ac:spMkLst>
        </pc:spChg>
        <pc:graphicFrameChg chg="add del">
          <ac:chgData name="Haskell, JT" userId="43ae342c-01b7-44d1-9e4c-5ccd6bbabb0e" providerId="ADAL" clId="{CEA7AC07-1597-4CB6-86BE-71BDC9F4B46D}" dt="2025-05-27T17:36:26.474" v="918" actId="26606"/>
          <ac:graphicFrameMkLst>
            <pc:docMk/>
            <pc:sldMk cId="1750249216" sldId="268"/>
            <ac:graphicFrameMk id="5" creationId="{F8EBF789-9682-A05B-E58A-7A1BA0A48B83}"/>
          </ac:graphicFrameMkLst>
        </pc:graphicFrameChg>
        <pc:graphicFrameChg chg="add">
          <ac:chgData name="Haskell, JT" userId="43ae342c-01b7-44d1-9e4c-5ccd6bbabb0e" providerId="ADAL" clId="{CEA7AC07-1597-4CB6-86BE-71BDC9F4B46D}" dt="2025-05-27T17:36:26.489" v="919" actId="26606"/>
          <ac:graphicFrameMkLst>
            <pc:docMk/>
            <pc:sldMk cId="1750249216" sldId="268"/>
            <ac:graphicFrameMk id="7" creationId="{56792903-CE50-36E1-D7F3-B9F1E6D95799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37:49.049" v="1139" actId="26606"/>
        <pc:sldMkLst>
          <pc:docMk/>
          <pc:sldMk cId="2651545756" sldId="269"/>
        </pc:sldMkLst>
        <pc:spChg chg="mod">
          <ac:chgData name="Haskell, JT" userId="43ae342c-01b7-44d1-9e4c-5ccd6bbabb0e" providerId="ADAL" clId="{CEA7AC07-1597-4CB6-86BE-71BDC9F4B46D}" dt="2025-05-27T17:37:49.049" v="1139" actId="26606"/>
          <ac:spMkLst>
            <pc:docMk/>
            <pc:sldMk cId="2651545756" sldId="269"/>
            <ac:spMk id="2" creationId="{E1A31A8D-3E97-3F50-B434-B623EE90702A}"/>
          </ac:spMkLst>
        </pc:spChg>
        <pc:spChg chg="add del mod">
          <ac:chgData name="Haskell, JT" userId="43ae342c-01b7-44d1-9e4c-5ccd6bbabb0e" providerId="ADAL" clId="{CEA7AC07-1597-4CB6-86BE-71BDC9F4B46D}" dt="2025-05-27T17:37:49.049" v="1139" actId="26606"/>
          <ac:spMkLst>
            <pc:docMk/>
            <pc:sldMk cId="2651545756" sldId="269"/>
            <ac:spMk id="3" creationId="{C54BFC9A-E9DE-4FDE-99E5-3DA0A18FF4EF}"/>
          </ac:spMkLst>
        </pc:spChg>
        <pc:graphicFrameChg chg="add del">
          <ac:chgData name="Haskell, JT" userId="43ae342c-01b7-44d1-9e4c-5ccd6bbabb0e" providerId="ADAL" clId="{CEA7AC07-1597-4CB6-86BE-71BDC9F4B46D}" dt="2025-05-27T17:37:49.036" v="1138" actId="26606"/>
          <ac:graphicFrameMkLst>
            <pc:docMk/>
            <pc:sldMk cId="2651545756" sldId="269"/>
            <ac:graphicFrameMk id="5" creationId="{0C9C0765-0050-B506-110E-117B135132A8}"/>
          </ac:graphicFrameMkLst>
        </pc:graphicFrameChg>
        <pc:graphicFrameChg chg="add">
          <ac:chgData name="Haskell, JT" userId="43ae342c-01b7-44d1-9e4c-5ccd6bbabb0e" providerId="ADAL" clId="{CEA7AC07-1597-4CB6-86BE-71BDC9F4B46D}" dt="2025-05-27T17:37:49.049" v="1139" actId="26606"/>
          <ac:graphicFrameMkLst>
            <pc:docMk/>
            <pc:sldMk cId="2651545756" sldId="269"/>
            <ac:graphicFrameMk id="7" creationId="{63AA2438-6183-58CE-03E6-CFC998C7CACB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37:53.219" v="1140" actId="26606"/>
        <pc:sldMkLst>
          <pc:docMk/>
          <pc:sldMk cId="970881758" sldId="270"/>
        </pc:sldMkLst>
        <pc:spChg chg="mod">
          <ac:chgData name="Haskell, JT" userId="43ae342c-01b7-44d1-9e4c-5ccd6bbabb0e" providerId="ADAL" clId="{CEA7AC07-1597-4CB6-86BE-71BDC9F4B46D}" dt="2025-05-27T17:37:53.219" v="1140" actId="26606"/>
          <ac:spMkLst>
            <pc:docMk/>
            <pc:sldMk cId="970881758" sldId="270"/>
            <ac:spMk id="2" creationId="{6B0BCDB0-B5AC-52C0-7F16-7E3A597681D0}"/>
          </ac:spMkLst>
        </pc:spChg>
        <pc:spChg chg="del mod">
          <ac:chgData name="Haskell, JT" userId="43ae342c-01b7-44d1-9e4c-5ccd6bbabb0e" providerId="ADAL" clId="{CEA7AC07-1597-4CB6-86BE-71BDC9F4B46D}" dt="2025-05-27T17:37:53.219" v="1140" actId="26606"/>
          <ac:spMkLst>
            <pc:docMk/>
            <pc:sldMk cId="970881758" sldId="270"/>
            <ac:spMk id="3" creationId="{17D6A295-C622-4ED6-FA90-65413CB7C42F}"/>
          </ac:spMkLst>
        </pc:spChg>
        <pc:graphicFrameChg chg="add">
          <ac:chgData name="Haskell, JT" userId="43ae342c-01b7-44d1-9e4c-5ccd6bbabb0e" providerId="ADAL" clId="{CEA7AC07-1597-4CB6-86BE-71BDC9F4B46D}" dt="2025-05-27T17:37:53.219" v="1140" actId="26606"/>
          <ac:graphicFrameMkLst>
            <pc:docMk/>
            <pc:sldMk cId="970881758" sldId="270"/>
            <ac:graphicFrameMk id="5" creationId="{1315BB75-A186-472F-6D59-92F5536818E9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38:47.675" v="1296" actId="26606"/>
        <pc:sldMkLst>
          <pc:docMk/>
          <pc:sldMk cId="1974042342" sldId="271"/>
        </pc:sldMkLst>
        <pc:spChg chg="mod">
          <ac:chgData name="Haskell, JT" userId="43ae342c-01b7-44d1-9e4c-5ccd6bbabb0e" providerId="ADAL" clId="{CEA7AC07-1597-4CB6-86BE-71BDC9F4B46D}" dt="2025-05-27T17:38:47.675" v="1296" actId="26606"/>
          <ac:spMkLst>
            <pc:docMk/>
            <pc:sldMk cId="1974042342" sldId="271"/>
            <ac:spMk id="2" creationId="{FA3184FA-1063-2572-C392-C0146F084F03}"/>
          </ac:spMkLst>
        </pc:spChg>
        <pc:spChg chg="del mod">
          <ac:chgData name="Haskell, JT" userId="43ae342c-01b7-44d1-9e4c-5ccd6bbabb0e" providerId="ADAL" clId="{CEA7AC07-1597-4CB6-86BE-71BDC9F4B46D}" dt="2025-05-27T17:38:47.675" v="1296" actId="26606"/>
          <ac:spMkLst>
            <pc:docMk/>
            <pc:sldMk cId="1974042342" sldId="271"/>
            <ac:spMk id="3" creationId="{4142D9EE-DEB2-840B-191D-1C175BC4F3D0}"/>
          </ac:spMkLst>
        </pc:spChg>
        <pc:graphicFrameChg chg="add">
          <ac:chgData name="Haskell, JT" userId="43ae342c-01b7-44d1-9e4c-5ccd6bbabb0e" providerId="ADAL" clId="{CEA7AC07-1597-4CB6-86BE-71BDC9F4B46D}" dt="2025-05-27T17:38:47.675" v="1296" actId="26606"/>
          <ac:graphicFrameMkLst>
            <pc:docMk/>
            <pc:sldMk cId="1974042342" sldId="271"/>
            <ac:graphicFrameMk id="5" creationId="{16036BFD-C8FA-E06A-5991-B0D247080124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39:29.682" v="1395" actId="26606"/>
        <pc:sldMkLst>
          <pc:docMk/>
          <pc:sldMk cId="3629264755" sldId="272"/>
        </pc:sldMkLst>
        <pc:spChg chg="mod">
          <ac:chgData name="Haskell, JT" userId="43ae342c-01b7-44d1-9e4c-5ccd6bbabb0e" providerId="ADAL" clId="{CEA7AC07-1597-4CB6-86BE-71BDC9F4B46D}" dt="2025-05-27T17:39:29.682" v="1395" actId="26606"/>
          <ac:spMkLst>
            <pc:docMk/>
            <pc:sldMk cId="3629264755" sldId="272"/>
            <ac:spMk id="2" creationId="{16B499D5-33CD-5A4D-4FE2-FE9B84E12E68}"/>
          </ac:spMkLst>
        </pc:spChg>
        <pc:spChg chg="del mod">
          <ac:chgData name="Haskell, JT" userId="43ae342c-01b7-44d1-9e4c-5ccd6bbabb0e" providerId="ADAL" clId="{CEA7AC07-1597-4CB6-86BE-71BDC9F4B46D}" dt="2025-05-27T17:39:29.682" v="1395" actId="26606"/>
          <ac:spMkLst>
            <pc:docMk/>
            <pc:sldMk cId="3629264755" sldId="272"/>
            <ac:spMk id="3" creationId="{F227125B-7C83-3A2B-746B-780F36DE9978}"/>
          </ac:spMkLst>
        </pc:spChg>
        <pc:graphicFrameChg chg="add">
          <ac:chgData name="Haskell, JT" userId="43ae342c-01b7-44d1-9e4c-5ccd6bbabb0e" providerId="ADAL" clId="{CEA7AC07-1597-4CB6-86BE-71BDC9F4B46D}" dt="2025-05-27T17:39:29.682" v="1395" actId="26606"/>
          <ac:graphicFrameMkLst>
            <pc:docMk/>
            <pc:sldMk cId="3629264755" sldId="272"/>
            <ac:graphicFrameMk id="5" creationId="{36F64CCC-E9A8-7181-6C56-BEEAAC069D41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40:20.579" v="1569" actId="26606"/>
        <pc:sldMkLst>
          <pc:docMk/>
          <pc:sldMk cId="1263158479" sldId="273"/>
        </pc:sldMkLst>
        <pc:spChg chg="mod">
          <ac:chgData name="Haskell, JT" userId="43ae342c-01b7-44d1-9e4c-5ccd6bbabb0e" providerId="ADAL" clId="{CEA7AC07-1597-4CB6-86BE-71BDC9F4B46D}" dt="2025-05-27T17:40:20.579" v="1569" actId="26606"/>
          <ac:spMkLst>
            <pc:docMk/>
            <pc:sldMk cId="1263158479" sldId="273"/>
            <ac:spMk id="2" creationId="{E3B8939A-586B-E7ED-A7A1-966501FC7936}"/>
          </ac:spMkLst>
        </pc:spChg>
        <pc:spChg chg="del mod">
          <ac:chgData name="Haskell, JT" userId="43ae342c-01b7-44d1-9e4c-5ccd6bbabb0e" providerId="ADAL" clId="{CEA7AC07-1597-4CB6-86BE-71BDC9F4B46D}" dt="2025-05-27T17:40:20.579" v="1569" actId="26606"/>
          <ac:spMkLst>
            <pc:docMk/>
            <pc:sldMk cId="1263158479" sldId="273"/>
            <ac:spMk id="3" creationId="{140BD086-31E6-31B3-45F7-5DBC2DEE196C}"/>
          </ac:spMkLst>
        </pc:spChg>
        <pc:spChg chg="add">
          <ac:chgData name="Haskell, JT" userId="43ae342c-01b7-44d1-9e4c-5ccd6bbabb0e" providerId="ADAL" clId="{CEA7AC07-1597-4CB6-86BE-71BDC9F4B46D}" dt="2025-05-27T17:40:20.579" v="1569" actId="26606"/>
          <ac:spMkLst>
            <pc:docMk/>
            <pc:sldMk cId="1263158479" sldId="273"/>
            <ac:spMk id="9" creationId="{B83E8C22-504C-4CA6-B605-D045DFB6D21F}"/>
          </ac:spMkLst>
        </pc:spChg>
        <pc:spChg chg="add">
          <ac:chgData name="Haskell, JT" userId="43ae342c-01b7-44d1-9e4c-5ccd6bbabb0e" providerId="ADAL" clId="{CEA7AC07-1597-4CB6-86BE-71BDC9F4B46D}" dt="2025-05-27T17:40:20.579" v="1569" actId="26606"/>
          <ac:spMkLst>
            <pc:docMk/>
            <pc:sldMk cId="1263158479" sldId="273"/>
            <ac:spMk id="11" creationId="{AD67450E-55EC-4621-8697-52443DDEAA3A}"/>
          </ac:spMkLst>
        </pc:spChg>
        <pc:graphicFrameChg chg="add">
          <ac:chgData name="Haskell, JT" userId="43ae342c-01b7-44d1-9e4c-5ccd6bbabb0e" providerId="ADAL" clId="{CEA7AC07-1597-4CB6-86BE-71BDC9F4B46D}" dt="2025-05-27T17:40:20.579" v="1569" actId="26606"/>
          <ac:graphicFrameMkLst>
            <pc:docMk/>
            <pc:sldMk cId="1263158479" sldId="273"/>
            <ac:graphicFrameMk id="5" creationId="{164691B1-1E2D-EFE1-7E51-6E77D0A82BD4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41:10.730" v="1718" actId="26606"/>
        <pc:sldMkLst>
          <pc:docMk/>
          <pc:sldMk cId="312720953" sldId="274"/>
        </pc:sldMkLst>
        <pc:spChg chg="mod">
          <ac:chgData name="Haskell, JT" userId="43ae342c-01b7-44d1-9e4c-5ccd6bbabb0e" providerId="ADAL" clId="{CEA7AC07-1597-4CB6-86BE-71BDC9F4B46D}" dt="2025-05-27T17:41:10.730" v="1718" actId="26606"/>
          <ac:spMkLst>
            <pc:docMk/>
            <pc:sldMk cId="312720953" sldId="274"/>
            <ac:spMk id="2" creationId="{5AD58615-F5A3-F374-E600-630F0429E162}"/>
          </ac:spMkLst>
        </pc:spChg>
        <pc:spChg chg="del mod">
          <ac:chgData name="Haskell, JT" userId="43ae342c-01b7-44d1-9e4c-5ccd6bbabb0e" providerId="ADAL" clId="{CEA7AC07-1597-4CB6-86BE-71BDC9F4B46D}" dt="2025-05-27T17:41:10.730" v="1718" actId="26606"/>
          <ac:spMkLst>
            <pc:docMk/>
            <pc:sldMk cId="312720953" sldId="274"/>
            <ac:spMk id="3" creationId="{00B6F861-9823-ECC3-04F1-8A0F06455F35}"/>
          </ac:spMkLst>
        </pc:spChg>
        <pc:graphicFrameChg chg="add">
          <ac:chgData name="Haskell, JT" userId="43ae342c-01b7-44d1-9e4c-5ccd6bbabb0e" providerId="ADAL" clId="{CEA7AC07-1597-4CB6-86BE-71BDC9F4B46D}" dt="2025-05-27T17:41:10.730" v="1718" actId="26606"/>
          <ac:graphicFrameMkLst>
            <pc:docMk/>
            <pc:sldMk cId="312720953" sldId="274"/>
            <ac:graphicFrameMk id="5" creationId="{8581362B-A6BB-2C50-9075-8133C7564F2B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41:45.861" v="1829" actId="26606"/>
        <pc:sldMkLst>
          <pc:docMk/>
          <pc:sldMk cId="69909645" sldId="275"/>
        </pc:sldMkLst>
        <pc:spChg chg="mod">
          <ac:chgData name="Haskell, JT" userId="43ae342c-01b7-44d1-9e4c-5ccd6bbabb0e" providerId="ADAL" clId="{CEA7AC07-1597-4CB6-86BE-71BDC9F4B46D}" dt="2025-05-27T17:41:45.861" v="1829" actId="26606"/>
          <ac:spMkLst>
            <pc:docMk/>
            <pc:sldMk cId="69909645" sldId="275"/>
            <ac:spMk id="2" creationId="{6E4093A6-60C8-0343-9635-035C3FA30290}"/>
          </ac:spMkLst>
        </pc:spChg>
        <pc:spChg chg="del mod">
          <ac:chgData name="Haskell, JT" userId="43ae342c-01b7-44d1-9e4c-5ccd6bbabb0e" providerId="ADAL" clId="{CEA7AC07-1597-4CB6-86BE-71BDC9F4B46D}" dt="2025-05-27T17:41:45.861" v="1829" actId="26606"/>
          <ac:spMkLst>
            <pc:docMk/>
            <pc:sldMk cId="69909645" sldId="275"/>
            <ac:spMk id="3" creationId="{5B0A6A72-F05B-244F-683D-F8ABCB675521}"/>
          </ac:spMkLst>
        </pc:spChg>
        <pc:graphicFrameChg chg="add">
          <ac:chgData name="Haskell, JT" userId="43ae342c-01b7-44d1-9e4c-5ccd6bbabb0e" providerId="ADAL" clId="{CEA7AC07-1597-4CB6-86BE-71BDC9F4B46D}" dt="2025-05-27T17:41:45.861" v="1829" actId="26606"/>
          <ac:graphicFrameMkLst>
            <pc:docMk/>
            <pc:sldMk cId="69909645" sldId="275"/>
            <ac:graphicFrameMk id="5" creationId="{42F39FF4-3AF0-8E96-4882-E7C7958290D0}"/>
          </ac:graphicFrameMkLst>
        </pc:graphicFrameChg>
      </pc:sldChg>
      <pc:sldChg chg="addSp delSp modSp new mod">
        <pc:chgData name="Haskell, JT" userId="43ae342c-01b7-44d1-9e4c-5ccd6bbabb0e" providerId="ADAL" clId="{CEA7AC07-1597-4CB6-86BE-71BDC9F4B46D}" dt="2025-05-27T17:42:46.200" v="2063" actId="26606"/>
        <pc:sldMkLst>
          <pc:docMk/>
          <pc:sldMk cId="4039060378" sldId="276"/>
        </pc:sldMkLst>
        <pc:spChg chg="mod">
          <ac:chgData name="Haskell, JT" userId="43ae342c-01b7-44d1-9e4c-5ccd6bbabb0e" providerId="ADAL" clId="{CEA7AC07-1597-4CB6-86BE-71BDC9F4B46D}" dt="2025-05-27T17:41:52.294" v="1848" actId="20577"/>
          <ac:spMkLst>
            <pc:docMk/>
            <pc:sldMk cId="4039060378" sldId="276"/>
            <ac:spMk id="2" creationId="{85AA3EA4-B8F4-3ED6-0746-11399F9E71DC}"/>
          </ac:spMkLst>
        </pc:spChg>
        <pc:spChg chg="del mod">
          <ac:chgData name="Haskell, JT" userId="43ae342c-01b7-44d1-9e4c-5ccd6bbabb0e" providerId="ADAL" clId="{CEA7AC07-1597-4CB6-86BE-71BDC9F4B46D}" dt="2025-05-27T17:42:46.200" v="2063" actId="26606"/>
          <ac:spMkLst>
            <pc:docMk/>
            <pc:sldMk cId="4039060378" sldId="276"/>
            <ac:spMk id="3" creationId="{52C24C74-6969-3B07-104A-3A6396366671}"/>
          </ac:spMkLst>
        </pc:spChg>
        <pc:graphicFrameChg chg="add">
          <ac:chgData name="Haskell, JT" userId="43ae342c-01b7-44d1-9e4c-5ccd6bbabb0e" providerId="ADAL" clId="{CEA7AC07-1597-4CB6-86BE-71BDC9F4B46D}" dt="2025-05-27T17:42:46.200" v="2063" actId="26606"/>
          <ac:graphicFrameMkLst>
            <pc:docMk/>
            <pc:sldMk cId="4039060378" sldId="276"/>
            <ac:graphicFrameMk id="5" creationId="{64ECA57F-7A39-DBEB-4265-6F64F90E3A74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43:31.304" v="2205" actId="26606"/>
        <pc:sldMkLst>
          <pc:docMk/>
          <pc:sldMk cId="2539585516" sldId="277"/>
        </pc:sldMkLst>
        <pc:spChg chg="mod">
          <ac:chgData name="Haskell, JT" userId="43ae342c-01b7-44d1-9e4c-5ccd6bbabb0e" providerId="ADAL" clId="{CEA7AC07-1597-4CB6-86BE-71BDC9F4B46D}" dt="2025-05-27T17:43:31.304" v="2205" actId="26606"/>
          <ac:spMkLst>
            <pc:docMk/>
            <pc:sldMk cId="2539585516" sldId="277"/>
            <ac:spMk id="2" creationId="{568A9921-42F0-D1EC-3967-8B4D70647D38}"/>
          </ac:spMkLst>
        </pc:spChg>
        <pc:spChg chg="del mod">
          <ac:chgData name="Haskell, JT" userId="43ae342c-01b7-44d1-9e4c-5ccd6bbabb0e" providerId="ADAL" clId="{CEA7AC07-1597-4CB6-86BE-71BDC9F4B46D}" dt="2025-05-27T17:43:31.304" v="2205" actId="26606"/>
          <ac:spMkLst>
            <pc:docMk/>
            <pc:sldMk cId="2539585516" sldId="277"/>
            <ac:spMk id="3" creationId="{FF66AB37-DC3B-90D3-CD91-20F54D3A2E86}"/>
          </ac:spMkLst>
        </pc:spChg>
        <pc:graphicFrameChg chg="add">
          <ac:chgData name="Haskell, JT" userId="43ae342c-01b7-44d1-9e4c-5ccd6bbabb0e" providerId="ADAL" clId="{CEA7AC07-1597-4CB6-86BE-71BDC9F4B46D}" dt="2025-05-27T17:43:31.304" v="2205" actId="26606"/>
          <ac:graphicFrameMkLst>
            <pc:docMk/>
            <pc:sldMk cId="2539585516" sldId="277"/>
            <ac:graphicFrameMk id="5" creationId="{E5494742-1E62-EBD5-09D1-7099C654756A}"/>
          </ac:graphicFrameMkLst>
        </pc:graphicFrameChg>
      </pc:sldChg>
      <pc:sldChg chg="addSp delSp modSp new mod setBg">
        <pc:chgData name="Haskell, JT" userId="43ae342c-01b7-44d1-9e4c-5ccd6bbabb0e" providerId="ADAL" clId="{CEA7AC07-1597-4CB6-86BE-71BDC9F4B46D}" dt="2025-05-27T17:44:05.788" v="2287" actId="26606"/>
        <pc:sldMkLst>
          <pc:docMk/>
          <pc:sldMk cId="4038196568" sldId="278"/>
        </pc:sldMkLst>
        <pc:spChg chg="mod">
          <ac:chgData name="Haskell, JT" userId="43ae342c-01b7-44d1-9e4c-5ccd6bbabb0e" providerId="ADAL" clId="{CEA7AC07-1597-4CB6-86BE-71BDC9F4B46D}" dt="2025-05-27T17:44:05.788" v="2287" actId="26606"/>
          <ac:spMkLst>
            <pc:docMk/>
            <pc:sldMk cId="4038196568" sldId="278"/>
            <ac:spMk id="2" creationId="{7632F91B-6764-F6E3-9E12-113782314792}"/>
          </ac:spMkLst>
        </pc:spChg>
        <pc:spChg chg="add del mod">
          <ac:chgData name="Haskell, JT" userId="43ae342c-01b7-44d1-9e4c-5ccd6bbabb0e" providerId="ADAL" clId="{CEA7AC07-1597-4CB6-86BE-71BDC9F4B46D}" dt="2025-05-27T17:44:05.788" v="2287" actId="26606"/>
          <ac:spMkLst>
            <pc:docMk/>
            <pc:sldMk cId="4038196568" sldId="278"/>
            <ac:spMk id="3" creationId="{637D5F7B-7D44-2F8D-A87D-03FA709184A4}"/>
          </ac:spMkLst>
        </pc:spChg>
        <pc:spChg chg="add del">
          <ac:chgData name="Haskell, JT" userId="43ae342c-01b7-44d1-9e4c-5ccd6bbabb0e" providerId="ADAL" clId="{CEA7AC07-1597-4CB6-86BE-71BDC9F4B46D}" dt="2025-05-27T17:44:05.779" v="2286" actId="26606"/>
          <ac:spMkLst>
            <pc:docMk/>
            <pc:sldMk cId="4038196568" sldId="278"/>
            <ac:spMk id="9" creationId="{B83E8C22-504C-4CA6-B605-D045DFB6D21F}"/>
          </ac:spMkLst>
        </pc:spChg>
        <pc:spChg chg="add del">
          <ac:chgData name="Haskell, JT" userId="43ae342c-01b7-44d1-9e4c-5ccd6bbabb0e" providerId="ADAL" clId="{CEA7AC07-1597-4CB6-86BE-71BDC9F4B46D}" dt="2025-05-27T17:44:05.779" v="2286" actId="26606"/>
          <ac:spMkLst>
            <pc:docMk/>
            <pc:sldMk cId="4038196568" sldId="278"/>
            <ac:spMk id="11" creationId="{AD67450E-55EC-4621-8697-52443DDEAA3A}"/>
          </ac:spMkLst>
        </pc:spChg>
        <pc:graphicFrameChg chg="add del">
          <ac:chgData name="Haskell, JT" userId="43ae342c-01b7-44d1-9e4c-5ccd6bbabb0e" providerId="ADAL" clId="{CEA7AC07-1597-4CB6-86BE-71BDC9F4B46D}" dt="2025-05-27T17:44:05.006" v="2284" actId="26606"/>
          <ac:graphicFrameMkLst>
            <pc:docMk/>
            <pc:sldMk cId="4038196568" sldId="278"/>
            <ac:graphicFrameMk id="5" creationId="{E5F22042-D201-D357-B3C3-102C30EE2F28}"/>
          </ac:graphicFrameMkLst>
        </pc:graphicFrameChg>
        <pc:graphicFrameChg chg="add del">
          <ac:chgData name="Haskell, JT" userId="43ae342c-01b7-44d1-9e4c-5ccd6bbabb0e" providerId="ADAL" clId="{CEA7AC07-1597-4CB6-86BE-71BDC9F4B46D}" dt="2025-05-27T17:44:05.779" v="2286" actId="26606"/>
          <ac:graphicFrameMkLst>
            <pc:docMk/>
            <pc:sldMk cId="4038196568" sldId="278"/>
            <ac:graphicFrameMk id="7" creationId="{3B463AA0-09A4-2714-1356-610398CADBAE}"/>
          </ac:graphicFrameMkLst>
        </pc:graphicFrameChg>
        <pc:graphicFrameChg chg="add">
          <ac:chgData name="Haskell, JT" userId="43ae342c-01b7-44d1-9e4c-5ccd6bbabb0e" providerId="ADAL" clId="{CEA7AC07-1597-4CB6-86BE-71BDC9F4B46D}" dt="2025-05-27T17:44:05.788" v="2287" actId="26606"/>
          <ac:graphicFrameMkLst>
            <pc:docMk/>
            <pc:sldMk cId="4038196568" sldId="278"/>
            <ac:graphicFrameMk id="13" creationId="{4A74C3FD-438B-A345-8547-AD602A97B0EF}"/>
          </ac:graphicFrameMkLst>
        </pc:graphicFrame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6" Type="http://schemas.openxmlformats.org/officeDocument/2006/relationships/image" Target="../media/image52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6" Type="http://schemas.openxmlformats.org/officeDocument/2006/relationships/image" Target="../media/image52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829458-B29D-43E2-9EB5-348864C6E7D9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E238100-970F-4C2B-8A4A-4A23DBCCA953}">
      <dgm:prSet/>
      <dgm:spPr/>
      <dgm:t>
        <a:bodyPr/>
        <a:lstStyle/>
        <a:p>
          <a:r>
            <a:rPr lang="en-US"/>
            <a:t>Data</a:t>
          </a:r>
        </a:p>
      </dgm:t>
    </dgm:pt>
    <dgm:pt modelId="{3AEFE56B-E9C9-45B8-9CDA-A14B815F12D6}" type="parTrans" cxnId="{09EEE9CB-490D-4A3D-A533-F2AF94EEF38F}">
      <dgm:prSet/>
      <dgm:spPr/>
      <dgm:t>
        <a:bodyPr/>
        <a:lstStyle/>
        <a:p>
          <a:endParaRPr lang="en-US"/>
        </a:p>
      </dgm:t>
    </dgm:pt>
    <dgm:pt modelId="{0C1B5DB1-1280-435E-AAB8-DE0C0F83E600}" type="sibTrans" cxnId="{09EEE9CB-490D-4A3D-A533-F2AF94EEF38F}">
      <dgm:prSet/>
      <dgm:spPr/>
      <dgm:t>
        <a:bodyPr/>
        <a:lstStyle/>
        <a:p>
          <a:endParaRPr lang="en-US"/>
        </a:p>
      </dgm:t>
    </dgm:pt>
    <dgm:pt modelId="{0352834C-F88D-4829-822E-BFF41A8FCB0E}">
      <dgm:prSet/>
      <dgm:spPr/>
      <dgm:t>
        <a:bodyPr/>
        <a:lstStyle/>
        <a:p>
          <a:r>
            <a:rPr lang="en-US"/>
            <a:t>Customer email</a:t>
          </a:r>
        </a:p>
      </dgm:t>
    </dgm:pt>
    <dgm:pt modelId="{E4C64519-FE19-4A36-855D-53E32C48C4E2}" type="parTrans" cxnId="{3D1DF18F-ACF8-4B42-B6F0-C3F2C366D8B0}">
      <dgm:prSet/>
      <dgm:spPr/>
      <dgm:t>
        <a:bodyPr/>
        <a:lstStyle/>
        <a:p>
          <a:endParaRPr lang="en-US"/>
        </a:p>
      </dgm:t>
    </dgm:pt>
    <dgm:pt modelId="{04626EC6-D41E-4AF6-9086-9A2530370B53}" type="sibTrans" cxnId="{3D1DF18F-ACF8-4B42-B6F0-C3F2C366D8B0}">
      <dgm:prSet/>
      <dgm:spPr/>
      <dgm:t>
        <a:bodyPr/>
        <a:lstStyle/>
        <a:p>
          <a:endParaRPr lang="en-US"/>
        </a:p>
      </dgm:t>
    </dgm:pt>
    <dgm:pt modelId="{4914223B-A78A-4D2B-8C70-7B0FB9AB0244}">
      <dgm:prSet/>
      <dgm:spPr/>
      <dgm:t>
        <a:bodyPr/>
        <a:lstStyle/>
        <a:p>
          <a:r>
            <a:rPr lang="en-US"/>
            <a:t>Log of website visits</a:t>
          </a:r>
        </a:p>
      </dgm:t>
    </dgm:pt>
    <dgm:pt modelId="{0C28854E-343E-4DD5-BE2E-5988A1A8CCBB}" type="parTrans" cxnId="{D4DD0D63-73E3-4A30-BE2E-7CE3B0FF5D58}">
      <dgm:prSet/>
      <dgm:spPr/>
      <dgm:t>
        <a:bodyPr/>
        <a:lstStyle/>
        <a:p>
          <a:endParaRPr lang="en-US"/>
        </a:p>
      </dgm:t>
    </dgm:pt>
    <dgm:pt modelId="{F041F04C-33FA-467C-9133-DEBCB05565CE}" type="sibTrans" cxnId="{D4DD0D63-73E3-4A30-BE2E-7CE3B0FF5D58}">
      <dgm:prSet/>
      <dgm:spPr/>
      <dgm:t>
        <a:bodyPr/>
        <a:lstStyle/>
        <a:p>
          <a:endParaRPr lang="en-US"/>
        </a:p>
      </dgm:t>
    </dgm:pt>
    <dgm:pt modelId="{FF01A214-832B-45A8-A1D4-38E451C9CD25}">
      <dgm:prSet/>
      <dgm:spPr/>
      <dgm:t>
        <a:bodyPr/>
        <a:lstStyle/>
        <a:p>
          <a:r>
            <a:rPr lang="en-US"/>
            <a:t>Information as an Asset</a:t>
          </a:r>
        </a:p>
      </dgm:t>
    </dgm:pt>
    <dgm:pt modelId="{D28086C7-D6A3-45A7-86F2-6BF367929C1E}" type="parTrans" cxnId="{89F0CAF4-CBAA-4F4B-B3BC-0657C9EF39CE}">
      <dgm:prSet/>
      <dgm:spPr/>
      <dgm:t>
        <a:bodyPr/>
        <a:lstStyle/>
        <a:p>
          <a:endParaRPr lang="en-US"/>
        </a:p>
      </dgm:t>
    </dgm:pt>
    <dgm:pt modelId="{9A196282-5BE8-48B8-BCDA-76A595FED9A3}" type="sibTrans" cxnId="{89F0CAF4-CBAA-4F4B-B3BC-0657C9EF39CE}">
      <dgm:prSet/>
      <dgm:spPr/>
      <dgm:t>
        <a:bodyPr/>
        <a:lstStyle/>
        <a:p>
          <a:endParaRPr lang="en-US"/>
        </a:p>
      </dgm:t>
    </dgm:pt>
    <dgm:pt modelId="{1DC1A8E8-7D29-4CC6-8A77-92B05ECA66FF}">
      <dgm:prSet/>
      <dgm:spPr/>
      <dgm:t>
        <a:bodyPr/>
        <a:lstStyle/>
        <a:p>
          <a:r>
            <a:rPr lang="en-US"/>
            <a:t>Raw Data -&gt; Processed -&gt; Information</a:t>
          </a:r>
        </a:p>
      </dgm:t>
    </dgm:pt>
    <dgm:pt modelId="{561FADA4-B189-487B-8C27-FD8C68E83CB5}" type="parTrans" cxnId="{ABC88517-177A-4271-B6EE-37B4156A2F77}">
      <dgm:prSet/>
      <dgm:spPr/>
      <dgm:t>
        <a:bodyPr/>
        <a:lstStyle/>
        <a:p>
          <a:endParaRPr lang="en-US"/>
        </a:p>
      </dgm:t>
    </dgm:pt>
    <dgm:pt modelId="{941134B9-BF77-4B66-B449-2CA149773D50}" type="sibTrans" cxnId="{ABC88517-177A-4271-B6EE-37B4156A2F77}">
      <dgm:prSet/>
      <dgm:spPr/>
      <dgm:t>
        <a:bodyPr/>
        <a:lstStyle/>
        <a:p>
          <a:endParaRPr lang="en-US"/>
        </a:p>
      </dgm:t>
    </dgm:pt>
    <dgm:pt modelId="{39E524B1-4C1B-4C28-AC9D-4B38F11090E5}">
      <dgm:prSet/>
      <dgm:spPr/>
      <dgm:t>
        <a:bodyPr/>
        <a:lstStyle/>
        <a:p>
          <a:r>
            <a:rPr lang="en-US"/>
            <a:t>Value+++++</a:t>
          </a:r>
        </a:p>
      </dgm:t>
    </dgm:pt>
    <dgm:pt modelId="{3DCD06B4-1D47-4775-8412-4643E71D825C}" type="parTrans" cxnId="{8005E05D-C9D1-47C3-A6B4-722817899E6E}">
      <dgm:prSet/>
      <dgm:spPr/>
      <dgm:t>
        <a:bodyPr/>
        <a:lstStyle/>
        <a:p>
          <a:endParaRPr lang="en-US"/>
        </a:p>
      </dgm:t>
    </dgm:pt>
    <dgm:pt modelId="{760551C0-40E2-4F0F-BBF3-15F742220788}" type="sibTrans" cxnId="{8005E05D-C9D1-47C3-A6B4-722817899E6E}">
      <dgm:prSet/>
      <dgm:spPr/>
      <dgm:t>
        <a:bodyPr/>
        <a:lstStyle/>
        <a:p>
          <a:endParaRPr lang="en-US"/>
        </a:p>
      </dgm:t>
    </dgm:pt>
    <dgm:pt modelId="{EE5E1EBF-C0E8-466B-AEBD-0E0DE6E6B8D8}" type="pres">
      <dgm:prSet presAssocID="{C1829458-B29D-43E2-9EB5-348864C6E7D9}" presName="Name0" presStyleCnt="0">
        <dgm:presLayoutVars>
          <dgm:dir/>
          <dgm:animLvl val="lvl"/>
          <dgm:resizeHandles val="exact"/>
        </dgm:presLayoutVars>
      </dgm:prSet>
      <dgm:spPr/>
    </dgm:pt>
    <dgm:pt modelId="{62ED69BE-07E3-4FDA-A1BE-6B0B2C0B16EE}" type="pres">
      <dgm:prSet presAssocID="{5E238100-970F-4C2B-8A4A-4A23DBCCA953}" presName="linNode" presStyleCnt="0"/>
      <dgm:spPr/>
    </dgm:pt>
    <dgm:pt modelId="{8232518C-3FD2-4333-92C7-CB3C5C21FF59}" type="pres">
      <dgm:prSet presAssocID="{5E238100-970F-4C2B-8A4A-4A23DBCCA95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F007DB5-C1C1-4EA9-8F99-BAE2848D97D6}" type="pres">
      <dgm:prSet presAssocID="{5E238100-970F-4C2B-8A4A-4A23DBCCA953}" presName="descendantText" presStyleLbl="alignAccFollowNode1" presStyleIdx="0" presStyleCnt="2">
        <dgm:presLayoutVars>
          <dgm:bulletEnabled val="1"/>
        </dgm:presLayoutVars>
      </dgm:prSet>
      <dgm:spPr/>
    </dgm:pt>
    <dgm:pt modelId="{50D75A58-7301-4716-AE17-9ABFD8DF3D76}" type="pres">
      <dgm:prSet presAssocID="{0C1B5DB1-1280-435E-AAB8-DE0C0F83E600}" presName="sp" presStyleCnt="0"/>
      <dgm:spPr/>
    </dgm:pt>
    <dgm:pt modelId="{8004F19A-3FC0-404E-B867-692BEFF2AE89}" type="pres">
      <dgm:prSet presAssocID="{FF01A214-832B-45A8-A1D4-38E451C9CD25}" presName="linNode" presStyleCnt="0"/>
      <dgm:spPr/>
    </dgm:pt>
    <dgm:pt modelId="{9E8F2DA9-D58A-443E-9295-0905E9840031}" type="pres">
      <dgm:prSet presAssocID="{FF01A214-832B-45A8-A1D4-38E451C9CD2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BD334B6-A52F-4FF0-B2C0-47C25B8B63E5}" type="pres">
      <dgm:prSet presAssocID="{FF01A214-832B-45A8-A1D4-38E451C9CD2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6FC14316-1330-478D-94AC-90A9213BE88E}" type="presOf" srcId="{39E524B1-4C1B-4C28-AC9D-4B38F11090E5}" destId="{2BD334B6-A52F-4FF0-B2C0-47C25B8B63E5}" srcOrd="0" destOrd="1" presId="urn:microsoft.com/office/officeart/2005/8/layout/vList5"/>
    <dgm:cxn modelId="{ABC88517-177A-4271-B6EE-37B4156A2F77}" srcId="{FF01A214-832B-45A8-A1D4-38E451C9CD25}" destId="{1DC1A8E8-7D29-4CC6-8A77-92B05ECA66FF}" srcOrd="0" destOrd="0" parTransId="{561FADA4-B189-487B-8C27-FD8C68E83CB5}" sibTransId="{941134B9-BF77-4B66-B449-2CA149773D50}"/>
    <dgm:cxn modelId="{9A5E8C1B-5BE9-4113-B4BB-AD0ED57CA42B}" type="presOf" srcId="{FF01A214-832B-45A8-A1D4-38E451C9CD25}" destId="{9E8F2DA9-D58A-443E-9295-0905E9840031}" srcOrd="0" destOrd="0" presId="urn:microsoft.com/office/officeart/2005/8/layout/vList5"/>
    <dgm:cxn modelId="{9807F52C-9BF8-4B7A-9231-BF82546E5956}" type="presOf" srcId="{1DC1A8E8-7D29-4CC6-8A77-92B05ECA66FF}" destId="{2BD334B6-A52F-4FF0-B2C0-47C25B8B63E5}" srcOrd="0" destOrd="0" presId="urn:microsoft.com/office/officeart/2005/8/layout/vList5"/>
    <dgm:cxn modelId="{8005E05D-C9D1-47C3-A6B4-722817899E6E}" srcId="{FF01A214-832B-45A8-A1D4-38E451C9CD25}" destId="{39E524B1-4C1B-4C28-AC9D-4B38F11090E5}" srcOrd="1" destOrd="0" parTransId="{3DCD06B4-1D47-4775-8412-4643E71D825C}" sibTransId="{760551C0-40E2-4F0F-BBF3-15F742220788}"/>
    <dgm:cxn modelId="{D4DD0D63-73E3-4A30-BE2E-7CE3B0FF5D58}" srcId="{5E238100-970F-4C2B-8A4A-4A23DBCCA953}" destId="{4914223B-A78A-4D2B-8C70-7B0FB9AB0244}" srcOrd="1" destOrd="0" parTransId="{0C28854E-343E-4DD5-BE2E-5988A1A8CCBB}" sibTransId="{F041F04C-33FA-467C-9133-DEBCB05565CE}"/>
    <dgm:cxn modelId="{ACFA9343-DE18-4DCC-ADA1-7B05BB6983EB}" type="presOf" srcId="{5E238100-970F-4C2B-8A4A-4A23DBCCA953}" destId="{8232518C-3FD2-4333-92C7-CB3C5C21FF59}" srcOrd="0" destOrd="0" presId="urn:microsoft.com/office/officeart/2005/8/layout/vList5"/>
    <dgm:cxn modelId="{92C28464-0DCF-4289-B6E0-F2F953AAA7EB}" type="presOf" srcId="{4914223B-A78A-4D2B-8C70-7B0FB9AB0244}" destId="{CF007DB5-C1C1-4EA9-8F99-BAE2848D97D6}" srcOrd="0" destOrd="1" presId="urn:microsoft.com/office/officeart/2005/8/layout/vList5"/>
    <dgm:cxn modelId="{3D1DF18F-ACF8-4B42-B6F0-C3F2C366D8B0}" srcId="{5E238100-970F-4C2B-8A4A-4A23DBCCA953}" destId="{0352834C-F88D-4829-822E-BFF41A8FCB0E}" srcOrd="0" destOrd="0" parTransId="{E4C64519-FE19-4A36-855D-53E32C48C4E2}" sibTransId="{04626EC6-D41E-4AF6-9086-9A2530370B53}"/>
    <dgm:cxn modelId="{8835039A-9BEA-4CBA-B987-765805D2E4A8}" type="presOf" srcId="{0352834C-F88D-4829-822E-BFF41A8FCB0E}" destId="{CF007DB5-C1C1-4EA9-8F99-BAE2848D97D6}" srcOrd="0" destOrd="0" presId="urn:microsoft.com/office/officeart/2005/8/layout/vList5"/>
    <dgm:cxn modelId="{09EEE9CB-490D-4A3D-A533-F2AF94EEF38F}" srcId="{C1829458-B29D-43E2-9EB5-348864C6E7D9}" destId="{5E238100-970F-4C2B-8A4A-4A23DBCCA953}" srcOrd="0" destOrd="0" parTransId="{3AEFE56B-E9C9-45B8-9CDA-A14B815F12D6}" sibTransId="{0C1B5DB1-1280-435E-AAB8-DE0C0F83E600}"/>
    <dgm:cxn modelId="{89F0CAF4-CBAA-4F4B-B3BC-0657C9EF39CE}" srcId="{C1829458-B29D-43E2-9EB5-348864C6E7D9}" destId="{FF01A214-832B-45A8-A1D4-38E451C9CD25}" srcOrd="1" destOrd="0" parTransId="{D28086C7-D6A3-45A7-86F2-6BF367929C1E}" sibTransId="{9A196282-5BE8-48B8-BCDA-76A595FED9A3}"/>
    <dgm:cxn modelId="{60E491FC-D335-4ADD-BF34-F560CE49485B}" type="presOf" srcId="{C1829458-B29D-43E2-9EB5-348864C6E7D9}" destId="{EE5E1EBF-C0E8-466B-AEBD-0E0DE6E6B8D8}" srcOrd="0" destOrd="0" presId="urn:microsoft.com/office/officeart/2005/8/layout/vList5"/>
    <dgm:cxn modelId="{F496481B-3E9D-45BB-8B7C-5A53282F0B55}" type="presParOf" srcId="{EE5E1EBF-C0E8-466B-AEBD-0E0DE6E6B8D8}" destId="{62ED69BE-07E3-4FDA-A1BE-6B0B2C0B16EE}" srcOrd="0" destOrd="0" presId="urn:microsoft.com/office/officeart/2005/8/layout/vList5"/>
    <dgm:cxn modelId="{3BC1FBF8-833C-4B3E-8BF6-38F21784D353}" type="presParOf" srcId="{62ED69BE-07E3-4FDA-A1BE-6B0B2C0B16EE}" destId="{8232518C-3FD2-4333-92C7-CB3C5C21FF59}" srcOrd="0" destOrd="0" presId="urn:microsoft.com/office/officeart/2005/8/layout/vList5"/>
    <dgm:cxn modelId="{44ED9892-F0E1-4459-BC7E-F0A0DBBCD1B5}" type="presParOf" srcId="{62ED69BE-07E3-4FDA-A1BE-6B0B2C0B16EE}" destId="{CF007DB5-C1C1-4EA9-8F99-BAE2848D97D6}" srcOrd="1" destOrd="0" presId="urn:microsoft.com/office/officeart/2005/8/layout/vList5"/>
    <dgm:cxn modelId="{524618CB-178C-405B-B3A8-6AD36610F6CA}" type="presParOf" srcId="{EE5E1EBF-C0E8-466B-AEBD-0E0DE6E6B8D8}" destId="{50D75A58-7301-4716-AE17-9ABFD8DF3D76}" srcOrd="1" destOrd="0" presId="urn:microsoft.com/office/officeart/2005/8/layout/vList5"/>
    <dgm:cxn modelId="{C10439F6-C5B2-42B0-86A0-E82046BD1E10}" type="presParOf" srcId="{EE5E1EBF-C0E8-466B-AEBD-0E0DE6E6B8D8}" destId="{8004F19A-3FC0-404E-B867-692BEFF2AE89}" srcOrd="2" destOrd="0" presId="urn:microsoft.com/office/officeart/2005/8/layout/vList5"/>
    <dgm:cxn modelId="{F5825F7C-8F04-4B4C-86CE-7A36BBEFA5E5}" type="presParOf" srcId="{8004F19A-3FC0-404E-B867-692BEFF2AE89}" destId="{9E8F2DA9-D58A-443E-9295-0905E9840031}" srcOrd="0" destOrd="0" presId="urn:microsoft.com/office/officeart/2005/8/layout/vList5"/>
    <dgm:cxn modelId="{F96C159D-FEF4-43D4-9EC3-9A247187DB57}" type="presParOf" srcId="{8004F19A-3FC0-404E-B867-692BEFF2AE89}" destId="{2BD334B6-A52F-4FF0-B2C0-47C25B8B63E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CFF97-012C-4BE3-B949-C4EFFB431589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2A68289-FC34-4F20-9CAF-B3537A0A8539}">
      <dgm:prSet/>
      <dgm:spPr/>
      <dgm:t>
        <a:bodyPr/>
        <a:lstStyle/>
        <a:p>
          <a:r>
            <a:rPr lang="en-US"/>
            <a:t>Critical Data</a:t>
          </a:r>
        </a:p>
      </dgm:t>
    </dgm:pt>
    <dgm:pt modelId="{E90F6E86-EA58-4C93-A42A-7DC441554385}" type="parTrans" cxnId="{E7F2E586-C18E-45C5-8143-13850CA63C05}">
      <dgm:prSet/>
      <dgm:spPr/>
      <dgm:t>
        <a:bodyPr/>
        <a:lstStyle/>
        <a:p>
          <a:endParaRPr lang="en-US"/>
        </a:p>
      </dgm:t>
    </dgm:pt>
    <dgm:pt modelId="{B1E61B0F-8C1B-4F11-87A7-7915643002EF}" type="sibTrans" cxnId="{E7F2E586-C18E-45C5-8143-13850CA63C05}">
      <dgm:prSet/>
      <dgm:spPr/>
      <dgm:t>
        <a:bodyPr/>
        <a:lstStyle/>
        <a:p>
          <a:endParaRPr lang="en-US"/>
        </a:p>
      </dgm:t>
    </dgm:pt>
    <dgm:pt modelId="{157824D9-1F0D-4D65-9D70-7819D509254F}">
      <dgm:prSet/>
      <dgm:spPr/>
      <dgm:t>
        <a:bodyPr/>
        <a:lstStyle/>
        <a:p>
          <a:r>
            <a:rPr lang="en-US"/>
            <a:t>If loss or stolen will it cause business disruption?</a:t>
          </a:r>
        </a:p>
      </dgm:t>
    </dgm:pt>
    <dgm:pt modelId="{E99083D7-2639-4CFC-8235-63065A242B2A}" type="parTrans" cxnId="{78C55386-8AF4-4861-B4C1-68AAAF348FDB}">
      <dgm:prSet/>
      <dgm:spPr/>
      <dgm:t>
        <a:bodyPr/>
        <a:lstStyle/>
        <a:p>
          <a:endParaRPr lang="en-US"/>
        </a:p>
      </dgm:t>
    </dgm:pt>
    <dgm:pt modelId="{FD33AEBE-7F12-48BC-9E8A-A24F578CD218}" type="sibTrans" cxnId="{78C55386-8AF4-4861-B4C1-68AAAF348FDB}">
      <dgm:prSet/>
      <dgm:spPr/>
      <dgm:t>
        <a:bodyPr/>
        <a:lstStyle/>
        <a:p>
          <a:endParaRPr lang="en-US"/>
        </a:p>
      </dgm:t>
    </dgm:pt>
    <dgm:pt modelId="{4A9EB776-3BF3-4872-B4E9-6FB85ACC1294}">
      <dgm:prSet/>
      <dgm:spPr/>
      <dgm:t>
        <a:bodyPr/>
        <a:lstStyle/>
        <a:p>
          <a:r>
            <a:rPr lang="en-US"/>
            <a:t>Financial Loss?</a:t>
          </a:r>
        </a:p>
      </dgm:t>
    </dgm:pt>
    <dgm:pt modelId="{2253596D-EF00-410D-A2E2-D81A162BF848}" type="parTrans" cxnId="{78C9FAF5-D48D-4A60-ADD1-ACE7D4F87CBD}">
      <dgm:prSet/>
      <dgm:spPr/>
      <dgm:t>
        <a:bodyPr/>
        <a:lstStyle/>
        <a:p>
          <a:endParaRPr lang="en-US"/>
        </a:p>
      </dgm:t>
    </dgm:pt>
    <dgm:pt modelId="{123DC35C-790E-483F-A193-C987DC1E364F}" type="sibTrans" cxnId="{78C9FAF5-D48D-4A60-ADD1-ACE7D4F87CBD}">
      <dgm:prSet/>
      <dgm:spPr/>
      <dgm:t>
        <a:bodyPr/>
        <a:lstStyle/>
        <a:p>
          <a:endParaRPr lang="en-US"/>
        </a:p>
      </dgm:t>
    </dgm:pt>
    <dgm:pt modelId="{11CAF87D-3681-4BFA-9A7B-7C67610DBEFC}">
      <dgm:prSet/>
      <dgm:spPr/>
      <dgm:t>
        <a:bodyPr/>
        <a:lstStyle/>
        <a:p>
          <a:r>
            <a:rPr lang="en-US"/>
            <a:t>Reputational Damage?</a:t>
          </a:r>
        </a:p>
      </dgm:t>
    </dgm:pt>
    <dgm:pt modelId="{B5144C41-C0F9-41A0-8DA3-5B9CD325904F}" type="parTrans" cxnId="{877BA68C-ABF0-4262-A5A5-2902F3148CF1}">
      <dgm:prSet/>
      <dgm:spPr/>
      <dgm:t>
        <a:bodyPr/>
        <a:lstStyle/>
        <a:p>
          <a:endParaRPr lang="en-US"/>
        </a:p>
      </dgm:t>
    </dgm:pt>
    <dgm:pt modelId="{BEDC2D0C-8295-415C-A0AD-10ED657FEDA6}" type="sibTrans" cxnId="{877BA68C-ABF0-4262-A5A5-2902F3148CF1}">
      <dgm:prSet/>
      <dgm:spPr/>
      <dgm:t>
        <a:bodyPr/>
        <a:lstStyle/>
        <a:p>
          <a:endParaRPr lang="en-US"/>
        </a:p>
      </dgm:t>
    </dgm:pt>
    <dgm:pt modelId="{533AE273-13CE-4161-A018-F009447664E9}">
      <dgm:prSet/>
      <dgm:spPr/>
      <dgm:t>
        <a:bodyPr/>
        <a:lstStyle/>
        <a:p>
          <a:r>
            <a:rPr lang="en-US"/>
            <a:t>Non-Critical</a:t>
          </a:r>
        </a:p>
      </dgm:t>
    </dgm:pt>
    <dgm:pt modelId="{27CFCACB-021F-466C-8B57-C0EE1834F4AD}" type="parTrans" cxnId="{A4C7A05C-37B0-4A83-BE8D-21F491697821}">
      <dgm:prSet/>
      <dgm:spPr/>
      <dgm:t>
        <a:bodyPr/>
        <a:lstStyle/>
        <a:p>
          <a:endParaRPr lang="en-US"/>
        </a:p>
      </dgm:t>
    </dgm:pt>
    <dgm:pt modelId="{DD65B02D-27F4-480D-9C6B-DB40B24E3113}" type="sibTrans" cxnId="{A4C7A05C-37B0-4A83-BE8D-21F491697821}">
      <dgm:prSet/>
      <dgm:spPr/>
      <dgm:t>
        <a:bodyPr/>
        <a:lstStyle/>
        <a:p>
          <a:endParaRPr lang="en-US"/>
        </a:p>
      </dgm:t>
    </dgm:pt>
    <dgm:pt modelId="{DB273BE7-CCE4-4D5B-8E22-29FCF6480573}">
      <dgm:prSet/>
      <dgm:spPr/>
      <dgm:t>
        <a:bodyPr/>
        <a:lstStyle/>
        <a:p>
          <a:r>
            <a:rPr lang="en-US"/>
            <a:t>Useful data but will not cause disruption</a:t>
          </a:r>
        </a:p>
      </dgm:t>
    </dgm:pt>
    <dgm:pt modelId="{B6B93B35-88DD-48DD-BD50-E01C1848B0E4}" type="parTrans" cxnId="{BB468BD4-0228-422D-B9B6-EE105BA9F124}">
      <dgm:prSet/>
      <dgm:spPr/>
      <dgm:t>
        <a:bodyPr/>
        <a:lstStyle/>
        <a:p>
          <a:endParaRPr lang="en-US"/>
        </a:p>
      </dgm:t>
    </dgm:pt>
    <dgm:pt modelId="{6BAAF89C-D6AE-480C-BE77-4E1B8426E9DA}" type="sibTrans" cxnId="{BB468BD4-0228-422D-B9B6-EE105BA9F124}">
      <dgm:prSet/>
      <dgm:spPr/>
      <dgm:t>
        <a:bodyPr/>
        <a:lstStyle/>
        <a:p>
          <a:endParaRPr lang="en-US"/>
        </a:p>
      </dgm:t>
    </dgm:pt>
    <dgm:pt modelId="{B7BDE7CC-59C3-4D0B-BB0F-8B9DA387A48A}">
      <dgm:prSet/>
      <dgm:spPr/>
      <dgm:t>
        <a:bodyPr/>
        <a:lstStyle/>
        <a:p>
          <a:r>
            <a:rPr lang="en-US"/>
            <a:t>Historical Marketing Materials</a:t>
          </a:r>
        </a:p>
      </dgm:t>
    </dgm:pt>
    <dgm:pt modelId="{224B171B-2A8F-49B2-A4F5-F953915A4B95}" type="parTrans" cxnId="{3337856C-6B6B-4972-9658-768EAD203883}">
      <dgm:prSet/>
      <dgm:spPr/>
      <dgm:t>
        <a:bodyPr/>
        <a:lstStyle/>
        <a:p>
          <a:endParaRPr lang="en-US"/>
        </a:p>
      </dgm:t>
    </dgm:pt>
    <dgm:pt modelId="{B58CC327-8BDF-4485-AC82-CCF67E4E7CE0}" type="sibTrans" cxnId="{3337856C-6B6B-4972-9658-768EAD203883}">
      <dgm:prSet/>
      <dgm:spPr/>
      <dgm:t>
        <a:bodyPr/>
        <a:lstStyle/>
        <a:p>
          <a:endParaRPr lang="en-US"/>
        </a:p>
      </dgm:t>
    </dgm:pt>
    <dgm:pt modelId="{0D0F915C-957A-4976-8D6B-312DAADFE5CB}">
      <dgm:prSet/>
      <dgm:spPr/>
      <dgm:t>
        <a:bodyPr/>
        <a:lstStyle/>
        <a:p>
          <a:r>
            <a:rPr lang="en-US"/>
            <a:t>Public data</a:t>
          </a:r>
        </a:p>
      </dgm:t>
    </dgm:pt>
    <dgm:pt modelId="{374C0D07-6196-4E94-BBDA-1F473A2F5785}" type="parTrans" cxnId="{E13987A4-74E0-46C3-B460-CEF057225DA5}">
      <dgm:prSet/>
      <dgm:spPr/>
      <dgm:t>
        <a:bodyPr/>
        <a:lstStyle/>
        <a:p>
          <a:endParaRPr lang="en-US"/>
        </a:p>
      </dgm:t>
    </dgm:pt>
    <dgm:pt modelId="{D26A1E3B-EAE1-49AA-9281-548AA590D659}" type="sibTrans" cxnId="{E13987A4-74E0-46C3-B460-CEF057225DA5}">
      <dgm:prSet/>
      <dgm:spPr/>
      <dgm:t>
        <a:bodyPr/>
        <a:lstStyle/>
        <a:p>
          <a:endParaRPr lang="en-US"/>
        </a:p>
      </dgm:t>
    </dgm:pt>
    <dgm:pt modelId="{42BF884D-4912-4CD0-9B74-46264CF84A4E}" type="pres">
      <dgm:prSet presAssocID="{E08CFF97-012C-4BE3-B949-C4EFFB431589}" presName="linear" presStyleCnt="0">
        <dgm:presLayoutVars>
          <dgm:dir/>
          <dgm:animLvl val="lvl"/>
          <dgm:resizeHandles val="exact"/>
        </dgm:presLayoutVars>
      </dgm:prSet>
      <dgm:spPr/>
    </dgm:pt>
    <dgm:pt modelId="{17DD5D7C-A2CE-45A4-9C51-C30C10C1CC24}" type="pres">
      <dgm:prSet presAssocID="{72A68289-FC34-4F20-9CAF-B3537A0A8539}" presName="parentLin" presStyleCnt="0"/>
      <dgm:spPr/>
    </dgm:pt>
    <dgm:pt modelId="{2FAC4F8E-6744-4E10-BEDC-2685B2CA546E}" type="pres">
      <dgm:prSet presAssocID="{72A68289-FC34-4F20-9CAF-B3537A0A8539}" presName="parentLeftMargin" presStyleLbl="node1" presStyleIdx="0" presStyleCnt="2"/>
      <dgm:spPr/>
    </dgm:pt>
    <dgm:pt modelId="{EFC23B06-2C1E-4F8D-ABBC-610E5CE91524}" type="pres">
      <dgm:prSet presAssocID="{72A68289-FC34-4F20-9CAF-B3537A0A85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2E0265-4D54-4864-AE2B-729E4BC33299}" type="pres">
      <dgm:prSet presAssocID="{72A68289-FC34-4F20-9CAF-B3537A0A8539}" presName="negativeSpace" presStyleCnt="0"/>
      <dgm:spPr/>
    </dgm:pt>
    <dgm:pt modelId="{2142B7BA-FB53-4C3E-ABC7-6505A3DE6365}" type="pres">
      <dgm:prSet presAssocID="{72A68289-FC34-4F20-9CAF-B3537A0A8539}" presName="childText" presStyleLbl="conFgAcc1" presStyleIdx="0" presStyleCnt="2">
        <dgm:presLayoutVars>
          <dgm:bulletEnabled val="1"/>
        </dgm:presLayoutVars>
      </dgm:prSet>
      <dgm:spPr/>
    </dgm:pt>
    <dgm:pt modelId="{4E71DF09-965F-49E0-AB77-988D36C73262}" type="pres">
      <dgm:prSet presAssocID="{B1E61B0F-8C1B-4F11-87A7-7915643002EF}" presName="spaceBetweenRectangles" presStyleCnt="0"/>
      <dgm:spPr/>
    </dgm:pt>
    <dgm:pt modelId="{6720EF0E-65E7-45F4-80BE-C640DE63C54E}" type="pres">
      <dgm:prSet presAssocID="{533AE273-13CE-4161-A018-F009447664E9}" presName="parentLin" presStyleCnt="0"/>
      <dgm:spPr/>
    </dgm:pt>
    <dgm:pt modelId="{78D60DDE-988C-4CF8-AA04-0390E641A844}" type="pres">
      <dgm:prSet presAssocID="{533AE273-13CE-4161-A018-F009447664E9}" presName="parentLeftMargin" presStyleLbl="node1" presStyleIdx="0" presStyleCnt="2"/>
      <dgm:spPr/>
    </dgm:pt>
    <dgm:pt modelId="{D5783499-C35C-4FCD-9DC2-19692B89C679}" type="pres">
      <dgm:prSet presAssocID="{533AE273-13CE-4161-A018-F009447664E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093EBEB-86F0-474A-B182-E3EFFC47C68C}" type="pres">
      <dgm:prSet presAssocID="{533AE273-13CE-4161-A018-F009447664E9}" presName="negativeSpace" presStyleCnt="0"/>
      <dgm:spPr/>
    </dgm:pt>
    <dgm:pt modelId="{00589E05-7E08-4888-9347-B3BFD2EE3F29}" type="pres">
      <dgm:prSet presAssocID="{533AE273-13CE-4161-A018-F009447664E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303E22A-6DA5-41B0-84EE-49D7B3C066A7}" type="presOf" srcId="{72A68289-FC34-4F20-9CAF-B3537A0A8539}" destId="{2FAC4F8E-6744-4E10-BEDC-2685B2CA546E}" srcOrd="0" destOrd="0" presId="urn:microsoft.com/office/officeart/2005/8/layout/list1"/>
    <dgm:cxn modelId="{A4C7A05C-37B0-4A83-BE8D-21F491697821}" srcId="{E08CFF97-012C-4BE3-B949-C4EFFB431589}" destId="{533AE273-13CE-4161-A018-F009447664E9}" srcOrd="1" destOrd="0" parTransId="{27CFCACB-021F-466C-8B57-C0EE1834F4AD}" sibTransId="{DD65B02D-27F4-480D-9C6B-DB40B24E3113}"/>
    <dgm:cxn modelId="{3337856C-6B6B-4972-9658-768EAD203883}" srcId="{533AE273-13CE-4161-A018-F009447664E9}" destId="{B7BDE7CC-59C3-4D0B-BB0F-8B9DA387A48A}" srcOrd="1" destOrd="0" parTransId="{224B171B-2A8F-49B2-A4F5-F953915A4B95}" sibTransId="{B58CC327-8BDF-4485-AC82-CCF67E4E7CE0}"/>
    <dgm:cxn modelId="{4D48F170-A3B5-4322-8B76-B155607729DF}" type="presOf" srcId="{157824D9-1F0D-4D65-9D70-7819D509254F}" destId="{2142B7BA-FB53-4C3E-ABC7-6505A3DE6365}" srcOrd="0" destOrd="0" presId="urn:microsoft.com/office/officeart/2005/8/layout/list1"/>
    <dgm:cxn modelId="{78C55386-8AF4-4861-B4C1-68AAAF348FDB}" srcId="{72A68289-FC34-4F20-9CAF-B3537A0A8539}" destId="{157824D9-1F0D-4D65-9D70-7819D509254F}" srcOrd="0" destOrd="0" parTransId="{E99083D7-2639-4CFC-8235-63065A242B2A}" sibTransId="{FD33AEBE-7F12-48BC-9E8A-A24F578CD218}"/>
    <dgm:cxn modelId="{E7F2E586-C18E-45C5-8143-13850CA63C05}" srcId="{E08CFF97-012C-4BE3-B949-C4EFFB431589}" destId="{72A68289-FC34-4F20-9CAF-B3537A0A8539}" srcOrd="0" destOrd="0" parTransId="{E90F6E86-EA58-4C93-A42A-7DC441554385}" sibTransId="{B1E61B0F-8C1B-4F11-87A7-7915643002EF}"/>
    <dgm:cxn modelId="{877BA68C-ABF0-4262-A5A5-2902F3148CF1}" srcId="{72A68289-FC34-4F20-9CAF-B3537A0A8539}" destId="{11CAF87D-3681-4BFA-9A7B-7C67610DBEFC}" srcOrd="2" destOrd="0" parTransId="{B5144C41-C0F9-41A0-8DA3-5B9CD325904F}" sibTransId="{BEDC2D0C-8295-415C-A0AD-10ED657FEDA6}"/>
    <dgm:cxn modelId="{E13987A4-74E0-46C3-B460-CEF057225DA5}" srcId="{533AE273-13CE-4161-A018-F009447664E9}" destId="{0D0F915C-957A-4976-8D6B-312DAADFE5CB}" srcOrd="2" destOrd="0" parTransId="{374C0D07-6196-4E94-BBDA-1F473A2F5785}" sibTransId="{D26A1E3B-EAE1-49AA-9281-548AA590D659}"/>
    <dgm:cxn modelId="{B915AEAC-0A29-4B05-B1BA-F2FD5728144B}" type="presOf" srcId="{0D0F915C-957A-4976-8D6B-312DAADFE5CB}" destId="{00589E05-7E08-4888-9347-B3BFD2EE3F29}" srcOrd="0" destOrd="2" presId="urn:microsoft.com/office/officeart/2005/8/layout/list1"/>
    <dgm:cxn modelId="{072255B3-91F8-4234-A5CB-7C9A48AD0642}" type="presOf" srcId="{72A68289-FC34-4F20-9CAF-B3537A0A8539}" destId="{EFC23B06-2C1E-4F8D-ABBC-610E5CE91524}" srcOrd="1" destOrd="0" presId="urn:microsoft.com/office/officeart/2005/8/layout/list1"/>
    <dgm:cxn modelId="{467EE0C7-34B5-4231-9C9E-E42ABDAE8E14}" type="presOf" srcId="{DB273BE7-CCE4-4D5B-8E22-29FCF6480573}" destId="{00589E05-7E08-4888-9347-B3BFD2EE3F29}" srcOrd="0" destOrd="0" presId="urn:microsoft.com/office/officeart/2005/8/layout/list1"/>
    <dgm:cxn modelId="{BB468BD4-0228-422D-B9B6-EE105BA9F124}" srcId="{533AE273-13CE-4161-A018-F009447664E9}" destId="{DB273BE7-CCE4-4D5B-8E22-29FCF6480573}" srcOrd="0" destOrd="0" parTransId="{B6B93B35-88DD-48DD-BD50-E01C1848B0E4}" sibTransId="{6BAAF89C-D6AE-480C-BE77-4E1B8426E9DA}"/>
    <dgm:cxn modelId="{935EA0DE-517C-41BE-AEE2-8157D0802A3E}" type="presOf" srcId="{533AE273-13CE-4161-A018-F009447664E9}" destId="{D5783499-C35C-4FCD-9DC2-19692B89C679}" srcOrd="1" destOrd="0" presId="urn:microsoft.com/office/officeart/2005/8/layout/list1"/>
    <dgm:cxn modelId="{616A68E2-0D7F-4B20-A85D-8C3D1EA892DD}" type="presOf" srcId="{B7BDE7CC-59C3-4D0B-BB0F-8B9DA387A48A}" destId="{00589E05-7E08-4888-9347-B3BFD2EE3F29}" srcOrd="0" destOrd="1" presId="urn:microsoft.com/office/officeart/2005/8/layout/list1"/>
    <dgm:cxn modelId="{0ACD26EA-25C4-47F8-BBEB-3D8D9BC25F6F}" type="presOf" srcId="{11CAF87D-3681-4BFA-9A7B-7C67610DBEFC}" destId="{2142B7BA-FB53-4C3E-ABC7-6505A3DE6365}" srcOrd="0" destOrd="2" presId="urn:microsoft.com/office/officeart/2005/8/layout/list1"/>
    <dgm:cxn modelId="{43A790EF-4A11-45A0-A55A-DBF0B8760000}" type="presOf" srcId="{4A9EB776-3BF3-4872-B4E9-6FB85ACC1294}" destId="{2142B7BA-FB53-4C3E-ABC7-6505A3DE6365}" srcOrd="0" destOrd="1" presId="urn:microsoft.com/office/officeart/2005/8/layout/list1"/>
    <dgm:cxn modelId="{7E97F1F1-6096-4122-8A06-DDCE0A761CB8}" type="presOf" srcId="{E08CFF97-012C-4BE3-B949-C4EFFB431589}" destId="{42BF884D-4912-4CD0-9B74-46264CF84A4E}" srcOrd="0" destOrd="0" presId="urn:microsoft.com/office/officeart/2005/8/layout/list1"/>
    <dgm:cxn modelId="{53AA97F5-3F8B-44D5-8AF3-68A2183E9AF0}" type="presOf" srcId="{533AE273-13CE-4161-A018-F009447664E9}" destId="{78D60DDE-988C-4CF8-AA04-0390E641A844}" srcOrd="0" destOrd="0" presId="urn:microsoft.com/office/officeart/2005/8/layout/list1"/>
    <dgm:cxn modelId="{78C9FAF5-D48D-4A60-ADD1-ACE7D4F87CBD}" srcId="{72A68289-FC34-4F20-9CAF-B3537A0A8539}" destId="{4A9EB776-3BF3-4872-B4E9-6FB85ACC1294}" srcOrd="1" destOrd="0" parTransId="{2253596D-EF00-410D-A2E2-D81A162BF848}" sibTransId="{123DC35C-790E-483F-A193-C987DC1E364F}"/>
    <dgm:cxn modelId="{D5B9FFB9-0D38-4821-968B-F17F9B3B9127}" type="presParOf" srcId="{42BF884D-4912-4CD0-9B74-46264CF84A4E}" destId="{17DD5D7C-A2CE-45A4-9C51-C30C10C1CC24}" srcOrd="0" destOrd="0" presId="urn:microsoft.com/office/officeart/2005/8/layout/list1"/>
    <dgm:cxn modelId="{4945CED7-96A4-4547-96EC-816B5FF2DDED}" type="presParOf" srcId="{17DD5D7C-A2CE-45A4-9C51-C30C10C1CC24}" destId="{2FAC4F8E-6744-4E10-BEDC-2685B2CA546E}" srcOrd="0" destOrd="0" presId="urn:microsoft.com/office/officeart/2005/8/layout/list1"/>
    <dgm:cxn modelId="{CE35F8CD-49D8-4276-A732-02A460E8FABF}" type="presParOf" srcId="{17DD5D7C-A2CE-45A4-9C51-C30C10C1CC24}" destId="{EFC23B06-2C1E-4F8D-ABBC-610E5CE91524}" srcOrd="1" destOrd="0" presId="urn:microsoft.com/office/officeart/2005/8/layout/list1"/>
    <dgm:cxn modelId="{7AD03AC6-526C-43B3-94A0-98A3CCC02EC6}" type="presParOf" srcId="{42BF884D-4912-4CD0-9B74-46264CF84A4E}" destId="{DB2E0265-4D54-4864-AE2B-729E4BC33299}" srcOrd="1" destOrd="0" presId="urn:microsoft.com/office/officeart/2005/8/layout/list1"/>
    <dgm:cxn modelId="{3CFFAE3C-5BE1-4362-AF79-B802CC377D3D}" type="presParOf" srcId="{42BF884D-4912-4CD0-9B74-46264CF84A4E}" destId="{2142B7BA-FB53-4C3E-ABC7-6505A3DE6365}" srcOrd="2" destOrd="0" presId="urn:microsoft.com/office/officeart/2005/8/layout/list1"/>
    <dgm:cxn modelId="{2590CFB5-7FA2-4CB9-A8F8-91B37378309C}" type="presParOf" srcId="{42BF884D-4912-4CD0-9B74-46264CF84A4E}" destId="{4E71DF09-965F-49E0-AB77-988D36C73262}" srcOrd="3" destOrd="0" presId="urn:microsoft.com/office/officeart/2005/8/layout/list1"/>
    <dgm:cxn modelId="{A0C34289-31A1-408F-980B-FA7956CDA9E4}" type="presParOf" srcId="{42BF884D-4912-4CD0-9B74-46264CF84A4E}" destId="{6720EF0E-65E7-45F4-80BE-C640DE63C54E}" srcOrd="4" destOrd="0" presId="urn:microsoft.com/office/officeart/2005/8/layout/list1"/>
    <dgm:cxn modelId="{5B5FB7D7-58B0-47AF-8341-2C17423DEFC5}" type="presParOf" srcId="{6720EF0E-65E7-45F4-80BE-C640DE63C54E}" destId="{78D60DDE-988C-4CF8-AA04-0390E641A844}" srcOrd="0" destOrd="0" presId="urn:microsoft.com/office/officeart/2005/8/layout/list1"/>
    <dgm:cxn modelId="{9054C097-3446-4D98-A054-9D48E2047C54}" type="presParOf" srcId="{6720EF0E-65E7-45F4-80BE-C640DE63C54E}" destId="{D5783499-C35C-4FCD-9DC2-19692B89C679}" srcOrd="1" destOrd="0" presId="urn:microsoft.com/office/officeart/2005/8/layout/list1"/>
    <dgm:cxn modelId="{ED9652D1-1531-463D-A4CC-9B5047D25026}" type="presParOf" srcId="{42BF884D-4912-4CD0-9B74-46264CF84A4E}" destId="{2093EBEB-86F0-474A-B182-E3EFFC47C68C}" srcOrd="5" destOrd="0" presId="urn:microsoft.com/office/officeart/2005/8/layout/list1"/>
    <dgm:cxn modelId="{D1B60F91-551E-4CD6-841B-9DE68DA814CF}" type="presParOf" srcId="{42BF884D-4912-4CD0-9B74-46264CF84A4E}" destId="{00589E05-7E08-4888-9347-B3BFD2EE3F2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8F6691-9D3D-4D09-8F3B-6EBEC138201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2AED1EF-DB31-4224-8901-1CD71DC46F6A}">
      <dgm:prSet/>
      <dgm:spPr/>
      <dgm:t>
        <a:bodyPr/>
        <a:lstStyle/>
        <a:p>
          <a:r>
            <a:rPr lang="en-US"/>
            <a:t>Volume</a:t>
          </a:r>
        </a:p>
      </dgm:t>
    </dgm:pt>
    <dgm:pt modelId="{AB274984-A309-4615-A2D8-544E9F1CE1E9}" type="parTrans" cxnId="{7B35F147-6A05-46CB-A1EF-B3529A8ADD64}">
      <dgm:prSet/>
      <dgm:spPr/>
      <dgm:t>
        <a:bodyPr/>
        <a:lstStyle/>
        <a:p>
          <a:endParaRPr lang="en-US"/>
        </a:p>
      </dgm:t>
    </dgm:pt>
    <dgm:pt modelId="{C307546F-CC11-491A-B08B-CBA384EB3CE4}" type="sibTrans" cxnId="{7B35F147-6A05-46CB-A1EF-B3529A8ADD64}">
      <dgm:prSet/>
      <dgm:spPr/>
      <dgm:t>
        <a:bodyPr/>
        <a:lstStyle/>
        <a:p>
          <a:endParaRPr lang="en-US"/>
        </a:p>
      </dgm:t>
    </dgm:pt>
    <dgm:pt modelId="{F2270A8E-4EDB-4021-A8D1-AE1D0A4D4FAA}">
      <dgm:prSet/>
      <dgm:spPr/>
      <dgm:t>
        <a:bodyPr/>
        <a:lstStyle/>
        <a:p>
          <a:r>
            <a:rPr lang="en-US"/>
            <a:t>Sheer quantity of the data? Size? Number of records</a:t>
          </a:r>
        </a:p>
      </dgm:t>
    </dgm:pt>
    <dgm:pt modelId="{666F0391-77DA-4120-8296-543F6727242F}" type="parTrans" cxnId="{2C0E9FD0-6BF2-444B-A48B-176953523BFD}">
      <dgm:prSet/>
      <dgm:spPr/>
      <dgm:t>
        <a:bodyPr/>
        <a:lstStyle/>
        <a:p>
          <a:endParaRPr lang="en-US"/>
        </a:p>
      </dgm:t>
    </dgm:pt>
    <dgm:pt modelId="{58BAB20B-130F-4CF4-A43D-BE6CB041D7A8}" type="sibTrans" cxnId="{2C0E9FD0-6BF2-444B-A48B-176953523BFD}">
      <dgm:prSet/>
      <dgm:spPr/>
      <dgm:t>
        <a:bodyPr/>
        <a:lstStyle/>
        <a:p>
          <a:endParaRPr lang="en-US"/>
        </a:p>
      </dgm:t>
    </dgm:pt>
    <dgm:pt modelId="{B6BF49B5-2E3D-46D4-B4F2-3F6236456042}">
      <dgm:prSet/>
      <dgm:spPr/>
      <dgm:t>
        <a:bodyPr/>
        <a:lstStyle/>
        <a:p>
          <a:r>
            <a:rPr lang="en-US"/>
            <a:t>Velocity</a:t>
          </a:r>
        </a:p>
      </dgm:t>
    </dgm:pt>
    <dgm:pt modelId="{323051BA-ED48-4CED-9180-27557AABAFCF}" type="parTrans" cxnId="{83A3B62D-0BD7-4203-BD1A-4CC5EEBB7253}">
      <dgm:prSet/>
      <dgm:spPr/>
      <dgm:t>
        <a:bodyPr/>
        <a:lstStyle/>
        <a:p>
          <a:endParaRPr lang="en-US"/>
        </a:p>
      </dgm:t>
    </dgm:pt>
    <dgm:pt modelId="{5B2EACB9-F8D2-480D-A567-F845975CCA2C}" type="sibTrans" cxnId="{83A3B62D-0BD7-4203-BD1A-4CC5EEBB7253}">
      <dgm:prSet/>
      <dgm:spPr/>
      <dgm:t>
        <a:bodyPr/>
        <a:lstStyle/>
        <a:p>
          <a:endParaRPr lang="en-US"/>
        </a:p>
      </dgm:t>
    </dgm:pt>
    <dgm:pt modelId="{906E5A6A-2FB1-4413-8036-1CBC64887D0D}">
      <dgm:prSet/>
      <dgm:spPr/>
      <dgm:t>
        <a:bodyPr/>
        <a:lstStyle/>
        <a:p>
          <a:r>
            <a:rPr lang="en-US"/>
            <a:t>Speed at which the data is generated, processed, and analyzed. </a:t>
          </a:r>
        </a:p>
      </dgm:t>
    </dgm:pt>
    <dgm:pt modelId="{D48E88B7-72A2-4EF9-9683-BCF8E18563DD}" type="parTrans" cxnId="{BA7D3B9B-CAFC-4327-9D3E-D3F61BA0EC95}">
      <dgm:prSet/>
      <dgm:spPr/>
      <dgm:t>
        <a:bodyPr/>
        <a:lstStyle/>
        <a:p>
          <a:endParaRPr lang="en-US"/>
        </a:p>
      </dgm:t>
    </dgm:pt>
    <dgm:pt modelId="{1DC7E5EA-8AFE-4B18-A2B9-DDE9564C978A}" type="sibTrans" cxnId="{BA7D3B9B-CAFC-4327-9D3E-D3F61BA0EC95}">
      <dgm:prSet/>
      <dgm:spPr/>
      <dgm:t>
        <a:bodyPr/>
        <a:lstStyle/>
        <a:p>
          <a:endParaRPr lang="en-US"/>
        </a:p>
      </dgm:t>
    </dgm:pt>
    <dgm:pt modelId="{21C33BA6-767D-4339-A353-4A7C1CFE0F2E}">
      <dgm:prSet/>
      <dgm:spPr/>
      <dgm:t>
        <a:bodyPr/>
        <a:lstStyle/>
        <a:p>
          <a:r>
            <a:rPr lang="en-US"/>
            <a:t>Variety</a:t>
          </a:r>
        </a:p>
      </dgm:t>
    </dgm:pt>
    <dgm:pt modelId="{7CD472C2-AEE0-4D4D-9705-9759BBF3CC7E}" type="parTrans" cxnId="{6C84652E-D49D-474C-AA65-1C05E4AA8B9D}">
      <dgm:prSet/>
      <dgm:spPr/>
      <dgm:t>
        <a:bodyPr/>
        <a:lstStyle/>
        <a:p>
          <a:endParaRPr lang="en-US"/>
        </a:p>
      </dgm:t>
    </dgm:pt>
    <dgm:pt modelId="{A5F8F272-2ED4-402D-B9D3-AC8E80BB0B3A}" type="sibTrans" cxnId="{6C84652E-D49D-474C-AA65-1C05E4AA8B9D}">
      <dgm:prSet/>
      <dgm:spPr/>
      <dgm:t>
        <a:bodyPr/>
        <a:lstStyle/>
        <a:p>
          <a:endParaRPr lang="en-US"/>
        </a:p>
      </dgm:t>
    </dgm:pt>
    <dgm:pt modelId="{F04DEA54-778A-41DD-B25E-60392F21B158}">
      <dgm:prSet/>
      <dgm:spPr/>
      <dgm:t>
        <a:bodyPr/>
        <a:lstStyle/>
        <a:p>
          <a:r>
            <a:rPr lang="en-US"/>
            <a:t>Structured vs Unstructured data</a:t>
          </a:r>
        </a:p>
      </dgm:t>
    </dgm:pt>
    <dgm:pt modelId="{71735BD2-61CC-4FF9-8480-8E28BFEC02B6}" type="parTrans" cxnId="{E26DCA7C-9826-41C6-B06C-F2216E885A43}">
      <dgm:prSet/>
      <dgm:spPr/>
      <dgm:t>
        <a:bodyPr/>
        <a:lstStyle/>
        <a:p>
          <a:endParaRPr lang="en-US"/>
        </a:p>
      </dgm:t>
    </dgm:pt>
    <dgm:pt modelId="{5BABDFE6-B94C-45C8-BCFC-BC079AEDBEBC}" type="sibTrans" cxnId="{E26DCA7C-9826-41C6-B06C-F2216E885A43}">
      <dgm:prSet/>
      <dgm:spPr/>
      <dgm:t>
        <a:bodyPr/>
        <a:lstStyle/>
        <a:p>
          <a:endParaRPr lang="en-US"/>
        </a:p>
      </dgm:t>
    </dgm:pt>
    <dgm:pt modelId="{0F310198-520F-429C-A9AE-41FB1B7CF1A7}">
      <dgm:prSet/>
      <dgm:spPr/>
      <dgm:t>
        <a:bodyPr/>
        <a:lstStyle/>
        <a:p>
          <a:r>
            <a:rPr lang="en-US"/>
            <a:t>Veracity</a:t>
          </a:r>
        </a:p>
      </dgm:t>
    </dgm:pt>
    <dgm:pt modelId="{F695CDED-F024-4C05-9086-910708A3CA20}" type="parTrans" cxnId="{66E65403-BF9A-4E36-B3FD-7FE3F4F30458}">
      <dgm:prSet/>
      <dgm:spPr/>
      <dgm:t>
        <a:bodyPr/>
        <a:lstStyle/>
        <a:p>
          <a:endParaRPr lang="en-US"/>
        </a:p>
      </dgm:t>
    </dgm:pt>
    <dgm:pt modelId="{912C2559-B13D-47A9-A7DD-0883F0761236}" type="sibTrans" cxnId="{66E65403-BF9A-4E36-B3FD-7FE3F4F30458}">
      <dgm:prSet/>
      <dgm:spPr/>
      <dgm:t>
        <a:bodyPr/>
        <a:lstStyle/>
        <a:p>
          <a:endParaRPr lang="en-US"/>
        </a:p>
      </dgm:t>
    </dgm:pt>
    <dgm:pt modelId="{98850214-0F5D-46D6-94D0-0420B7968342}">
      <dgm:prSet/>
      <dgm:spPr/>
      <dgm:t>
        <a:bodyPr/>
        <a:lstStyle/>
        <a:p>
          <a:r>
            <a:rPr lang="en-US"/>
            <a:t>Quality, and Accuracy of the data.</a:t>
          </a:r>
        </a:p>
      </dgm:t>
    </dgm:pt>
    <dgm:pt modelId="{4F28C3C4-9337-426A-9B3F-EFCFEC69F5CE}" type="parTrans" cxnId="{E2A07D5E-8B3E-4987-823A-B628703F6357}">
      <dgm:prSet/>
      <dgm:spPr/>
      <dgm:t>
        <a:bodyPr/>
        <a:lstStyle/>
        <a:p>
          <a:endParaRPr lang="en-US"/>
        </a:p>
      </dgm:t>
    </dgm:pt>
    <dgm:pt modelId="{8E8D5EA7-DA7E-4604-B46A-177F2DA120A9}" type="sibTrans" cxnId="{E2A07D5E-8B3E-4987-823A-B628703F6357}">
      <dgm:prSet/>
      <dgm:spPr/>
      <dgm:t>
        <a:bodyPr/>
        <a:lstStyle/>
        <a:p>
          <a:endParaRPr lang="en-US"/>
        </a:p>
      </dgm:t>
    </dgm:pt>
    <dgm:pt modelId="{88B02F21-9292-470E-9A80-5F6CD08711A1}">
      <dgm:prSet/>
      <dgm:spPr/>
      <dgm:t>
        <a:bodyPr/>
        <a:lstStyle/>
        <a:p>
          <a:r>
            <a:rPr lang="en-US"/>
            <a:t>Value</a:t>
          </a:r>
        </a:p>
      </dgm:t>
    </dgm:pt>
    <dgm:pt modelId="{5EDA9CD8-0A0B-4CDB-ADD3-273AA092849C}" type="parTrans" cxnId="{30AC030E-7419-4123-9E14-B82DFE47E66D}">
      <dgm:prSet/>
      <dgm:spPr/>
      <dgm:t>
        <a:bodyPr/>
        <a:lstStyle/>
        <a:p>
          <a:endParaRPr lang="en-US"/>
        </a:p>
      </dgm:t>
    </dgm:pt>
    <dgm:pt modelId="{8003B52E-F0ED-4523-B13C-17B33DE89271}" type="sibTrans" cxnId="{30AC030E-7419-4123-9E14-B82DFE47E66D}">
      <dgm:prSet/>
      <dgm:spPr/>
      <dgm:t>
        <a:bodyPr/>
        <a:lstStyle/>
        <a:p>
          <a:endParaRPr lang="en-US"/>
        </a:p>
      </dgm:t>
    </dgm:pt>
    <dgm:pt modelId="{6D0745F2-69D4-4B64-9D38-6A163CC208E3}">
      <dgm:prSet/>
      <dgm:spPr/>
      <dgm:t>
        <a:bodyPr/>
        <a:lstStyle/>
        <a:p>
          <a:r>
            <a:rPr lang="en-US"/>
            <a:t>How valuable is it to the organization?</a:t>
          </a:r>
        </a:p>
      </dgm:t>
    </dgm:pt>
    <dgm:pt modelId="{6B567CEE-714F-4797-9ECC-F77532BC6432}" type="parTrans" cxnId="{7488E74C-C892-4FE3-8BA2-D5885581CA1E}">
      <dgm:prSet/>
      <dgm:spPr/>
      <dgm:t>
        <a:bodyPr/>
        <a:lstStyle/>
        <a:p>
          <a:endParaRPr lang="en-US"/>
        </a:p>
      </dgm:t>
    </dgm:pt>
    <dgm:pt modelId="{84B339DA-0142-4C3B-9E2D-0A536E1C0095}" type="sibTrans" cxnId="{7488E74C-C892-4FE3-8BA2-D5885581CA1E}">
      <dgm:prSet/>
      <dgm:spPr/>
      <dgm:t>
        <a:bodyPr/>
        <a:lstStyle/>
        <a:p>
          <a:endParaRPr lang="en-US"/>
        </a:p>
      </dgm:t>
    </dgm:pt>
    <dgm:pt modelId="{DF71FA79-5A74-4512-9931-1B5219D776CD}" type="pres">
      <dgm:prSet presAssocID="{3E8F6691-9D3D-4D09-8F3B-6EBEC1382010}" presName="linear" presStyleCnt="0">
        <dgm:presLayoutVars>
          <dgm:animLvl val="lvl"/>
          <dgm:resizeHandles val="exact"/>
        </dgm:presLayoutVars>
      </dgm:prSet>
      <dgm:spPr/>
    </dgm:pt>
    <dgm:pt modelId="{6F4CB8DB-FBAE-48E3-BD83-69E0FE3273B1}" type="pres">
      <dgm:prSet presAssocID="{72AED1EF-DB31-4224-8901-1CD71DC46F6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A33607C-7BFF-491B-9AEC-D2EAB78E5370}" type="pres">
      <dgm:prSet presAssocID="{72AED1EF-DB31-4224-8901-1CD71DC46F6A}" presName="childText" presStyleLbl="revTx" presStyleIdx="0" presStyleCnt="5">
        <dgm:presLayoutVars>
          <dgm:bulletEnabled val="1"/>
        </dgm:presLayoutVars>
      </dgm:prSet>
      <dgm:spPr/>
    </dgm:pt>
    <dgm:pt modelId="{557EB0F6-6EFA-427F-B6CC-CF550BDC7009}" type="pres">
      <dgm:prSet presAssocID="{B6BF49B5-2E3D-46D4-B4F2-3F623645604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EBC1007-8383-431A-820D-04F75EA8B926}" type="pres">
      <dgm:prSet presAssocID="{B6BF49B5-2E3D-46D4-B4F2-3F6236456042}" presName="childText" presStyleLbl="revTx" presStyleIdx="1" presStyleCnt="5">
        <dgm:presLayoutVars>
          <dgm:bulletEnabled val="1"/>
        </dgm:presLayoutVars>
      </dgm:prSet>
      <dgm:spPr/>
    </dgm:pt>
    <dgm:pt modelId="{87468A07-5090-43AB-9EED-49B11D7D58CC}" type="pres">
      <dgm:prSet presAssocID="{21C33BA6-767D-4339-A353-4A7C1CFE0F2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99A08E2-E6C0-4212-B77D-7F256501EECE}" type="pres">
      <dgm:prSet presAssocID="{21C33BA6-767D-4339-A353-4A7C1CFE0F2E}" presName="childText" presStyleLbl="revTx" presStyleIdx="2" presStyleCnt="5">
        <dgm:presLayoutVars>
          <dgm:bulletEnabled val="1"/>
        </dgm:presLayoutVars>
      </dgm:prSet>
      <dgm:spPr/>
    </dgm:pt>
    <dgm:pt modelId="{F8785AA6-F4A3-40E5-BD2A-B5B3502B8002}" type="pres">
      <dgm:prSet presAssocID="{0F310198-520F-429C-A9AE-41FB1B7CF1A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52CA2A8-50D2-4852-9B1E-A4E5BE737EEB}" type="pres">
      <dgm:prSet presAssocID="{0F310198-520F-429C-A9AE-41FB1B7CF1A7}" presName="childText" presStyleLbl="revTx" presStyleIdx="3" presStyleCnt="5">
        <dgm:presLayoutVars>
          <dgm:bulletEnabled val="1"/>
        </dgm:presLayoutVars>
      </dgm:prSet>
      <dgm:spPr/>
    </dgm:pt>
    <dgm:pt modelId="{BA47956D-9E24-49FB-8EE4-68F7CF6E4D70}" type="pres">
      <dgm:prSet presAssocID="{88B02F21-9292-470E-9A80-5F6CD08711A1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8F6D65B-AF38-42FB-BFAF-23C347C79332}" type="pres">
      <dgm:prSet presAssocID="{88B02F21-9292-470E-9A80-5F6CD08711A1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66E65403-BF9A-4E36-B3FD-7FE3F4F30458}" srcId="{3E8F6691-9D3D-4D09-8F3B-6EBEC1382010}" destId="{0F310198-520F-429C-A9AE-41FB1B7CF1A7}" srcOrd="3" destOrd="0" parTransId="{F695CDED-F024-4C05-9086-910708A3CA20}" sibTransId="{912C2559-B13D-47A9-A7DD-0883F0761236}"/>
    <dgm:cxn modelId="{30AC030E-7419-4123-9E14-B82DFE47E66D}" srcId="{3E8F6691-9D3D-4D09-8F3B-6EBEC1382010}" destId="{88B02F21-9292-470E-9A80-5F6CD08711A1}" srcOrd="4" destOrd="0" parTransId="{5EDA9CD8-0A0B-4CDB-ADD3-273AA092849C}" sibTransId="{8003B52E-F0ED-4523-B13C-17B33DE89271}"/>
    <dgm:cxn modelId="{C3050E12-705E-4D8D-82CC-7FAAFD94A820}" type="presOf" srcId="{6D0745F2-69D4-4B64-9D38-6A163CC208E3}" destId="{68F6D65B-AF38-42FB-BFAF-23C347C79332}" srcOrd="0" destOrd="0" presId="urn:microsoft.com/office/officeart/2005/8/layout/vList2"/>
    <dgm:cxn modelId="{121C4026-FDD2-4232-9631-9A5EC4D226D4}" type="presOf" srcId="{F04DEA54-778A-41DD-B25E-60392F21B158}" destId="{699A08E2-E6C0-4212-B77D-7F256501EECE}" srcOrd="0" destOrd="0" presId="urn:microsoft.com/office/officeart/2005/8/layout/vList2"/>
    <dgm:cxn modelId="{64B1F026-324A-4B08-84F0-DCF4839DAC19}" type="presOf" srcId="{906E5A6A-2FB1-4413-8036-1CBC64887D0D}" destId="{EEBC1007-8383-431A-820D-04F75EA8B926}" srcOrd="0" destOrd="0" presId="urn:microsoft.com/office/officeart/2005/8/layout/vList2"/>
    <dgm:cxn modelId="{1C0EA72A-78FC-4396-8404-BCB7EBD588C0}" type="presOf" srcId="{3E8F6691-9D3D-4D09-8F3B-6EBEC1382010}" destId="{DF71FA79-5A74-4512-9931-1B5219D776CD}" srcOrd="0" destOrd="0" presId="urn:microsoft.com/office/officeart/2005/8/layout/vList2"/>
    <dgm:cxn modelId="{83A3B62D-0BD7-4203-BD1A-4CC5EEBB7253}" srcId="{3E8F6691-9D3D-4D09-8F3B-6EBEC1382010}" destId="{B6BF49B5-2E3D-46D4-B4F2-3F6236456042}" srcOrd="1" destOrd="0" parTransId="{323051BA-ED48-4CED-9180-27557AABAFCF}" sibTransId="{5B2EACB9-F8D2-480D-A567-F845975CCA2C}"/>
    <dgm:cxn modelId="{6C84652E-D49D-474C-AA65-1C05E4AA8B9D}" srcId="{3E8F6691-9D3D-4D09-8F3B-6EBEC1382010}" destId="{21C33BA6-767D-4339-A353-4A7C1CFE0F2E}" srcOrd="2" destOrd="0" parTransId="{7CD472C2-AEE0-4D4D-9705-9759BBF3CC7E}" sibTransId="{A5F8F272-2ED4-402D-B9D3-AC8E80BB0B3A}"/>
    <dgm:cxn modelId="{79CB5F2F-D826-47B9-ABDB-A7E82D60850A}" type="presOf" srcId="{88B02F21-9292-470E-9A80-5F6CD08711A1}" destId="{BA47956D-9E24-49FB-8EE4-68F7CF6E4D70}" srcOrd="0" destOrd="0" presId="urn:microsoft.com/office/officeart/2005/8/layout/vList2"/>
    <dgm:cxn modelId="{E2A07D5E-8B3E-4987-823A-B628703F6357}" srcId="{0F310198-520F-429C-A9AE-41FB1B7CF1A7}" destId="{98850214-0F5D-46D6-94D0-0420B7968342}" srcOrd="0" destOrd="0" parTransId="{4F28C3C4-9337-426A-9B3F-EFCFEC69F5CE}" sibTransId="{8E8D5EA7-DA7E-4604-B46A-177F2DA120A9}"/>
    <dgm:cxn modelId="{7B35F147-6A05-46CB-A1EF-B3529A8ADD64}" srcId="{3E8F6691-9D3D-4D09-8F3B-6EBEC1382010}" destId="{72AED1EF-DB31-4224-8901-1CD71DC46F6A}" srcOrd="0" destOrd="0" parTransId="{AB274984-A309-4615-A2D8-544E9F1CE1E9}" sibTransId="{C307546F-CC11-491A-B08B-CBA384EB3CE4}"/>
    <dgm:cxn modelId="{7488E74C-C892-4FE3-8BA2-D5885581CA1E}" srcId="{88B02F21-9292-470E-9A80-5F6CD08711A1}" destId="{6D0745F2-69D4-4B64-9D38-6A163CC208E3}" srcOrd="0" destOrd="0" parTransId="{6B567CEE-714F-4797-9ECC-F77532BC6432}" sibTransId="{84B339DA-0142-4C3B-9E2D-0A536E1C0095}"/>
    <dgm:cxn modelId="{390DB874-95D1-403D-A597-CB3FF3693C07}" type="presOf" srcId="{F2270A8E-4EDB-4021-A8D1-AE1D0A4D4FAA}" destId="{1A33607C-7BFF-491B-9AEC-D2EAB78E5370}" srcOrd="0" destOrd="0" presId="urn:microsoft.com/office/officeart/2005/8/layout/vList2"/>
    <dgm:cxn modelId="{022C5376-AF21-457A-B918-804635E4D398}" type="presOf" srcId="{98850214-0F5D-46D6-94D0-0420B7968342}" destId="{452CA2A8-50D2-4852-9B1E-A4E5BE737EEB}" srcOrd="0" destOrd="0" presId="urn:microsoft.com/office/officeart/2005/8/layout/vList2"/>
    <dgm:cxn modelId="{8A304D78-C10D-4CD0-B18F-415BAFC58E0F}" type="presOf" srcId="{72AED1EF-DB31-4224-8901-1CD71DC46F6A}" destId="{6F4CB8DB-FBAE-48E3-BD83-69E0FE3273B1}" srcOrd="0" destOrd="0" presId="urn:microsoft.com/office/officeart/2005/8/layout/vList2"/>
    <dgm:cxn modelId="{E26DCA7C-9826-41C6-B06C-F2216E885A43}" srcId="{21C33BA6-767D-4339-A353-4A7C1CFE0F2E}" destId="{F04DEA54-778A-41DD-B25E-60392F21B158}" srcOrd="0" destOrd="0" parTransId="{71735BD2-61CC-4FF9-8480-8E28BFEC02B6}" sibTransId="{5BABDFE6-B94C-45C8-BCFC-BC079AEDBEBC}"/>
    <dgm:cxn modelId="{8519888F-57F0-4958-92A1-00BAABC7CF57}" type="presOf" srcId="{0F310198-520F-429C-A9AE-41FB1B7CF1A7}" destId="{F8785AA6-F4A3-40E5-BD2A-B5B3502B8002}" srcOrd="0" destOrd="0" presId="urn:microsoft.com/office/officeart/2005/8/layout/vList2"/>
    <dgm:cxn modelId="{BA7D3B9B-CAFC-4327-9D3E-D3F61BA0EC95}" srcId="{B6BF49B5-2E3D-46D4-B4F2-3F6236456042}" destId="{906E5A6A-2FB1-4413-8036-1CBC64887D0D}" srcOrd="0" destOrd="0" parTransId="{D48E88B7-72A2-4EF9-9683-BCF8E18563DD}" sibTransId="{1DC7E5EA-8AFE-4B18-A2B9-DDE9564C978A}"/>
    <dgm:cxn modelId="{0EC104A0-1C4A-402B-9B32-27A03DE5E4B1}" type="presOf" srcId="{B6BF49B5-2E3D-46D4-B4F2-3F6236456042}" destId="{557EB0F6-6EFA-427F-B6CC-CF550BDC7009}" srcOrd="0" destOrd="0" presId="urn:microsoft.com/office/officeart/2005/8/layout/vList2"/>
    <dgm:cxn modelId="{56ADEFA5-072B-4592-B851-293B61E3665A}" type="presOf" srcId="{21C33BA6-767D-4339-A353-4A7C1CFE0F2E}" destId="{87468A07-5090-43AB-9EED-49B11D7D58CC}" srcOrd="0" destOrd="0" presId="urn:microsoft.com/office/officeart/2005/8/layout/vList2"/>
    <dgm:cxn modelId="{2C0E9FD0-6BF2-444B-A48B-176953523BFD}" srcId="{72AED1EF-DB31-4224-8901-1CD71DC46F6A}" destId="{F2270A8E-4EDB-4021-A8D1-AE1D0A4D4FAA}" srcOrd="0" destOrd="0" parTransId="{666F0391-77DA-4120-8296-543F6727242F}" sibTransId="{58BAB20B-130F-4CF4-A43D-BE6CB041D7A8}"/>
    <dgm:cxn modelId="{2E501144-0E15-480E-823C-01CAE0FF0951}" type="presParOf" srcId="{DF71FA79-5A74-4512-9931-1B5219D776CD}" destId="{6F4CB8DB-FBAE-48E3-BD83-69E0FE3273B1}" srcOrd="0" destOrd="0" presId="urn:microsoft.com/office/officeart/2005/8/layout/vList2"/>
    <dgm:cxn modelId="{25A3D45A-9658-48A3-B769-C242F43F0E4F}" type="presParOf" srcId="{DF71FA79-5A74-4512-9931-1B5219D776CD}" destId="{1A33607C-7BFF-491B-9AEC-D2EAB78E5370}" srcOrd="1" destOrd="0" presId="urn:microsoft.com/office/officeart/2005/8/layout/vList2"/>
    <dgm:cxn modelId="{C6A8E832-DFFB-4B76-8D76-5DCE5A81323D}" type="presParOf" srcId="{DF71FA79-5A74-4512-9931-1B5219D776CD}" destId="{557EB0F6-6EFA-427F-B6CC-CF550BDC7009}" srcOrd="2" destOrd="0" presId="urn:microsoft.com/office/officeart/2005/8/layout/vList2"/>
    <dgm:cxn modelId="{AF7FA77C-858B-4EA0-9C0A-B6D46D98810C}" type="presParOf" srcId="{DF71FA79-5A74-4512-9931-1B5219D776CD}" destId="{EEBC1007-8383-431A-820D-04F75EA8B926}" srcOrd="3" destOrd="0" presId="urn:microsoft.com/office/officeart/2005/8/layout/vList2"/>
    <dgm:cxn modelId="{1B81C575-9ECF-4D15-8A95-626FA968575C}" type="presParOf" srcId="{DF71FA79-5A74-4512-9931-1B5219D776CD}" destId="{87468A07-5090-43AB-9EED-49B11D7D58CC}" srcOrd="4" destOrd="0" presId="urn:microsoft.com/office/officeart/2005/8/layout/vList2"/>
    <dgm:cxn modelId="{4D4675CC-C822-4DEC-8C58-EB3F593B977B}" type="presParOf" srcId="{DF71FA79-5A74-4512-9931-1B5219D776CD}" destId="{699A08E2-E6C0-4212-B77D-7F256501EECE}" srcOrd="5" destOrd="0" presId="urn:microsoft.com/office/officeart/2005/8/layout/vList2"/>
    <dgm:cxn modelId="{9A84102E-EA16-495F-8BF6-EE58368D835E}" type="presParOf" srcId="{DF71FA79-5A74-4512-9931-1B5219D776CD}" destId="{F8785AA6-F4A3-40E5-BD2A-B5B3502B8002}" srcOrd="6" destOrd="0" presId="urn:microsoft.com/office/officeart/2005/8/layout/vList2"/>
    <dgm:cxn modelId="{5A2CB329-EF20-428C-9028-5613190308EF}" type="presParOf" srcId="{DF71FA79-5A74-4512-9931-1B5219D776CD}" destId="{452CA2A8-50D2-4852-9B1E-A4E5BE737EEB}" srcOrd="7" destOrd="0" presId="urn:microsoft.com/office/officeart/2005/8/layout/vList2"/>
    <dgm:cxn modelId="{22F06324-4D05-4248-8450-74C56086386B}" type="presParOf" srcId="{DF71FA79-5A74-4512-9931-1B5219D776CD}" destId="{BA47956D-9E24-49FB-8EE4-68F7CF6E4D70}" srcOrd="8" destOrd="0" presId="urn:microsoft.com/office/officeart/2005/8/layout/vList2"/>
    <dgm:cxn modelId="{0DA6977A-A60F-4AE7-8669-6C9445F5FF92}" type="presParOf" srcId="{DF71FA79-5A74-4512-9931-1B5219D776CD}" destId="{68F6D65B-AF38-42FB-BFAF-23C347C79332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6363A98-9A54-4D91-B926-0D73C0AFB74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F9558E0-28EF-455F-906A-153FF823B1CC}">
      <dgm:prSet/>
      <dgm:spPr/>
      <dgm:t>
        <a:bodyPr/>
        <a:lstStyle/>
        <a:p>
          <a:pPr>
            <a:defRPr cap="all"/>
          </a:pPr>
          <a:r>
            <a:rPr lang="en-US"/>
            <a:t>Direct Sales/Licensing</a:t>
          </a:r>
        </a:p>
      </dgm:t>
    </dgm:pt>
    <dgm:pt modelId="{4A0A355E-1471-4777-A80A-22ED241FEFDA}" type="parTrans" cxnId="{BA15C3F1-ACC3-40EF-8378-88D9C29452C0}">
      <dgm:prSet/>
      <dgm:spPr/>
      <dgm:t>
        <a:bodyPr/>
        <a:lstStyle/>
        <a:p>
          <a:endParaRPr lang="en-US"/>
        </a:p>
      </dgm:t>
    </dgm:pt>
    <dgm:pt modelId="{DF0D554C-5043-42E6-AF0A-869CC9089BC1}" type="sibTrans" cxnId="{BA15C3F1-ACC3-40EF-8378-88D9C29452C0}">
      <dgm:prSet/>
      <dgm:spPr/>
      <dgm:t>
        <a:bodyPr/>
        <a:lstStyle/>
        <a:p>
          <a:endParaRPr lang="en-US"/>
        </a:p>
      </dgm:t>
    </dgm:pt>
    <dgm:pt modelId="{92F8ABCF-C06A-426E-9A2C-9A5B4FCF7CB3}">
      <dgm:prSet/>
      <dgm:spPr/>
      <dgm:t>
        <a:bodyPr/>
        <a:lstStyle/>
        <a:p>
          <a:pPr>
            <a:defRPr cap="all"/>
          </a:pPr>
          <a:r>
            <a:rPr lang="en-US"/>
            <a:t>Indirect Monetization through Products</a:t>
          </a:r>
        </a:p>
      </dgm:t>
    </dgm:pt>
    <dgm:pt modelId="{126F5115-1E12-42AD-89C1-72FAFA99E2DB}" type="parTrans" cxnId="{537027AB-8EDC-432C-9858-E9E0816B022E}">
      <dgm:prSet/>
      <dgm:spPr/>
      <dgm:t>
        <a:bodyPr/>
        <a:lstStyle/>
        <a:p>
          <a:endParaRPr lang="en-US"/>
        </a:p>
      </dgm:t>
    </dgm:pt>
    <dgm:pt modelId="{2BEB2339-A9E1-4159-9762-7041778E6895}" type="sibTrans" cxnId="{537027AB-8EDC-432C-9858-E9E0816B022E}">
      <dgm:prSet/>
      <dgm:spPr/>
      <dgm:t>
        <a:bodyPr/>
        <a:lstStyle/>
        <a:p>
          <a:endParaRPr lang="en-US"/>
        </a:p>
      </dgm:t>
    </dgm:pt>
    <dgm:pt modelId="{C141F815-FE68-4EBE-9866-ECD8FD6B62BF}">
      <dgm:prSet/>
      <dgm:spPr/>
      <dgm:t>
        <a:bodyPr/>
        <a:lstStyle/>
        <a:p>
          <a:pPr>
            <a:defRPr cap="all"/>
          </a:pPr>
          <a:r>
            <a:rPr lang="en-US"/>
            <a:t>Internal Efficiencies and Cost savings</a:t>
          </a:r>
        </a:p>
      </dgm:t>
    </dgm:pt>
    <dgm:pt modelId="{E4B3FEFF-0F08-4905-8588-BD93812C82F0}" type="parTrans" cxnId="{4E7F6F8A-F868-465C-9530-91DE1510A10C}">
      <dgm:prSet/>
      <dgm:spPr/>
      <dgm:t>
        <a:bodyPr/>
        <a:lstStyle/>
        <a:p>
          <a:endParaRPr lang="en-US"/>
        </a:p>
      </dgm:t>
    </dgm:pt>
    <dgm:pt modelId="{67DCD730-5539-43BF-AB3E-A15AF5316FB7}" type="sibTrans" cxnId="{4E7F6F8A-F868-465C-9530-91DE1510A10C}">
      <dgm:prSet/>
      <dgm:spPr/>
      <dgm:t>
        <a:bodyPr/>
        <a:lstStyle/>
        <a:p>
          <a:endParaRPr lang="en-US"/>
        </a:p>
      </dgm:t>
    </dgm:pt>
    <dgm:pt modelId="{95BC69A9-B86F-40C9-8707-6B76AC158CB0}" type="pres">
      <dgm:prSet presAssocID="{F6363A98-9A54-4D91-B926-0D73C0AFB747}" presName="root" presStyleCnt="0">
        <dgm:presLayoutVars>
          <dgm:dir/>
          <dgm:resizeHandles val="exact"/>
        </dgm:presLayoutVars>
      </dgm:prSet>
      <dgm:spPr/>
    </dgm:pt>
    <dgm:pt modelId="{A2F8595F-D428-432A-8ED5-78F65DCDC003}" type="pres">
      <dgm:prSet presAssocID="{5F9558E0-28EF-455F-906A-153FF823B1CC}" presName="compNode" presStyleCnt="0"/>
      <dgm:spPr/>
    </dgm:pt>
    <dgm:pt modelId="{460D07BC-00CB-4E20-822F-D5DA15C24E26}" type="pres">
      <dgm:prSet presAssocID="{5F9558E0-28EF-455F-906A-153FF823B1C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6DB695F-8E71-4831-8D6D-BC44524FD974}" type="pres">
      <dgm:prSet presAssocID="{5F9558E0-28EF-455F-906A-153FF823B1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EE0F2AE-3212-4444-8CD8-8C93DE799F58}" type="pres">
      <dgm:prSet presAssocID="{5F9558E0-28EF-455F-906A-153FF823B1CC}" presName="spaceRect" presStyleCnt="0"/>
      <dgm:spPr/>
    </dgm:pt>
    <dgm:pt modelId="{286FCA77-2915-454D-AC2C-BE1CB561C8EC}" type="pres">
      <dgm:prSet presAssocID="{5F9558E0-28EF-455F-906A-153FF823B1CC}" presName="textRect" presStyleLbl="revTx" presStyleIdx="0" presStyleCnt="3">
        <dgm:presLayoutVars>
          <dgm:chMax val="1"/>
          <dgm:chPref val="1"/>
        </dgm:presLayoutVars>
      </dgm:prSet>
      <dgm:spPr/>
    </dgm:pt>
    <dgm:pt modelId="{98D1AAE8-EE39-4901-8AD9-23B3F09BB5F2}" type="pres">
      <dgm:prSet presAssocID="{DF0D554C-5043-42E6-AF0A-869CC9089BC1}" presName="sibTrans" presStyleCnt="0"/>
      <dgm:spPr/>
    </dgm:pt>
    <dgm:pt modelId="{7185FF26-38C1-4783-BCF6-86AA1030ADF0}" type="pres">
      <dgm:prSet presAssocID="{92F8ABCF-C06A-426E-9A2C-9A5B4FCF7CB3}" presName="compNode" presStyleCnt="0"/>
      <dgm:spPr/>
    </dgm:pt>
    <dgm:pt modelId="{4236949B-1E3B-4600-BBF1-BC17AF85DE72}" type="pres">
      <dgm:prSet presAssocID="{92F8ABCF-C06A-426E-9A2C-9A5B4FCF7CB3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FB195FA-F3FA-4C8D-BE67-FCE440F0C0AD}" type="pres">
      <dgm:prSet presAssocID="{92F8ABCF-C06A-426E-9A2C-9A5B4FCF7CB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0603148-595F-4253-8C18-2D2D686B3CD9}" type="pres">
      <dgm:prSet presAssocID="{92F8ABCF-C06A-426E-9A2C-9A5B4FCF7CB3}" presName="spaceRect" presStyleCnt="0"/>
      <dgm:spPr/>
    </dgm:pt>
    <dgm:pt modelId="{E4C17331-7260-4C26-B3F6-0E3F744603D2}" type="pres">
      <dgm:prSet presAssocID="{92F8ABCF-C06A-426E-9A2C-9A5B4FCF7CB3}" presName="textRect" presStyleLbl="revTx" presStyleIdx="1" presStyleCnt="3">
        <dgm:presLayoutVars>
          <dgm:chMax val="1"/>
          <dgm:chPref val="1"/>
        </dgm:presLayoutVars>
      </dgm:prSet>
      <dgm:spPr/>
    </dgm:pt>
    <dgm:pt modelId="{FA9C45D7-7E6B-43DA-809B-3C22764C2127}" type="pres">
      <dgm:prSet presAssocID="{2BEB2339-A9E1-4159-9762-7041778E6895}" presName="sibTrans" presStyleCnt="0"/>
      <dgm:spPr/>
    </dgm:pt>
    <dgm:pt modelId="{113CEEE1-B11E-4C25-A489-03580955B132}" type="pres">
      <dgm:prSet presAssocID="{C141F815-FE68-4EBE-9866-ECD8FD6B62BF}" presName="compNode" presStyleCnt="0"/>
      <dgm:spPr/>
    </dgm:pt>
    <dgm:pt modelId="{34FF0B55-8587-4D4A-A998-49670FC58CBE}" type="pres">
      <dgm:prSet presAssocID="{C141F815-FE68-4EBE-9866-ECD8FD6B62B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25A72BB-BEAB-4FA9-B380-B8413AD9A8B2}" type="pres">
      <dgm:prSet presAssocID="{C141F815-FE68-4EBE-9866-ECD8FD6B62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0C78CB0-D869-4635-AAEB-7879FB18C8D3}" type="pres">
      <dgm:prSet presAssocID="{C141F815-FE68-4EBE-9866-ECD8FD6B62BF}" presName="spaceRect" presStyleCnt="0"/>
      <dgm:spPr/>
    </dgm:pt>
    <dgm:pt modelId="{6C4E20BF-CBAA-4567-9D91-F977B9427CCB}" type="pres">
      <dgm:prSet presAssocID="{C141F815-FE68-4EBE-9866-ECD8FD6B62B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D8B3E1A-CC81-4304-AA42-33A705885BE7}" type="presOf" srcId="{5F9558E0-28EF-455F-906A-153FF823B1CC}" destId="{286FCA77-2915-454D-AC2C-BE1CB561C8EC}" srcOrd="0" destOrd="0" presId="urn:microsoft.com/office/officeart/2018/5/layout/IconLeafLabelList"/>
    <dgm:cxn modelId="{F90BFE33-3C39-477A-B5E3-63852A074D48}" type="presOf" srcId="{F6363A98-9A54-4D91-B926-0D73C0AFB747}" destId="{95BC69A9-B86F-40C9-8707-6B76AC158CB0}" srcOrd="0" destOrd="0" presId="urn:microsoft.com/office/officeart/2018/5/layout/IconLeafLabelList"/>
    <dgm:cxn modelId="{B93E4269-B6E9-4E2B-BA9C-2FB36A3363CD}" type="presOf" srcId="{C141F815-FE68-4EBE-9866-ECD8FD6B62BF}" destId="{6C4E20BF-CBAA-4567-9D91-F977B9427CCB}" srcOrd="0" destOrd="0" presId="urn:microsoft.com/office/officeart/2018/5/layout/IconLeafLabelList"/>
    <dgm:cxn modelId="{4E7F6F8A-F868-465C-9530-91DE1510A10C}" srcId="{F6363A98-9A54-4D91-B926-0D73C0AFB747}" destId="{C141F815-FE68-4EBE-9866-ECD8FD6B62BF}" srcOrd="2" destOrd="0" parTransId="{E4B3FEFF-0F08-4905-8588-BD93812C82F0}" sibTransId="{67DCD730-5539-43BF-AB3E-A15AF5316FB7}"/>
    <dgm:cxn modelId="{537027AB-8EDC-432C-9858-E9E0816B022E}" srcId="{F6363A98-9A54-4D91-B926-0D73C0AFB747}" destId="{92F8ABCF-C06A-426E-9A2C-9A5B4FCF7CB3}" srcOrd="1" destOrd="0" parTransId="{126F5115-1E12-42AD-89C1-72FAFA99E2DB}" sibTransId="{2BEB2339-A9E1-4159-9762-7041778E6895}"/>
    <dgm:cxn modelId="{BA15C3F1-ACC3-40EF-8378-88D9C29452C0}" srcId="{F6363A98-9A54-4D91-B926-0D73C0AFB747}" destId="{5F9558E0-28EF-455F-906A-153FF823B1CC}" srcOrd="0" destOrd="0" parTransId="{4A0A355E-1471-4777-A80A-22ED241FEFDA}" sibTransId="{DF0D554C-5043-42E6-AF0A-869CC9089BC1}"/>
    <dgm:cxn modelId="{548C03FF-7F4B-4560-B6F5-4F9B901D2EBE}" type="presOf" srcId="{92F8ABCF-C06A-426E-9A2C-9A5B4FCF7CB3}" destId="{E4C17331-7260-4C26-B3F6-0E3F744603D2}" srcOrd="0" destOrd="0" presId="urn:microsoft.com/office/officeart/2018/5/layout/IconLeafLabelList"/>
    <dgm:cxn modelId="{E03A829E-8599-4EC6-9434-3F62196AAA9A}" type="presParOf" srcId="{95BC69A9-B86F-40C9-8707-6B76AC158CB0}" destId="{A2F8595F-D428-432A-8ED5-78F65DCDC003}" srcOrd="0" destOrd="0" presId="urn:microsoft.com/office/officeart/2018/5/layout/IconLeafLabelList"/>
    <dgm:cxn modelId="{4AD6EF89-072D-4CAA-99F4-C5E97A4E15C2}" type="presParOf" srcId="{A2F8595F-D428-432A-8ED5-78F65DCDC003}" destId="{460D07BC-00CB-4E20-822F-D5DA15C24E26}" srcOrd="0" destOrd="0" presId="urn:microsoft.com/office/officeart/2018/5/layout/IconLeafLabelList"/>
    <dgm:cxn modelId="{E3FD0399-5137-4D64-820E-A62504231B13}" type="presParOf" srcId="{A2F8595F-D428-432A-8ED5-78F65DCDC003}" destId="{76DB695F-8E71-4831-8D6D-BC44524FD974}" srcOrd="1" destOrd="0" presId="urn:microsoft.com/office/officeart/2018/5/layout/IconLeafLabelList"/>
    <dgm:cxn modelId="{BDEE6CBC-5995-4BA0-92C4-78CC4C36C10C}" type="presParOf" srcId="{A2F8595F-D428-432A-8ED5-78F65DCDC003}" destId="{EEE0F2AE-3212-4444-8CD8-8C93DE799F58}" srcOrd="2" destOrd="0" presId="urn:microsoft.com/office/officeart/2018/5/layout/IconLeafLabelList"/>
    <dgm:cxn modelId="{2E8B11EA-7CF9-407F-B531-229A7F147E5A}" type="presParOf" srcId="{A2F8595F-D428-432A-8ED5-78F65DCDC003}" destId="{286FCA77-2915-454D-AC2C-BE1CB561C8EC}" srcOrd="3" destOrd="0" presId="urn:microsoft.com/office/officeart/2018/5/layout/IconLeafLabelList"/>
    <dgm:cxn modelId="{A4BD0738-84C7-4121-9F68-182D69E83B18}" type="presParOf" srcId="{95BC69A9-B86F-40C9-8707-6B76AC158CB0}" destId="{98D1AAE8-EE39-4901-8AD9-23B3F09BB5F2}" srcOrd="1" destOrd="0" presId="urn:microsoft.com/office/officeart/2018/5/layout/IconLeafLabelList"/>
    <dgm:cxn modelId="{875F5083-05A8-4086-8961-14DB02621118}" type="presParOf" srcId="{95BC69A9-B86F-40C9-8707-6B76AC158CB0}" destId="{7185FF26-38C1-4783-BCF6-86AA1030ADF0}" srcOrd="2" destOrd="0" presId="urn:microsoft.com/office/officeart/2018/5/layout/IconLeafLabelList"/>
    <dgm:cxn modelId="{35984130-59BA-48CE-9CB7-E0E5A6E62F09}" type="presParOf" srcId="{7185FF26-38C1-4783-BCF6-86AA1030ADF0}" destId="{4236949B-1E3B-4600-BBF1-BC17AF85DE72}" srcOrd="0" destOrd="0" presId="urn:microsoft.com/office/officeart/2018/5/layout/IconLeafLabelList"/>
    <dgm:cxn modelId="{6D403857-D6D7-4173-96A1-4F320F097A09}" type="presParOf" srcId="{7185FF26-38C1-4783-BCF6-86AA1030ADF0}" destId="{AFB195FA-F3FA-4C8D-BE67-FCE440F0C0AD}" srcOrd="1" destOrd="0" presId="urn:microsoft.com/office/officeart/2018/5/layout/IconLeafLabelList"/>
    <dgm:cxn modelId="{B727C699-2EEF-461A-B027-DA30177BCE44}" type="presParOf" srcId="{7185FF26-38C1-4783-BCF6-86AA1030ADF0}" destId="{E0603148-595F-4253-8C18-2D2D686B3CD9}" srcOrd="2" destOrd="0" presId="urn:microsoft.com/office/officeart/2018/5/layout/IconLeafLabelList"/>
    <dgm:cxn modelId="{4BE0E4DC-2436-4EC8-9BE8-7BA8DC1DF4DC}" type="presParOf" srcId="{7185FF26-38C1-4783-BCF6-86AA1030ADF0}" destId="{E4C17331-7260-4C26-B3F6-0E3F744603D2}" srcOrd="3" destOrd="0" presId="urn:microsoft.com/office/officeart/2018/5/layout/IconLeafLabelList"/>
    <dgm:cxn modelId="{46CC35D6-C129-4BC6-B971-3AAD85DCB199}" type="presParOf" srcId="{95BC69A9-B86F-40C9-8707-6B76AC158CB0}" destId="{FA9C45D7-7E6B-43DA-809B-3C22764C2127}" srcOrd="3" destOrd="0" presId="urn:microsoft.com/office/officeart/2018/5/layout/IconLeafLabelList"/>
    <dgm:cxn modelId="{7F1017F7-F126-48C9-89A6-8F6A6EE8D6A7}" type="presParOf" srcId="{95BC69A9-B86F-40C9-8707-6B76AC158CB0}" destId="{113CEEE1-B11E-4C25-A489-03580955B132}" srcOrd="4" destOrd="0" presId="urn:microsoft.com/office/officeart/2018/5/layout/IconLeafLabelList"/>
    <dgm:cxn modelId="{5DAFA90C-8280-46EE-B6AF-EF4444D62A01}" type="presParOf" srcId="{113CEEE1-B11E-4C25-A489-03580955B132}" destId="{34FF0B55-8587-4D4A-A998-49670FC58CBE}" srcOrd="0" destOrd="0" presId="urn:microsoft.com/office/officeart/2018/5/layout/IconLeafLabelList"/>
    <dgm:cxn modelId="{E357FB84-F14A-4B96-98E2-D5CBC946376C}" type="presParOf" srcId="{113CEEE1-B11E-4C25-A489-03580955B132}" destId="{C25A72BB-BEAB-4FA9-B380-B8413AD9A8B2}" srcOrd="1" destOrd="0" presId="urn:microsoft.com/office/officeart/2018/5/layout/IconLeafLabelList"/>
    <dgm:cxn modelId="{67B1C022-1728-4783-AD47-BF2BF0B5A505}" type="presParOf" srcId="{113CEEE1-B11E-4C25-A489-03580955B132}" destId="{30C78CB0-D869-4635-AAEB-7879FB18C8D3}" srcOrd="2" destOrd="0" presId="urn:microsoft.com/office/officeart/2018/5/layout/IconLeafLabelList"/>
    <dgm:cxn modelId="{1520ECD0-AC40-4BDA-88AE-3788328EF13E}" type="presParOf" srcId="{113CEEE1-B11E-4C25-A489-03580955B132}" destId="{6C4E20BF-CBAA-4567-9D91-F977B9427CC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8CFE23-D026-4E89-8305-ECA736345D8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610E8D-93E1-490A-9EED-EEA057B6FEAC}">
      <dgm:prSet/>
      <dgm:spPr/>
      <dgm:t>
        <a:bodyPr/>
        <a:lstStyle/>
        <a:p>
          <a:r>
            <a:rPr lang="en-US"/>
            <a:t>Privacy Issues</a:t>
          </a:r>
        </a:p>
      </dgm:t>
    </dgm:pt>
    <dgm:pt modelId="{41177B31-3024-41C7-A2DC-262977AA0FB2}" type="parTrans" cxnId="{5F813DC0-48DA-4193-9A15-0FC328F8504A}">
      <dgm:prSet/>
      <dgm:spPr/>
      <dgm:t>
        <a:bodyPr/>
        <a:lstStyle/>
        <a:p>
          <a:endParaRPr lang="en-US"/>
        </a:p>
      </dgm:t>
    </dgm:pt>
    <dgm:pt modelId="{E2054EE9-5C38-443B-BFE3-30723326F679}" type="sibTrans" cxnId="{5F813DC0-48DA-4193-9A15-0FC328F8504A}">
      <dgm:prSet/>
      <dgm:spPr/>
      <dgm:t>
        <a:bodyPr/>
        <a:lstStyle/>
        <a:p>
          <a:endParaRPr lang="en-US"/>
        </a:p>
      </dgm:t>
    </dgm:pt>
    <dgm:pt modelId="{C167D958-7FD4-4434-AC75-8020B3872325}">
      <dgm:prSet/>
      <dgm:spPr/>
      <dgm:t>
        <a:bodyPr/>
        <a:lstStyle/>
        <a:p>
          <a:r>
            <a:rPr lang="en-US"/>
            <a:t>Security</a:t>
          </a:r>
        </a:p>
      </dgm:t>
    </dgm:pt>
    <dgm:pt modelId="{D9A97841-C2EA-45EC-8FF6-3F35E91FC1F7}" type="parTrans" cxnId="{34B9C5BD-2278-46AA-A4E3-1A0050469E14}">
      <dgm:prSet/>
      <dgm:spPr/>
      <dgm:t>
        <a:bodyPr/>
        <a:lstStyle/>
        <a:p>
          <a:endParaRPr lang="en-US"/>
        </a:p>
      </dgm:t>
    </dgm:pt>
    <dgm:pt modelId="{18A4EA6A-F140-41C8-83A0-6AD33A6F6879}" type="sibTrans" cxnId="{34B9C5BD-2278-46AA-A4E3-1A0050469E14}">
      <dgm:prSet/>
      <dgm:spPr/>
      <dgm:t>
        <a:bodyPr/>
        <a:lstStyle/>
        <a:p>
          <a:endParaRPr lang="en-US"/>
        </a:p>
      </dgm:t>
    </dgm:pt>
    <dgm:pt modelId="{50EC8E56-E53D-46B2-8C6B-0C5E0D2150E9}">
      <dgm:prSet/>
      <dgm:spPr/>
      <dgm:t>
        <a:bodyPr/>
        <a:lstStyle/>
        <a:p>
          <a:r>
            <a:rPr lang="en-US"/>
            <a:t>Transparency to Clients</a:t>
          </a:r>
        </a:p>
      </dgm:t>
    </dgm:pt>
    <dgm:pt modelId="{FF96A050-A1BA-4A58-9F6F-FB33EA23A6F4}" type="parTrans" cxnId="{C43D70DC-E3E1-4E96-A7E6-82A696E9C028}">
      <dgm:prSet/>
      <dgm:spPr/>
      <dgm:t>
        <a:bodyPr/>
        <a:lstStyle/>
        <a:p>
          <a:endParaRPr lang="en-US"/>
        </a:p>
      </dgm:t>
    </dgm:pt>
    <dgm:pt modelId="{B5209F3A-AC2A-4DC2-9882-7BAACB9E45EF}" type="sibTrans" cxnId="{C43D70DC-E3E1-4E96-A7E6-82A696E9C028}">
      <dgm:prSet/>
      <dgm:spPr/>
      <dgm:t>
        <a:bodyPr/>
        <a:lstStyle/>
        <a:p>
          <a:endParaRPr lang="en-US"/>
        </a:p>
      </dgm:t>
    </dgm:pt>
    <dgm:pt modelId="{539FC0B2-950B-48AE-9E44-C932AA5CF923}" type="pres">
      <dgm:prSet presAssocID="{588CFE23-D026-4E89-8305-ECA736345D83}" presName="root" presStyleCnt="0">
        <dgm:presLayoutVars>
          <dgm:dir/>
          <dgm:resizeHandles val="exact"/>
        </dgm:presLayoutVars>
      </dgm:prSet>
      <dgm:spPr/>
    </dgm:pt>
    <dgm:pt modelId="{5F5FD0AA-AF19-45BD-B150-F2F4D39672F2}" type="pres">
      <dgm:prSet presAssocID="{23610E8D-93E1-490A-9EED-EEA057B6FEAC}" presName="compNode" presStyleCnt="0"/>
      <dgm:spPr/>
    </dgm:pt>
    <dgm:pt modelId="{0299D88C-44B9-4715-99D4-3F1F4F997185}" type="pres">
      <dgm:prSet presAssocID="{23610E8D-93E1-490A-9EED-EEA057B6FE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8A9B8ED-8C34-47C9-85B4-090B1C06ED42}" type="pres">
      <dgm:prSet presAssocID="{23610E8D-93E1-490A-9EED-EEA057B6FEAC}" presName="spaceRect" presStyleCnt="0"/>
      <dgm:spPr/>
    </dgm:pt>
    <dgm:pt modelId="{C8AC2D34-5B44-4EC0-8381-6273446CBAA4}" type="pres">
      <dgm:prSet presAssocID="{23610E8D-93E1-490A-9EED-EEA057B6FEAC}" presName="textRect" presStyleLbl="revTx" presStyleIdx="0" presStyleCnt="3">
        <dgm:presLayoutVars>
          <dgm:chMax val="1"/>
          <dgm:chPref val="1"/>
        </dgm:presLayoutVars>
      </dgm:prSet>
      <dgm:spPr/>
    </dgm:pt>
    <dgm:pt modelId="{C78BABE0-B2FE-4A65-9A20-3B0555085132}" type="pres">
      <dgm:prSet presAssocID="{E2054EE9-5C38-443B-BFE3-30723326F679}" presName="sibTrans" presStyleCnt="0"/>
      <dgm:spPr/>
    </dgm:pt>
    <dgm:pt modelId="{F97105F1-8173-4AEC-8E57-6A4520E7381C}" type="pres">
      <dgm:prSet presAssocID="{C167D958-7FD4-4434-AC75-8020B3872325}" presName="compNode" presStyleCnt="0"/>
      <dgm:spPr/>
    </dgm:pt>
    <dgm:pt modelId="{69FA86BF-EB39-42BF-9813-617B39EA43DA}" type="pres">
      <dgm:prSet presAssocID="{C167D958-7FD4-4434-AC75-8020B387232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E4DCBD95-A87A-4744-ACA3-64219E73AC3B}" type="pres">
      <dgm:prSet presAssocID="{C167D958-7FD4-4434-AC75-8020B3872325}" presName="spaceRect" presStyleCnt="0"/>
      <dgm:spPr/>
    </dgm:pt>
    <dgm:pt modelId="{F9AC9C64-20E2-423C-BE8B-9C3814D2507D}" type="pres">
      <dgm:prSet presAssocID="{C167D958-7FD4-4434-AC75-8020B3872325}" presName="textRect" presStyleLbl="revTx" presStyleIdx="1" presStyleCnt="3">
        <dgm:presLayoutVars>
          <dgm:chMax val="1"/>
          <dgm:chPref val="1"/>
        </dgm:presLayoutVars>
      </dgm:prSet>
      <dgm:spPr/>
    </dgm:pt>
    <dgm:pt modelId="{04E6D59C-F0DA-4732-BA57-03621317D284}" type="pres">
      <dgm:prSet presAssocID="{18A4EA6A-F140-41C8-83A0-6AD33A6F6879}" presName="sibTrans" presStyleCnt="0"/>
      <dgm:spPr/>
    </dgm:pt>
    <dgm:pt modelId="{2AD49052-8538-4093-B401-E285222DAD71}" type="pres">
      <dgm:prSet presAssocID="{50EC8E56-E53D-46B2-8C6B-0C5E0D2150E9}" presName="compNode" presStyleCnt="0"/>
      <dgm:spPr/>
    </dgm:pt>
    <dgm:pt modelId="{061FA445-4E6A-4718-B7AB-5F5E3D3679B8}" type="pres">
      <dgm:prSet presAssocID="{50EC8E56-E53D-46B2-8C6B-0C5E0D2150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A29EE4C-A395-4323-B2DB-F540B45FCFB6}" type="pres">
      <dgm:prSet presAssocID="{50EC8E56-E53D-46B2-8C6B-0C5E0D2150E9}" presName="spaceRect" presStyleCnt="0"/>
      <dgm:spPr/>
    </dgm:pt>
    <dgm:pt modelId="{D9C3E06F-DA0D-40B4-A9C5-D2E21CD443CC}" type="pres">
      <dgm:prSet presAssocID="{50EC8E56-E53D-46B2-8C6B-0C5E0D2150E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A586A74-F1BE-4E6A-8F3A-1AFFF92BA6B0}" type="presOf" srcId="{50EC8E56-E53D-46B2-8C6B-0C5E0D2150E9}" destId="{D9C3E06F-DA0D-40B4-A9C5-D2E21CD443CC}" srcOrd="0" destOrd="0" presId="urn:microsoft.com/office/officeart/2018/2/layout/IconLabelList"/>
    <dgm:cxn modelId="{057FB1A9-1E5A-4D2A-8BAC-B3B2C04BB04C}" type="presOf" srcId="{23610E8D-93E1-490A-9EED-EEA057B6FEAC}" destId="{C8AC2D34-5B44-4EC0-8381-6273446CBAA4}" srcOrd="0" destOrd="0" presId="urn:microsoft.com/office/officeart/2018/2/layout/IconLabelList"/>
    <dgm:cxn modelId="{4D3437B9-F3B7-4A70-B037-B60B5597B9C1}" type="presOf" srcId="{588CFE23-D026-4E89-8305-ECA736345D83}" destId="{539FC0B2-950B-48AE-9E44-C932AA5CF923}" srcOrd="0" destOrd="0" presId="urn:microsoft.com/office/officeart/2018/2/layout/IconLabelList"/>
    <dgm:cxn modelId="{34B9C5BD-2278-46AA-A4E3-1A0050469E14}" srcId="{588CFE23-D026-4E89-8305-ECA736345D83}" destId="{C167D958-7FD4-4434-AC75-8020B3872325}" srcOrd="1" destOrd="0" parTransId="{D9A97841-C2EA-45EC-8FF6-3F35E91FC1F7}" sibTransId="{18A4EA6A-F140-41C8-83A0-6AD33A6F6879}"/>
    <dgm:cxn modelId="{5F813DC0-48DA-4193-9A15-0FC328F8504A}" srcId="{588CFE23-D026-4E89-8305-ECA736345D83}" destId="{23610E8D-93E1-490A-9EED-EEA057B6FEAC}" srcOrd="0" destOrd="0" parTransId="{41177B31-3024-41C7-A2DC-262977AA0FB2}" sibTransId="{E2054EE9-5C38-443B-BFE3-30723326F679}"/>
    <dgm:cxn modelId="{162E15D4-A085-458A-A6CC-09C4F55EBE6F}" type="presOf" srcId="{C167D958-7FD4-4434-AC75-8020B3872325}" destId="{F9AC9C64-20E2-423C-BE8B-9C3814D2507D}" srcOrd="0" destOrd="0" presId="urn:microsoft.com/office/officeart/2018/2/layout/IconLabelList"/>
    <dgm:cxn modelId="{C43D70DC-E3E1-4E96-A7E6-82A696E9C028}" srcId="{588CFE23-D026-4E89-8305-ECA736345D83}" destId="{50EC8E56-E53D-46B2-8C6B-0C5E0D2150E9}" srcOrd="2" destOrd="0" parTransId="{FF96A050-A1BA-4A58-9F6F-FB33EA23A6F4}" sibTransId="{B5209F3A-AC2A-4DC2-9882-7BAACB9E45EF}"/>
    <dgm:cxn modelId="{B95EA55C-49F7-4243-936C-56B51757CF10}" type="presParOf" srcId="{539FC0B2-950B-48AE-9E44-C932AA5CF923}" destId="{5F5FD0AA-AF19-45BD-B150-F2F4D39672F2}" srcOrd="0" destOrd="0" presId="urn:microsoft.com/office/officeart/2018/2/layout/IconLabelList"/>
    <dgm:cxn modelId="{719B6FDE-C677-4903-9326-77162EFBB206}" type="presParOf" srcId="{5F5FD0AA-AF19-45BD-B150-F2F4D39672F2}" destId="{0299D88C-44B9-4715-99D4-3F1F4F997185}" srcOrd="0" destOrd="0" presId="urn:microsoft.com/office/officeart/2018/2/layout/IconLabelList"/>
    <dgm:cxn modelId="{9099A26B-47ED-41D6-A161-B8DE2D333676}" type="presParOf" srcId="{5F5FD0AA-AF19-45BD-B150-F2F4D39672F2}" destId="{A8A9B8ED-8C34-47C9-85B4-090B1C06ED42}" srcOrd="1" destOrd="0" presId="urn:microsoft.com/office/officeart/2018/2/layout/IconLabelList"/>
    <dgm:cxn modelId="{09308AA7-A9D6-49BF-BB9F-9D13D333EA07}" type="presParOf" srcId="{5F5FD0AA-AF19-45BD-B150-F2F4D39672F2}" destId="{C8AC2D34-5B44-4EC0-8381-6273446CBAA4}" srcOrd="2" destOrd="0" presId="urn:microsoft.com/office/officeart/2018/2/layout/IconLabelList"/>
    <dgm:cxn modelId="{BE609CB8-EC48-4FD9-B171-EBFFDDC525E9}" type="presParOf" srcId="{539FC0B2-950B-48AE-9E44-C932AA5CF923}" destId="{C78BABE0-B2FE-4A65-9A20-3B0555085132}" srcOrd="1" destOrd="0" presId="urn:microsoft.com/office/officeart/2018/2/layout/IconLabelList"/>
    <dgm:cxn modelId="{6730F045-A8EA-4CAD-8AAF-7E626A80E65A}" type="presParOf" srcId="{539FC0B2-950B-48AE-9E44-C932AA5CF923}" destId="{F97105F1-8173-4AEC-8E57-6A4520E7381C}" srcOrd="2" destOrd="0" presId="urn:microsoft.com/office/officeart/2018/2/layout/IconLabelList"/>
    <dgm:cxn modelId="{35632662-AB85-4411-A8B8-D103B072E76E}" type="presParOf" srcId="{F97105F1-8173-4AEC-8E57-6A4520E7381C}" destId="{69FA86BF-EB39-42BF-9813-617B39EA43DA}" srcOrd="0" destOrd="0" presId="urn:microsoft.com/office/officeart/2018/2/layout/IconLabelList"/>
    <dgm:cxn modelId="{A0A6ADE8-1B19-4855-BE5F-08BC04500B3A}" type="presParOf" srcId="{F97105F1-8173-4AEC-8E57-6A4520E7381C}" destId="{E4DCBD95-A87A-4744-ACA3-64219E73AC3B}" srcOrd="1" destOrd="0" presId="urn:microsoft.com/office/officeart/2018/2/layout/IconLabelList"/>
    <dgm:cxn modelId="{E617A9BE-4CFA-4B5D-9CA6-3F783AA83963}" type="presParOf" srcId="{F97105F1-8173-4AEC-8E57-6A4520E7381C}" destId="{F9AC9C64-20E2-423C-BE8B-9C3814D2507D}" srcOrd="2" destOrd="0" presId="urn:microsoft.com/office/officeart/2018/2/layout/IconLabelList"/>
    <dgm:cxn modelId="{BDEAEEA0-D4A5-4D18-9641-EBA9C5FCA0CD}" type="presParOf" srcId="{539FC0B2-950B-48AE-9E44-C932AA5CF923}" destId="{04E6D59C-F0DA-4732-BA57-03621317D284}" srcOrd="3" destOrd="0" presId="urn:microsoft.com/office/officeart/2018/2/layout/IconLabelList"/>
    <dgm:cxn modelId="{9D282FBE-96DC-4F7C-8253-388526EBC804}" type="presParOf" srcId="{539FC0B2-950B-48AE-9E44-C932AA5CF923}" destId="{2AD49052-8538-4093-B401-E285222DAD71}" srcOrd="4" destOrd="0" presId="urn:microsoft.com/office/officeart/2018/2/layout/IconLabelList"/>
    <dgm:cxn modelId="{E43A17F7-A974-4645-B320-E10AB9E93BE1}" type="presParOf" srcId="{2AD49052-8538-4093-B401-E285222DAD71}" destId="{061FA445-4E6A-4718-B7AB-5F5E3D3679B8}" srcOrd="0" destOrd="0" presId="urn:microsoft.com/office/officeart/2018/2/layout/IconLabelList"/>
    <dgm:cxn modelId="{D2DDF0C1-E68B-4493-B618-5E461A96C81A}" type="presParOf" srcId="{2AD49052-8538-4093-B401-E285222DAD71}" destId="{AA29EE4C-A395-4323-B2DB-F540B45FCFB6}" srcOrd="1" destOrd="0" presId="urn:microsoft.com/office/officeart/2018/2/layout/IconLabelList"/>
    <dgm:cxn modelId="{3B6D4979-6ADD-4D67-A8D4-F7D4B66502A7}" type="presParOf" srcId="{2AD49052-8538-4093-B401-E285222DAD71}" destId="{D9C3E06F-DA0D-40B4-A9C5-D2E21CD443C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A2C691A-B5AA-4755-AF3E-E3633433BB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215388-2F87-4BBB-8E83-7D16D8EFD20B}">
      <dgm:prSet/>
      <dgm:spPr/>
      <dgm:t>
        <a:bodyPr/>
        <a:lstStyle/>
        <a:p>
          <a:r>
            <a:rPr lang="en-US"/>
            <a:t>“Science of examine raw data with the purpose of drawing conclusions about that information.” </a:t>
          </a:r>
        </a:p>
      </dgm:t>
    </dgm:pt>
    <dgm:pt modelId="{7D0A8946-2C8B-40C3-8087-8555B7386CED}" type="parTrans" cxnId="{28450658-5E5C-4854-8F50-48E28662D274}">
      <dgm:prSet/>
      <dgm:spPr/>
      <dgm:t>
        <a:bodyPr/>
        <a:lstStyle/>
        <a:p>
          <a:endParaRPr lang="en-US"/>
        </a:p>
      </dgm:t>
    </dgm:pt>
    <dgm:pt modelId="{8412B378-2575-43A2-B28E-F8E4B90EE79C}" type="sibTrans" cxnId="{28450658-5E5C-4854-8F50-48E28662D274}">
      <dgm:prSet/>
      <dgm:spPr/>
      <dgm:t>
        <a:bodyPr/>
        <a:lstStyle/>
        <a:p>
          <a:endParaRPr lang="en-US"/>
        </a:p>
      </dgm:t>
    </dgm:pt>
    <dgm:pt modelId="{2AAB69E9-35BF-45B4-90DF-5167F9C42431}">
      <dgm:prSet/>
      <dgm:spPr/>
      <dgm:t>
        <a:bodyPr/>
        <a:lstStyle/>
        <a:p>
          <a:r>
            <a:rPr lang="en-US"/>
            <a:t>Actionable insights</a:t>
          </a:r>
        </a:p>
      </dgm:t>
    </dgm:pt>
    <dgm:pt modelId="{ED1F3A21-D877-484C-B5D9-3EBC6998AFE1}" type="parTrans" cxnId="{5231A4D5-DDD6-4B40-AD60-DCE732A39C16}">
      <dgm:prSet/>
      <dgm:spPr/>
      <dgm:t>
        <a:bodyPr/>
        <a:lstStyle/>
        <a:p>
          <a:endParaRPr lang="en-US"/>
        </a:p>
      </dgm:t>
    </dgm:pt>
    <dgm:pt modelId="{910C17D3-E527-45E3-8DD8-9CC70D023E2E}" type="sibTrans" cxnId="{5231A4D5-DDD6-4B40-AD60-DCE732A39C16}">
      <dgm:prSet/>
      <dgm:spPr/>
      <dgm:t>
        <a:bodyPr/>
        <a:lstStyle/>
        <a:p>
          <a:endParaRPr lang="en-US"/>
        </a:p>
      </dgm:t>
    </dgm:pt>
    <dgm:pt modelId="{D35E7463-7DF9-4B05-B5E5-3343A8126AAF}">
      <dgm:prSet/>
      <dgm:spPr/>
      <dgm:t>
        <a:bodyPr/>
        <a:lstStyle/>
        <a:p>
          <a:r>
            <a:rPr lang="en-US"/>
            <a:t>Meaningful Reporting</a:t>
          </a:r>
        </a:p>
      </dgm:t>
    </dgm:pt>
    <dgm:pt modelId="{A165E002-DC42-4D65-9AC5-15CF4F854C70}" type="parTrans" cxnId="{E4529BE9-037D-49AE-A7A0-E5432C7DB9CB}">
      <dgm:prSet/>
      <dgm:spPr/>
      <dgm:t>
        <a:bodyPr/>
        <a:lstStyle/>
        <a:p>
          <a:endParaRPr lang="en-US"/>
        </a:p>
      </dgm:t>
    </dgm:pt>
    <dgm:pt modelId="{FDBF48B0-7BE1-4411-801E-56AC9B92B167}" type="sibTrans" cxnId="{E4529BE9-037D-49AE-A7A0-E5432C7DB9CB}">
      <dgm:prSet/>
      <dgm:spPr/>
      <dgm:t>
        <a:bodyPr/>
        <a:lstStyle/>
        <a:p>
          <a:endParaRPr lang="en-US"/>
        </a:p>
      </dgm:t>
    </dgm:pt>
    <dgm:pt modelId="{6BAD63BD-43EA-45C0-AFBD-FEC7EC01AE2A}" type="pres">
      <dgm:prSet presAssocID="{1A2C691A-B5AA-4755-AF3E-E3633433BB0D}" presName="root" presStyleCnt="0">
        <dgm:presLayoutVars>
          <dgm:dir/>
          <dgm:resizeHandles val="exact"/>
        </dgm:presLayoutVars>
      </dgm:prSet>
      <dgm:spPr/>
    </dgm:pt>
    <dgm:pt modelId="{9A8119F7-13B6-4422-AF7C-756B06454713}" type="pres">
      <dgm:prSet presAssocID="{20215388-2F87-4BBB-8E83-7D16D8EFD20B}" presName="compNode" presStyleCnt="0"/>
      <dgm:spPr/>
    </dgm:pt>
    <dgm:pt modelId="{85AAE43B-DFB0-4FEC-B0A1-CC1F6A23D05B}" type="pres">
      <dgm:prSet presAssocID="{20215388-2F87-4BBB-8E83-7D16D8EFD20B}" presName="bgRect" presStyleLbl="bgShp" presStyleIdx="0" presStyleCnt="3"/>
      <dgm:spPr/>
    </dgm:pt>
    <dgm:pt modelId="{D691A7BA-3574-4DEE-A169-73B62E3B4F37}" type="pres">
      <dgm:prSet presAssocID="{20215388-2F87-4BBB-8E83-7D16D8EFD20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1EA780D-4411-473F-8370-FA8734C8C73A}" type="pres">
      <dgm:prSet presAssocID="{20215388-2F87-4BBB-8E83-7D16D8EFD20B}" presName="spaceRect" presStyleCnt="0"/>
      <dgm:spPr/>
    </dgm:pt>
    <dgm:pt modelId="{C8C81451-2325-4621-87F0-EF3061A7E731}" type="pres">
      <dgm:prSet presAssocID="{20215388-2F87-4BBB-8E83-7D16D8EFD20B}" presName="parTx" presStyleLbl="revTx" presStyleIdx="0" presStyleCnt="3">
        <dgm:presLayoutVars>
          <dgm:chMax val="0"/>
          <dgm:chPref val="0"/>
        </dgm:presLayoutVars>
      </dgm:prSet>
      <dgm:spPr/>
    </dgm:pt>
    <dgm:pt modelId="{C485A91D-BE29-41BD-8C26-1CF084AD1310}" type="pres">
      <dgm:prSet presAssocID="{8412B378-2575-43A2-B28E-F8E4B90EE79C}" presName="sibTrans" presStyleCnt="0"/>
      <dgm:spPr/>
    </dgm:pt>
    <dgm:pt modelId="{9C0F6AD9-1F96-4382-BB58-ABBE8EB559C4}" type="pres">
      <dgm:prSet presAssocID="{2AAB69E9-35BF-45B4-90DF-5167F9C42431}" presName="compNode" presStyleCnt="0"/>
      <dgm:spPr/>
    </dgm:pt>
    <dgm:pt modelId="{203F9C06-2E0B-46E7-91AE-ACF64AA07FDF}" type="pres">
      <dgm:prSet presAssocID="{2AAB69E9-35BF-45B4-90DF-5167F9C42431}" presName="bgRect" presStyleLbl="bgShp" presStyleIdx="1" presStyleCnt="3"/>
      <dgm:spPr/>
    </dgm:pt>
    <dgm:pt modelId="{3D458CB2-DB0D-43F9-BF96-C97738F9FBCF}" type="pres">
      <dgm:prSet presAssocID="{2AAB69E9-35BF-45B4-90DF-5167F9C424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A371821-3D66-4733-828E-D83545417974}" type="pres">
      <dgm:prSet presAssocID="{2AAB69E9-35BF-45B4-90DF-5167F9C42431}" presName="spaceRect" presStyleCnt="0"/>
      <dgm:spPr/>
    </dgm:pt>
    <dgm:pt modelId="{2283FE10-43ED-4A29-B65A-0A3F0BA3D408}" type="pres">
      <dgm:prSet presAssocID="{2AAB69E9-35BF-45B4-90DF-5167F9C42431}" presName="parTx" presStyleLbl="revTx" presStyleIdx="1" presStyleCnt="3">
        <dgm:presLayoutVars>
          <dgm:chMax val="0"/>
          <dgm:chPref val="0"/>
        </dgm:presLayoutVars>
      </dgm:prSet>
      <dgm:spPr/>
    </dgm:pt>
    <dgm:pt modelId="{00D44E1F-215E-4064-9D7C-DDD04ABB6966}" type="pres">
      <dgm:prSet presAssocID="{910C17D3-E527-45E3-8DD8-9CC70D023E2E}" presName="sibTrans" presStyleCnt="0"/>
      <dgm:spPr/>
    </dgm:pt>
    <dgm:pt modelId="{CA66E5CC-6F01-40FB-8147-B0E6C5E50F0A}" type="pres">
      <dgm:prSet presAssocID="{D35E7463-7DF9-4B05-B5E5-3343A8126AAF}" presName="compNode" presStyleCnt="0"/>
      <dgm:spPr/>
    </dgm:pt>
    <dgm:pt modelId="{8FA46E0D-8906-4B25-863B-D3C39DE60DA2}" type="pres">
      <dgm:prSet presAssocID="{D35E7463-7DF9-4B05-B5E5-3343A8126AAF}" presName="bgRect" presStyleLbl="bgShp" presStyleIdx="2" presStyleCnt="3"/>
      <dgm:spPr/>
    </dgm:pt>
    <dgm:pt modelId="{0D411EA4-7076-4132-979E-DCDA1345458F}" type="pres">
      <dgm:prSet presAssocID="{D35E7463-7DF9-4B05-B5E5-3343A8126A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5BBB1BC-2983-40B8-A862-35ADE8A534DA}" type="pres">
      <dgm:prSet presAssocID="{D35E7463-7DF9-4B05-B5E5-3343A8126AAF}" presName="spaceRect" presStyleCnt="0"/>
      <dgm:spPr/>
    </dgm:pt>
    <dgm:pt modelId="{202741EE-3D80-4530-B387-86A73A5E36F2}" type="pres">
      <dgm:prSet presAssocID="{D35E7463-7DF9-4B05-B5E5-3343A8126AA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5E00050-8467-490D-82D2-2D088E117A43}" type="presOf" srcId="{2AAB69E9-35BF-45B4-90DF-5167F9C42431}" destId="{2283FE10-43ED-4A29-B65A-0A3F0BA3D408}" srcOrd="0" destOrd="0" presId="urn:microsoft.com/office/officeart/2018/2/layout/IconVerticalSolidList"/>
    <dgm:cxn modelId="{28450658-5E5C-4854-8F50-48E28662D274}" srcId="{1A2C691A-B5AA-4755-AF3E-E3633433BB0D}" destId="{20215388-2F87-4BBB-8E83-7D16D8EFD20B}" srcOrd="0" destOrd="0" parTransId="{7D0A8946-2C8B-40C3-8087-8555B7386CED}" sibTransId="{8412B378-2575-43A2-B28E-F8E4B90EE79C}"/>
    <dgm:cxn modelId="{F52C7F79-0880-4D45-82F3-63C94BA884E0}" type="presOf" srcId="{D35E7463-7DF9-4B05-B5E5-3343A8126AAF}" destId="{202741EE-3D80-4530-B387-86A73A5E36F2}" srcOrd="0" destOrd="0" presId="urn:microsoft.com/office/officeart/2018/2/layout/IconVerticalSolidList"/>
    <dgm:cxn modelId="{5E65937D-02D6-4999-A0CA-4C0B61C8FDCF}" type="presOf" srcId="{1A2C691A-B5AA-4755-AF3E-E3633433BB0D}" destId="{6BAD63BD-43EA-45C0-AFBD-FEC7EC01AE2A}" srcOrd="0" destOrd="0" presId="urn:microsoft.com/office/officeart/2018/2/layout/IconVerticalSolidList"/>
    <dgm:cxn modelId="{5231A4D5-DDD6-4B40-AD60-DCE732A39C16}" srcId="{1A2C691A-B5AA-4755-AF3E-E3633433BB0D}" destId="{2AAB69E9-35BF-45B4-90DF-5167F9C42431}" srcOrd="1" destOrd="0" parTransId="{ED1F3A21-D877-484C-B5D9-3EBC6998AFE1}" sibTransId="{910C17D3-E527-45E3-8DD8-9CC70D023E2E}"/>
    <dgm:cxn modelId="{B4B6FAD5-1091-4F73-8DE8-4080B1E5168F}" type="presOf" srcId="{20215388-2F87-4BBB-8E83-7D16D8EFD20B}" destId="{C8C81451-2325-4621-87F0-EF3061A7E731}" srcOrd="0" destOrd="0" presId="urn:microsoft.com/office/officeart/2018/2/layout/IconVerticalSolidList"/>
    <dgm:cxn modelId="{E4529BE9-037D-49AE-A7A0-E5432C7DB9CB}" srcId="{1A2C691A-B5AA-4755-AF3E-E3633433BB0D}" destId="{D35E7463-7DF9-4B05-B5E5-3343A8126AAF}" srcOrd="2" destOrd="0" parTransId="{A165E002-DC42-4D65-9AC5-15CF4F854C70}" sibTransId="{FDBF48B0-7BE1-4411-801E-56AC9B92B167}"/>
    <dgm:cxn modelId="{D47DAA4F-195E-4E6C-9E19-334D2DF1DACC}" type="presParOf" srcId="{6BAD63BD-43EA-45C0-AFBD-FEC7EC01AE2A}" destId="{9A8119F7-13B6-4422-AF7C-756B06454713}" srcOrd="0" destOrd="0" presId="urn:microsoft.com/office/officeart/2018/2/layout/IconVerticalSolidList"/>
    <dgm:cxn modelId="{9EC3F302-2044-485C-9564-193193127200}" type="presParOf" srcId="{9A8119F7-13B6-4422-AF7C-756B06454713}" destId="{85AAE43B-DFB0-4FEC-B0A1-CC1F6A23D05B}" srcOrd="0" destOrd="0" presId="urn:microsoft.com/office/officeart/2018/2/layout/IconVerticalSolidList"/>
    <dgm:cxn modelId="{410F4076-7515-4AD0-B0C9-CF6147BC8973}" type="presParOf" srcId="{9A8119F7-13B6-4422-AF7C-756B06454713}" destId="{D691A7BA-3574-4DEE-A169-73B62E3B4F37}" srcOrd="1" destOrd="0" presId="urn:microsoft.com/office/officeart/2018/2/layout/IconVerticalSolidList"/>
    <dgm:cxn modelId="{93F3C3DB-2A57-4246-AA30-6E8FBBD2DB14}" type="presParOf" srcId="{9A8119F7-13B6-4422-AF7C-756B06454713}" destId="{E1EA780D-4411-473F-8370-FA8734C8C73A}" srcOrd="2" destOrd="0" presId="urn:microsoft.com/office/officeart/2018/2/layout/IconVerticalSolidList"/>
    <dgm:cxn modelId="{8454202F-BD11-43C7-8911-69C9FB58D148}" type="presParOf" srcId="{9A8119F7-13B6-4422-AF7C-756B06454713}" destId="{C8C81451-2325-4621-87F0-EF3061A7E731}" srcOrd="3" destOrd="0" presId="urn:microsoft.com/office/officeart/2018/2/layout/IconVerticalSolidList"/>
    <dgm:cxn modelId="{831FC05C-1C64-470C-A6A5-EAC0DD67F1ED}" type="presParOf" srcId="{6BAD63BD-43EA-45C0-AFBD-FEC7EC01AE2A}" destId="{C485A91D-BE29-41BD-8C26-1CF084AD1310}" srcOrd="1" destOrd="0" presId="urn:microsoft.com/office/officeart/2018/2/layout/IconVerticalSolidList"/>
    <dgm:cxn modelId="{F304BCD6-157D-4EE7-8325-A040EC8B3134}" type="presParOf" srcId="{6BAD63BD-43EA-45C0-AFBD-FEC7EC01AE2A}" destId="{9C0F6AD9-1F96-4382-BB58-ABBE8EB559C4}" srcOrd="2" destOrd="0" presId="urn:microsoft.com/office/officeart/2018/2/layout/IconVerticalSolidList"/>
    <dgm:cxn modelId="{B16445C1-D49D-4335-89F9-0B1D6DFD33A7}" type="presParOf" srcId="{9C0F6AD9-1F96-4382-BB58-ABBE8EB559C4}" destId="{203F9C06-2E0B-46E7-91AE-ACF64AA07FDF}" srcOrd="0" destOrd="0" presId="urn:microsoft.com/office/officeart/2018/2/layout/IconVerticalSolidList"/>
    <dgm:cxn modelId="{F3ED2F0C-3C60-48AF-94E1-8BA3DA7E2F8D}" type="presParOf" srcId="{9C0F6AD9-1F96-4382-BB58-ABBE8EB559C4}" destId="{3D458CB2-DB0D-43F9-BF96-C97738F9FBCF}" srcOrd="1" destOrd="0" presId="urn:microsoft.com/office/officeart/2018/2/layout/IconVerticalSolidList"/>
    <dgm:cxn modelId="{94156259-8BA5-42FD-91E1-FA016E7D2155}" type="presParOf" srcId="{9C0F6AD9-1F96-4382-BB58-ABBE8EB559C4}" destId="{CA371821-3D66-4733-828E-D83545417974}" srcOrd="2" destOrd="0" presId="urn:microsoft.com/office/officeart/2018/2/layout/IconVerticalSolidList"/>
    <dgm:cxn modelId="{92BC28D0-EFE5-4ACD-B53D-EB4DF3CCA8C7}" type="presParOf" srcId="{9C0F6AD9-1F96-4382-BB58-ABBE8EB559C4}" destId="{2283FE10-43ED-4A29-B65A-0A3F0BA3D408}" srcOrd="3" destOrd="0" presId="urn:microsoft.com/office/officeart/2018/2/layout/IconVerticalSolidList"/>
    <dgm:cxn modelId="{E1BE9C61-7DA4-4B76-BF0C-B386E26742FF}" type="presParOf" srcId="{6BAD63BD-43EA-45C0-AFBD-FEC7EC01AE2A}" destId="{00D44E1F-215E-4064-9D7C-DDD04ABB6966}" srcOrd="3" destOrd="0" presId="urn:microsoft.com/office/officeart/2018/2/layout/IconVerticalSolidList"/>
    <dgm:cxn modelId="{83379204-8FBF-4CF0-94CA-F533F41CAA1B}" type="presParOf" srcId="{6BAD63BD-43EA-45C0-AFBD-FEC7EC01AE2A}" destId="{CA66E5CC-6F01-40FB-8147-B0E6C5E50F0A}" srcOrd="4" destOrd="0" presId="urn:microsoft.com/office/officeart/2018/2/layout/IconVerticalSolidList"/>
    <dgm:cxn modelId="{EFFEBEA6-591E-4F38-B7BD-DCD6CFF4F6DD}" type="presParOf" srcId="{CA66E5CC-6F01-40FB-8147-B0E6C5E50F0A}" destId="{8FA46E0D-8906-4B25-863B-D3C39DE60DA2}" srcOrd="0" destOrd="0" presId="urn:microsoft.com/office/officeart/2018/2/layout/IconVerticalSolidList"/>
    <dgm:cxn modelId="{1B495C4E-BF07-4CCD-B016-FE7ED3332636}" type="presParOf" srcId="{CA66E5CC-6F01-40FB-8147-B0E6C5E50F0A}" destId="{0D411EA4-7076-4132-979E-DCDA1345458F}" srcOrd="1" destOrd="0" presId="urn:microsoft.com/office/officeart/2018/2/layout/IconVerticalSolidList"/>
    <dgm:cxn modelId="{EF075D82-1D55-4C3A-B2DF-CFD93AD31454}" type="presParOf" srcId="{CA66E5CC-6F01-40FB-8147-B0E6C5E50F0A}" destId="{95BBB1BC-2983-40B8-A862-35ADE8A534DA}" srcOrd="2" destOrd="0" presId="urn:microsoft.com/office/officeart/2018/2/layout/IconVerticalSolidList"/>
    <dgm:cxn modelId="{A068F029-19E3-4AB0-90EE-4FCA92674708}" type="presParOf" srcId="{CA66E5CC-6F01-40FB-8147-B0E6C5E50F0A}" destId="{202741EE-3D80-4530-B387-86A73A5E36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96FB6DD-8808-4C06-9873-FE89219EE43D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76133D1-A006-46BC-AC79-0CE387D56214}">
      <dgm:prSet/>
      <dgm:spPr/>
      <dgm:t>
        <a:bodyPr/>
        <a:lstStyle/>
        <a:p>
          <a:pPr>
            <a:defRPr cap="all"/>
          </a:pPr>
          <a:r>
            <a:rPr lang="en-US"/>
            <a:t>Collect Data</a:t>
          </a:r>
        </a:p>
      </dgm:t>
    </dgm:pt>
    <dgm:pt modelId="{4EDC586F-E035-4C0A-87D7-803C75AF4882}" type="parTrans" cxnId="{8BF9A456-5770-4210-9876-832329CC5CE8}">
      <dgm:prSet/>
      <dgm:spPr/>
      <dgm:t>
        <a:bodyPr/>
        <a:lstStyle/>
        <a:p>
          <a:endParaRPr lang="en-US"/>
        </a:p>
      </dgm:t>
    </dgm:pt>
    <dgm:pt modelId="{08D428AB-1799-4EC6-A3FB-2B5721D04FF3}" type="sibTrans" cxnId="{8BF9A456-5770-4210-9876-832329CC5CE8}">
      <dgm:prSet/>
      <dgm:spPr/>
      <dgm:t>
        <a:bodyPr/>
        <a:lstStyle/>
        <a:p>
          <a:endParaRPr lang="en-US"/>
        </a:p>
      </dgm:t>
    </dgm:pt>
    <dgm:pt modelId="{8D3993D8-1D34-47DB-A8CB-60E72A7BCB1E}">
      <dgm:prSet/>
      <dgm:spPr/>
      <dgm:t>
        <a:bodyPr/>
        <a:lstStyle/>
        <a:p>
          <a:pPr>
            <a:defRPr cap="all"/>
          </a:pPr>
          <a:r>
            <a:rPr lang="en-US"/>
            <a:t>Clean Data</a:t>
          </a:r>
        </a:p>
      </dgm:t>
    </dgm:pt>
    <dgm:pt modelId="{1F143238-0174-4229-963B-FB6E8B4C23A7}" type="parTrans" cxnId="{1F6938E4-82CC-435D-8263-2FBEFAEFB750}">
      <dgm:prSet/>
      <dgm:spPr/>
      <dgm:t>
        <a:bodyPr/>
        <a:lstStyle/>
        <a:p>
          <a:endParaRPr lang="en-US"/>
        </a:p>
      </dgm:t>
    </dgm:pt>
    <dgm:pt modelId="{0748AC55-9B5D-4B1E-80B8-3C9CCE84921F}" type="sibTrans" cxnId="{1F6938E4-82CC-435D-8263-2FBEFAEFB750}">
      <dgm:prSet/>
      <dgm:spPr/>
      <dgm:t>
        <a:bodyPr/>
        <a:lstStyle/>
        <a:p>
          <a:endParaRPr lang="en-US"/>
        </a:p>
      </dgm:t>
    </dgm:pt>
    <dgm:pt modelId="{8BC266C2-881E-41CF-B1BA-85F2DA99A4AA}">
      <dgm:prSet/>
      <dgm:spPr/>
      <dgm:t>
        <a:bodyPr/>
        <a:lstStyle/>
        <a:p>
          <a:pPr>
            <a:defRPr cap="all"/>
          </a:pPr>
          <a:r>
            <a:rPr lang="en-US"/>
            <a:t>Analyze</a:t>
          </a:r>
        </a:p>
      </dgm:t>
    </dgm:pt>
    <dgm:pt modelId="{A50B54B7-A233-4643-A03B-75786A8AD514}" type="parTrans" cxnId="{814373D9-3DAD-45BC-AB32-E5CF81817670}">
      <dgm:prSet/>
      <dgm:spPr/>
      <dgm:t>
        <a:bodyPr/>
        <a:lstStyle/>
        <a:p>
          <a:endParaRPr lang="en-US"/>
        </a:p>
      </dgm:t>
    </dgm:pt>
    <dgm:pt modelId="{ECD9F2DD-05EC-4FFB-92FF-DBE58FC0168D}" type="sibTrans" cxnId="{814373D9-3DAD-45BC-AB32-E5CF81817670}">
      <dgm:prSet/>
      <dgm:spPr/>
      <dgm:t>
        <a:bodyPr/>
        <a:lstStyle/>
        <a:p>
          <a:endParaRPr lang="en-US"/>
        </a:p>
      </dgm:t>
    </dgm:pt>
    <dgm:pt modelId="{62188679-5AEA-4298-BBF6-F6F972CC1D56}">
      <dgm:prSet/>
      <dgm:spPr/>
      <dgm:t>
        <a:bodyPr/>
        <a:lstStyle/>
        <a:p>
          <a:pPr>
            <a:defRPr cap="all"/>
          </a:pPr>
          <a:r>
            <a:rPr lang="en-US"/>
            <a:t>Interpret Data</a:t>
          </a:r>
        </a:p>
      </dgm:t>
    </dgm:pt>
    <dgm:pt modelId="{38B85AB3-AE85-4FE8-AE47-5F0E77342D88}" type="parTrans" cxnId="{879A2460-91BF-4F66-9482-9186635332BF}">
      <dgm:prSet/>
      <dgm:spPr/>
      <dgm:t>
        <a:bodyPr/>
        <a:lstStyle/>
        <a:p>
          <a:endParaRPr lang="en-US"/>
        </a:p>
      </dgm:t>
    </dgm:pt>
    <dgm:pt modelId="{7ADCA0F8-428D-4AEE-8E74-F77CBF56EFCD}" type="sibTrans" cxnId="{879A2460-91BF-4F66-9482-9186635332BF}">
      <dgm:prSet/>
      <dgm:spPr/>
      <dgm:t>
        <a:bodyPr/>
        <a:lstStyle/>
        <a:p>
          <a:endParaRPr lang="en-US"/>
        </a:p>
      </dgm:t>
    </dgm:pt>
    <dgm:pt modelId="{DE8A05EE-28A8-4734-AEA1-2926B11B1435}">
      <dgm:prSet/>
      <dgm:spPr/>
      <dgm:t>
        <a:bodyPr/>
        <a:lstStyle/>
        <a:p>
          <a:pPr>
            <a:defRPr cap="all"/>
          </a:pPr>
          <a:r>
            <a:rPr lang="en-US"/>
            <a:t>Report</a:t>
          </a:r>
        </a:p>
      </dgm:t>
    </dgm:pt>
    <dgm:pt modelId="{8FF77DEC-AE04-4C8C-ACD1-13B75557B414}" type="parTrans" cxnId="{1F35F25A-EF3C-4990-8CC9-EC0CC8D38183}">
      <dgm:prSet/>
      <dgm:spPr/>
      <dgm:t>
        <a:bodyPr/>
        <a:lstStyle/>
        <a:p>
          <a:endParaRPr lang="en-US"/>
        </a:p>
      </dgm:t>
    </dgm:pt>
    <dgm:pt modelId="{CDE6BD97-293E-498F-953E-463B3527DCC9}" type="sibTrans" cxnId="{1F35F25A-EF3C-4990-8CC9-EC0CC8D38183}">
      <dgm:prSet/>
      <dgm:spPr/>
      <dgm:t>
        <a:bodyPr/>
        <a:lstStyle/>
        <a:p>
          <a:endParaRPr lang="en-US"/>
        </a:p>
      </dgm:t>
    </dgm:pt>
    <dgm:pt modelId="{6A3BD090-58B6-4071-B74A-13BD194B7B49}" type="pres">
      <dgm:prSet presAssocID="{496FB6DD-8808-4C06-9873-FE89219EE43D}" presName="root" presStyleCnt="0">
        <dgm:presLayoutVars>
          <dgm:dir/>
          <dgm:resizeHandles val="exact"/>
        </dgm:presLayoutVars>
      </dgm:prSet>
      <dgm:spPr/>
    </dgm:pt>
    <dgm:pt modelId="{F6A385DA-A165-4A77-9ABD-5E1673C247C9}" type="pres">
      <dgm:prSet presAssocID="{176133D1-A006-46BC-AC79-0CE387D56214}" presName="compNode" presStyleCnt="0"/>
      <dgm:spPr/>
    </dgm:pt>
    <dgm:pt modelId="{1DACCB62-E287-494D-A5E9-7B96EFEB453A}" type="pres">
      <dgm:prSet presAssocID="{176133D1-A006-46BC-AC79-0CE387D56214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E39F050-3646-4CB8-A87D-149737EB0C3D}" type="pres">
      <dgm:prSet presAssocID="{176133D1-A006-46BC-AC79-0CE387D5621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76DF394-083A-4E8C-BF39-EA754A974C77}" type="pres">
      <dgm:prSet presAssocID="{176133D1-A006-46BC-AC79-0CE387D56214}" presName="spaceRect" presStyleCnt="0"/>
      <dgm:spPr/>
    </dgm:pt>
    <dgm:pt modelId="{53CD7362-6437-4C40-B96E-05DC0D7DA891}" type="pres">
      <dgm:prSet presAssocID="{176133D1-A006-46BC-AC79-0CE387D56214}" presName="textRect" presStyleLbl="revTx" presStyleIdx="0" presStyleCnt="5">
        <dgm:presLayoutVars>
          <dgm:chMax val="1"/>
          <dgm:chPref val="1"/>
        </dgm:presLayoutVars>
      </dgm:prSet>
      <dgm:spPr/>
    </dgm:pt>
    <dgm:pt modelId="{8DDFBDC2-A746-4491-88E5-AAE20E01E3F2}" type="pres">
      <dgm:prSet presAssocID="{08D428AB-1799-4EC6-A3FB-2B5721D04FF3}" presName="sibTrans" presStyleCnt="0"/>
      <dgm:spPr/>
    </dgm:pt>
    <dgm:pt modelId="{73F0E9E3-38E0-426F-BD96-14FA4BA0D069}" type="pres">
      <dgm:prSet presAssocID="{8D3993D8-1D34-47DB-A8CB-60E72A7BCB1E}" presName="compNode" presStyleCnt="0"/>
      <dgm:spPr/>
    </dgm:pt>
    <dgm:pt modelId="{09235350-CA97-43BD-97F5-05A3223A202C}" type="pres">
      <dgm:prSet presAssocID="{8D3993D8-1D34-47DB-A8CB-60E72A7BCB1E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60AB267-656C-44A3-A60B-E54D7E6E02A7}" type="pres">
      <dgm:prSet presAssocID="{8D3993D8-1D34-47DB-A8CB-60E72A7BCB1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522E52FB-8E95-4D26-83E4-20108F2AEBE5}" type="pres">
      <dgm:prSet presAssocID="{8D3993D8-1D34-47DB-A8CB-60E72A7BCB1E}" presName="spaceRect" presStyleCnt="0"/>
      <dgm:spPr/>
    </dgm:pt>
    <dgm:pt modelId="{9122C399-4789-4A48-AB8B-89E54892CE7C}" type="pres">
      <dgm:prSet presAssocID="{8D3993D8-1D34-47DB-A8CB-60E72A7BCB1E}" presName="textRect" presStyleLbl="revTx" presStyleIdx="1" presStyleCnt="5">
        <dgm:presLayoutVars>
          <dgm:chMax val="1"/>
          <dgm:chPref val="1"/>
        </dgm:presLayoutVars>
      </dgm:prSet>
      <dgm:spPr/>
    </dgm:pt>
    <dgm:pt modelId="{00C2D711-3B8D-4FF5-80BC-990B71E4AAB8}" type="pres">
      <dgm:prSet presAssocID="{0748AC55-9B5D-4B1E-80B8-3C9CCE84921F}" presName="sibTrans" presStyleCnt="0"/>
      <dgm:spPr/>
    </dgm:pt>
    <dgm:pt modelId="{E5605E21-104D-40EE-AADC-6C08D47D974A}" type="pres">
      <dgm:prSet presAssocID="{8BC266C2-881E-41CF-B1BA-85F2DA99A4AA}" presName="compNode" presStyleCnt="0"/>
      <dgm:spPr/>
    </dgm:pt>
    <dgm:pt modelId="{A4EBA4C7-422B-46EC-8D6D-089F284D354E}" type="pres">
      <dgm:prSet presAssocID="{8BC266C2-881E-41CF-B1BA-85F2DA99A4AA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FE9BDFA-1608-46F7-B80E-7BF0BFADE98E}" type="pres">
      <dgm:prSet presAssocID="{8BC266C2-881E-41CF-B1BA-85F2DA99A4A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1ED1402-622B-4023-BB34-E378863AE13C}" type="pres">
      <dgm:prSet presAssocID="{8BC266C2-881E-41CF-B1BA-85F2DA99A4AA}" presName="spaceRect" presStyleCnt="0"/>
      <dgm:spPr/>
    </dgm:pt>
    <dgm:pt modelId="{BBA98068-B610-48CC-A00E-240B3949541A}" type="pres">
      <dgm:prSet presAssocID="{8BC266C2-881E-41CF-B1BA-85F2DA99A4AA}" presName="textRect" presStyleLbl="revTx" presStyleIdx="2" presStyleCnt="5">
        <dgm:presLayoutVars>
          <dgm:chMax val="1"/>
          <dgm:chPref val="1"/>
        </dgm:presLayoutVars>
      </dgm:prSet>
      <dgm:spPr/>
    </dgm:pt>
    <dgm:pt modelId="{52DA0D6B-0914-4DC4-AAB7-846056BF5005}" type="pres">
      <dgm:prSet presAssocID="{ECD9F2DD-05EC-4FFB-92FF-DBE58FC0168D}" presName="sibTrans" presStyleCnt="0"/>
      <dgm:spPr/>
    </dgm:pt>
    <dgm:pt modelId="{ACF86B6B-39A1-4ACF-8C6B-7D0F193CAEE3}" type="pres">
      <dgm:prSet presAssocID="{62188679-5AEA-4298-BBF6-F6F972CC1D56}" presName="compNode" presStyleCnt="0"/>
      <dgm:spPr/>
    </dgm:pt>
    <dgm:pt modelId="{878BCA06-159E-4063-A56E-D6C31D8E74CF}" type="pres">
      <dgm:prSet presAssocID="{62188679-5AEA-4298-BBF6-F6F972CC1D56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6E16F5C2-9B64-4BAB-AEEC-FE5DC4122DEA}" type="pres">
      <dgm:prSet presAssocID="{62188679-5AEA-4298-BBF6-F6F972CC1D5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0230EE0-AF37-443A-A854-F731353912EF}" type="pres">
      <dgm:prSet presAssocID="{62188679-5AEA-4298-BBF6-F6F972CC1D56}" presName="spaceRect" presStyleCnt="0"/>
      <dgm:spPr/>
    </dgm:pt>
    <dgm:pt modelId="{6B6C561F-9A73-48C7-86C3-26180D20B2A2}" type="pres">
      <dgm:prSet presAssocID="{62188679-5AEA-4298-BBF6-F6F972CC1D56}" presName="textRect" presStyleLbl="revTx" presStyleIdx="3" presStyleCnt="5">
        <dgm:presLayoutVars>
          <dgm:chMax val="1"/>
          <dgm:chPref val="1"/>
        </dgm:presLayoutVars>
      </dgm:prSet>
      <dgm:spPr/>
    </dgm:pt>
    <dgm:pt modelId="{3F1F46AE-DCA3-4B90-AEFB-387E2916DFD4}" type="pres">
      <dgm:prSet presAssocID="{7ADCA0F8-428D-4AEE-8E74-F77CBF56EFCD}" presName="sibTrans" presStyleCnt="0"/>
      <dgm:spPr/>
    </dgm:pt>
    <dgm:pt modelId="{F154A25C-E488-437B-91AE-501CCE85299A}" type="pres">
      <dgm:prSet presAssocID="{DE8A05EE-28A8-4734-AEA1-2926B11B1435}" presName="compNode" presStyleCnt="0"/>
      <dgm:spPr/>
    </dgm:pt>
    <dgm:pt modelId="{B4042D4B-0812-4189-A8EE-74D2B9004C66}" type="pres">
      <dgm:prSet presAssocID="{DE8A05EE-28A8-4734-AEA1-2926B11B1435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8D5CE84-FFE3-43CC-AB1A-550F61ACB100}" type="pres">
      <dgm:prSet presAssocID="{DE8A05EE-28A8-4734-AEA1-2926B11B143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228C117A-5B46-41E6-A092-F948DF7B7FD9}" type="pres">
      <dgm:prSet presAssocID="{DE8A05EE-28A8-4734-AEA1-2926B11B1435}" presName="spaceRect" presStyleCnt="0"/>
      <dgm:spPr/>
    </dgm:pt>
    <dgm:pt modelId="{E7AC03FF-9873-4E12-9E1B-A65EE0F83AC3}" type="pres">
      <dgm:prSet presAssocID="{DE8A05EE-28A8-4734-AEA1-2926B11B143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21F4016-06EE-415E-A424-7D44BB07F2D3}" type="presOf" srcId="{176133D1-A006-46BC-AC79-0CE387D56214}" destId="{53CD7362-6437-4C40-B96E-05DC0D7DA891}" srcOrd="0" destOrd="0" presId="urn:microsoft.com/office/officeart/2018/5/layout/IconLeafLabelList"/>
    <dgm:cxn modelId="{03503B5F-8D0D-404D-BDCC-CFFE12184FC3}" type="presOf" srcId="{62188679-5AEA-4298-BBF6-F6F972CC1D56}" destId="{6B6C561F-9A73-48C7-86C3-26180D20B2A2}" srcOrd="0" destOrd="0" presId="urn:microsoft.com/office/officeart/2018/5/layout/IconLeafLabelList"/>
    <dgm:cxn modelId="{879A2460-91BF-4F66-9482-9186635332BF}" srcId="{496FB6DD-8808-4C06-9873-FE89219EE43D}" destId="{62188679-5AEA-4298-BBF6-F6F972CC1D56}" srcOrd="3" destOrd="0" parTransId="{38B85AB3-AE85-4FE8-AE47-5F0E77342D88}" sibTransId="{7ADCA0F8-428D-4AEE-8E74-F77CBF56EFCD}"/>
    <dgm:cxn modelId="{8BF9A456-5770-4210-9876-832329CC5CE8}" srcId="{496FB6DD-8808-4C06-9873-FE89219EE43D}" destId="{176133D1-A006-46BC-AC79-0CE387D56214}" srcOrd="0" destOrd="0" parTransId="{4EDC586F-E035-4C0A-87D7-803C75AF4882}" sibTransId="{08D428AB-1799-4EC6-A3FB-2B5721D04FF3}"/>
    <dgm:cxn modelId="{E26AEC56-FF7A-4E9A-813F-5560B9BE523F}" type="presOf" srcId="{496FB6DD-8808-4C06-9873-FE89219EE43D}" destId="{6A3BD090-58B6-4071-B74A-13BD194B7B49}" srcOrd="0" destOrd="0" presId="urn:microsoft.com/office/officeart/2018/5/layout/IconLeafLabelList"/>
    <dgm:cxn modelId="{1F35F25A-EF3C-4990-8CC9-EC0CC8D38183}" srcId="{496FB6DD-8808-4C06-9873-FE89219EE43D}" destId="{DE8A05EE-28A8-4734-AEA1-2926B11B1435}" srcOrd="4" destOrd="0" parTransId="{8FF77DEC-AE04-4C8C-ACD1-13B75557B414}" sibTransId="{CDE6BD97-293E-498F-953E-463B3527DCC9}"/>
    <dgm:cxn modelId="{726F2A96-91EE-4BC4-A92D-FEED68E5F6A2}" type="presOf" srcId="{DE8A05EE-28A8-4734-AEA1-2926B11B1435}" destId="{E7AC03FF-9873-4E12-9E1B-A65EE0F83AC3}" srcOrd="0" destOrd="0" presId="urn:microsoft.com/office/officeart/2018/5/layout/IconLeafLabelList"/>
    <dgm:cxn modelId="{5734B6A4-5320-402C-941B-8352C5BDFD87}" type="presOf" srcId="{8BC266C2-881E-41CF-B1BA-85F2DA99A4AA}" destId="{BBA98068-B610-48CC-A00E-240B3949541A}" srcOrd="0" destOrd="0" presId="urn:microsoft.com/office/officeart/2018/5/layout/IconLeafLabelList"/>
    <dgm:cxn modelId="{814373D9-3DAD-45BC-AB32-E5CF81817670}" srcId="{496FB6DD-8808-4C06-9873-FE89219EE43D}" destId="{8BC266C2-881E-41CF-B1BA-85F2DA99A4AA}" srcOrd="2" destOrd="0" parTransId="{A50B54B7-A233-4643-A03B-75786A8AD514}" sibTransId="{ECD9F2DD-05EC-4FFB-92FF-DBE58FC0168D}"/>
    <dgm:cxn modelId="{1F6938E4-82CC-435D-8263-2FBEFAEFB750}" srcId="{496FB6DD-8808-4C06-9873-FE89219EE43D}" destId="{8D3993D8-1D34-47DB-A8CB-60E72A7BCB1E}" srcOrd="1" destOrd="0" parTransId="{1F143238-0174-4229-963B-FB6E8B4C23A7}" sibTransId="{0748AC55-9B5D-4B1E-80B8-3C9CCE84921F}"/>
    <dgm:cxn modelId="{32E8B4FA-117C-4F08-A2F1-245F9ECE79D3}" type="presOf" srcId="{8D3993D8-1D34-47DB-A8CB-60E72A7BCB1E}" destId="{9122C399-4789-4A48-AB8B-89E54892CE7C}" srcOrd="0" destOrd="0" presId="urn:microsoft.com/office/officeart/2018/5/layout/IconLeafLabelList"/>
    <dgm:cxn modelId="{5C3B35BF-BD16-48F6-8AD1-221B75C328C4}" type="presParOf" srcId="{6A3BD090-58B6-4071-B74A-13BD194B7B49}" destId="{F6A385DA-A165-4A77-9ABD-5E1673C247C9}" srcOrd="0" destOrd="0" presId="urn:microsoft.com/office/officeart/2018/5/layout/IconLeafLabelList"/>
    <dgm:cxn modelId="{3B18F8B9-B6E6-4519-BEAC-2F95019C46B4}" type="presParOf" srcId="{F6A385DA-A165-4A77-9ABD-5E1673C247C9}" destId="{1DACCB62-E287-494D-A5E9-7B96EFEB453A}" srcOrd="0" destOrd="0" presId="urn:microsoft.com/office/officeart/2018/5/layout/IconLeafLabelList"/>
    <dgm:cxn modelId="{0EAAE0F5-D296-4836-9D47-A39E50E5A51A}" type="presParOf" srcId="{F6A385DA-A165-4A77-9ABD-5E1673C247C9}" destId="{BE39F050-3646-4CB8-A87D-149737EB0C3D}" srcOrd="1" destOrd="0" presId="urn:microsoft.com/office/officeart/2018/5/layout/IconLeafLabelList"/>
    <dgm:cxn modelId="{FC61CF0D-BD8C-4C70-9E28-DE6BF3EE6F48}" type="presParOf" srcId="{F6A385DA-A165-4A77-9ABD-5E1673C247C9}" destId="{F76DF394-083A-4E8C-BF39-EA754A974C77}" srcOrd="2" destOrd="0" presId="urn:microsoft.com/office/officeart/2018/5/layout/IconLeafLabelList"/>
    <dgm:cxn modelId="{3A27F4A9-12FF-4890-8FF3-2BC42E0BE91E}" type="presParOf" srcId="{F6A385DA-A165-4A77-9ABD-5E1673C247C9}" destId="{53CD7362-6437-4C40-B96E-05DC0D7DA891}" srcOrd="3" destOrd="0" presId="urn:microsoft.com/office/officeart/2018/5/layout/IconLeafLabelList"/>
    <dgm:cxn modelId="{01153EEB-F04B-471A-80D6-1A8A306F0107}" type="presParOf" srcId="{6A3BD090-58B6-4071-B74A-13BD194B7B49}" destId="{8DDFBDC2-A746-4491-88E5-AAE20E01E3F2}" srcOrd="1" destOrd="0" presId="urn:microsoft.com/office/officeart/2018/5/layout/IconLeafLabelList"/>
    <dgm:cxn modelId="{08CCB5BB-1A87-437F-ADB0-4D17FA2DB6DF}" type="presParOf" srcId="{6A3BD090-58B6-4071-B74A-13BD194B7B49}" destId="{73F0E9E3-38E0-426F-BD96-14FA4BA0D069}" srcOrd="2" destOrd="0" presId="urn:microsoft.com/office/officeart/2018/5/layout/IconLeafLabelList"/>
    <dgm:cxn modelId="{73D74308-FBA1-4D13-9188-5ACF225D07C2}" type="presParOf" srcId="{73F0E9E3-38E0-426F-BD96-14FA4BA0D069}" destId="{09235350-CA97-43BD-97F5-05A3223A202C}" srcOrd="0" destOrd="0" presId="urn:microsoft.com/office/officeart/2018/5/layout/IconLeafLabelList"/>
    <dgm:cxn modelId="{212B031F-1CE8-4A32-B767-B49251FDBC54}" type="presParOf" srcId="{73F0E9E3-38E0-426F-BD96-14FA4BA0D069}" destId="{660AB267-656C-44A3-A60B-E54D7E6E02A7}" srcOrd="1" destOrd="0" presId="urn:microsoft.com/office/officeart/2018/5/layout/IconLeafLabelList"/>
    <dgm:cxn modelId="{FE93682F-2CAA-41D1-B7A7-7341D9391E00}" type="presParOf" srcId="{73F0E9E3-38E0-426F-BD96-14FA4BA0D069}" destId="{522E52FB-8E95-4D26-83E4-20108F2AEBE5}" srcOrd="2" destOrd="0" presId="urn:microsoft.com/office/officeart/2018/5/layout/IconLeafLabelList"/>
    <dgm:cxn modelId="{6C9756C9-D178-47E4-929E-E3BA3EEBE443}" type="presParOf" srcId="{73F0E9E3-38E0-426F-BD96-14FA4BA0D069}" destId="{9122C399-4789-4A48-AB8B-89E54892CE7C}" srcOrd="3" destOrd="0" presId="urn:microsoft.com/office/officeart/2018/5/layout/IconLeafLabelList"/>
    <dgm:cxn modelId="{4034C460-DDF4-4491-ACFC-1780A7A9E624}" type="presParOf" srcId="{6A3BD090-58B6-4071-B74A-13BD194B7B49}" destId="{00C2D711-3B8D-4FF5-80BC-990B71E4AAB8}" srcOrd="3" destOrd="0" presId="urn:microsoft.com/office/officeart/2018/5/layout/IconLeafLabelList"/>
    <dgm:cxn modelId="{AE0D04D1-7510-4080-86B0-C1C62305CE16}" type="presParOf" srcId="{6A3BD090-58B6-4071-B74A-13BD194B7B49}" destId="{E5605E21-104D-40EE-AADC-6C08D47D974A}" srcOrd="4" destOrd="0" presId="urn:microsoft.com/office/officeart/2018/5/layout/IconLeafLabelList"/>
    <dgm:cxn modelId="{7999FB08-E3EE-4867-86E6-BE360F05B5CC}" type="presParOf" srcId="{E5605E21-104D-40EE-AADC-6C08D47D974A}" destId="{A4EBA4C7-422B-46EC-8D6D-089F284D354E}" srcOrd="0" destOrd="0" presId="urn:microsoft.com/office/officeart/2018/5/layout/IconLeafLabelList"/>
    <dgm:cxn modelId="{C38BE637-5964-4EDB-BA93-7A14F4EC8161}" type="presParOf" srcId="{E5605E21-104D-40EE-AADC-6C08D47D974A}" destId="{2FE9BDFA-1608-46F7-B80E-7BF0BFADE98E}" srcOrd="1" destOrd="0" presId="urn:microsoft.com/office/officeart/2018/5/layout/IconLeafLabelList"/>
    <dgm:cxn modelId="{30554428-D095-4725-AB2F-DA0777E5348C}" type="presParOf" srcId="{E5605E21-104D-40EE-AADC-6C08D47D974A}" destId="{31ED1402-622B-4023-BB34-E378863AE13C}" srcOrd="2" destOrd="0" presId="urn:microsoft.com/office/officeart/2018/5/layout/IconLeafLabelList"/>
    <dgm:cxn modelId="{2CDD1C11-88E9-4E01-B3AF-E4C2E60CF58F}" type="presParOf" srcId="{E5605E21-104D-40EE-AADC-6C08D47D974A}" destId="{BBA98068-B610-48CC-A00E-240B3949541A}" srcOrd="3" destOrd="0" presId="urn:microsoft.com/office/officeart/2018/5/layout/IconLeafLabelList"/>
    <dgm:cxn modelId="{E3A9CF27-12BE-4B95-B3DC-8B2A3E2B26D6}" type="presParOf" srcId="{6A3BD090-58B6-4071-B74A-13BD194B7B49}" destId="{52DA0D6B-0914-4DC4-AAB7-846056BF5005}" srcOrd="5" destOrd="0" presId="urn:microsoft.com/office/officeart/2018/5/layout/IconLeafLabelList"/>
    <dgm:cxn modelId="{925E440D-752D-4A20-A2E8-29FC36741DC8}" type="presParOf" srcId="{6A3BD090-58B6-4071-B74A-13BD194B7B49}" destId="{ACF86B6B-39A1-4ACF-8C6B-7D0F193CAEE3}" srcOrd="6" destOrd="0" presId="urn:microsoft.com/office/officeart/2018/5/layout/IconLeafLabelList"/>
    <dgm:cxn modelId="{C1074565-BA47-4675-B185-A4DC2931AF9B}" type="presParOf" srcId="{ACF86B6B-39A1-4ACF-8C6B-7D0F193CAEE3}" destId="{878BCA06-159E-4063-A56E-D6C31D8E74CF}" srcOrd="0" destOrd="0" presId="urn:microsoft.com/office/officeart/2018/5/layout/IconLeafLabelList"/>
    <dgm:cxn modelId="{398BA99A-50EF-445B-9F4D-14A02BBCA512}" type="presParOf" srcId="{ACF86B6B-39A1-4ACF-8C6B-7D0F193CAEE3}" destId="{6E16F5C2-9B64-4BAB-AEEC-FE5DC4122DEA}" srcOrd="1" destOrd="0" presId="urn:microsoft.com/office/officeart/2018/5/layout/IconLeafLabelList"/>
    <dgm:cxn modelId="{3E9614EC-42E9-4FBA-96F4-122DE8576E47}" type="presParOf" srcId="{ACF86B6B-39A1-4ACF-8C6B-7D0F193CAEE3}" destId="{90230EE0-AF37-443A-A854-F731353912EF}" srcOrd="2" destOrd="0" presId="urn:microsoft.com/office/officeart/2018/5/layout/IconLeafLabelList"/>
    <dgm:cxn modelId="{0F2B7FBD-78FB-44C8-9773-3487298B5F5A}" type="presParOf" srcId="{ACF86B6B-39A1-4ACF-8C6B-7D0F193CAEE3}" destId="{6B6C561F-9A73-48C7-86C3-26180D20B2A2}" srcOrd="3" destOrd="0" presId="urn:microsoft.com/office/officeart/2018/5/layout/IconLeafLabelList"/>
    <dgm:cxn modelId="{DF9FD423-9BBD-4592-AB72-6B752E66E343}" type="presParOf" srcId="{6A3BD090-58B6-4071-B74A-13BD194B7B49}" destId="{3F1F46AE-DCA3-4B90-AEFB-387E2916DFD4}" srcOrd="7" destOrd="0" presId="urn:microsoft.com/office/officeart/2018/5/layout/IconLeafLabelList"/>
    <dgm:cxn modelId="{A9AE0C83-B812-485B-8957-C1A8F2D4242F}" type="presParOf" srcId="{6A3BD090-58B6-4071-B74A-13BD194B7B49}" destId="{F154A25C-E488-437B-91AE-501CCE85299A}" srcOrd="8" destOrd="0" presId="urn:microsoft.com/office/officeart/2018/5/layout/IconLeafLabelList"/>
    <dgm:cxn modelId="{1DAB8ADD-6A40-4B19-BC78-B543607310B7}" type="presParOf" srcId="{F154A25C-E488-437B-91AE-501CCE85299A}" destId="{B4042D4B-0812-4189-A8EE-74D2B9004C66}" srcOrd="0" destOrd="0" presId="urn:microsoft.com/office/officeart/2018/5/layout/IconLeafLabelList"/>
    <dgm:cxn modelId="{FCE72C0E-4B1E-4071-A7A1-4D625A653AC1}" type="presParOf" srcId="{F154A25C-E488-437B-91AE-501CCE85299A}" destId="{08D5CE84-FFE3-43CC-AB1A-550F61ACB100}" srcOrd="1" destOrd="0" presId="urn:microsoft.com/office/officeart/2018/5/layout/IconLeafLabelList"/>
    <dgm:cxn modelId="{511EAFF2-5EF3-4AD5-AD45-88D5573F0636}" type="presParOf" srcId="{F154A25C-E488-437B-91AE-501CCE85299A}" destId="{228C117A-5B46-41E6-A092-F948DF7B7FD9}" srcOrd="2" destOrd="0" presId="urn:microsoft.com/office/officeart/2018/5/layout/IconLeafLabelList"/>
    <dgm:cxn modelId="{E119B226-D9E0-480F-9805-2765DA6E7E08}" type="presParOf" srcId="{F154A25C-E488-437B-91AE-501CCE85299A}" destId="{E7AC03FF-9873-4E12-9E1B-A65EE0F83AC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F99796C-9372-41D7-99C0-3BCC50034FC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313A68-205C-4C36-A188-B0A3A9896404}">
      <dgm:prSet/>
      <dgm:spPr/>
      <dgm:t>
        <a:bodyPr/>
        <a:lstStyle/>
        <a:p>
          <a:r>
            <a:rPr lang="en-US"/>
            <a:t>Increased Objectivity (Better VIEW!)</a:t>
          </a:r>
        </a:p>
      </dgm:t>
    </dgm:pt>
    <dgm:pt modelId="{FA0830EE-D7A3-4B8F-910B-C213988F0D07}" type="parTrans" cxnId="{C2F8E264-A333-4593-A256-B1024C15FFBB}">
      <dgm:prSet/>
      <dgm:spPr/>
      <dgm:t>
        <a:bodyPr/>
        <a:lstStyle/>
        <a:p>
          <a:endParaRPr lang="en-US"/>
        </a:p>
      </dgm:t>
    </dgm:pt>
    <dgm:pt modelId="{AC485544-27D1-473C-8A20-B9AC1FDC160F}" type="sibTrans" cxnId="{C2F8E264-A333-4593-A256-B1024C15FFBB}">
      <dgm:prSet/>
      <dgm:spPr/>
      <dgm:t>
        <a:bodyPr/>
        <a:lstStyle/>
        <a:p>
          <a:endParaRPr lang="en-US"/>
        </a:p>
      </dgm:t>
    </dgm:pt>
    <dgm:pt modelId="{27EBF254-DF89-4972-9F10-E7C9C58D1507}">
      <dgm:prSet/>
      <dgm:spPr/>
      <dgm:t>
        <a:bodyPr/>
        <a:lstStyle/>
        <a:p>
          <a:r>
            <a:rPr lang="en-US"/>
            <a:t>Improved Accuracy and Outcomes</a:t>
          </a:r>
        </a:p>
      </dgm:t>
    </dgm:pt>
    <dgm:pt modelId="{59C29189-EABA-4E37-BDFF-8CF340461876}" type="parTrans" cxnId="{49537ED3-EBD9-46EB-B030-5F3FECA8AEEA}">
      <dgm:prSet/>
      <dgm:spPr/>
      <dgm:t>
        <a:bodyPr/>
        <a:lstStyle/>
        <a:p>
          <a:endParaRPr lang="en-US"/>
        </a:p>
      </dgm:t>
    </dgm:pt>
    <dgm:pt modelId="{FC334E5D-D88D-49A5-ABF0-5B614028BECD}" type="sibTrans" cxnId="{49537ED3-EBD9-46EB-B030-5F3FECA8AEEA}">
      <dgm:prSet/>
      <dgm:spPr/>
      <dgm:t>
        <a:bodyPr/>
        <a:lstStyle/>
        <a:p>
          <a:endParaRPr lang="en-US"/>
        </a:p>
      </dgm:t>
    </dgm:pt>
    <dgm:pt modelId="{E41331A6-B628-4AE4-8124-E7E785D2ACF1}">
      <dgm:prSet/>
      <dgm:spPr/>
      <dgm:t>
        <a:bodyPr/>
        <a:lstStyle/>
        <a:p>
          <a:r>
            <a:rPr lang="en-US"/>
            <a:t>Better Understanding</a:t>
          </a:r>
        </a:p>
      </dgm:t>
    </dgm:pt>
    <dgm:pt modelId="{009312F9-F781-4399-A6C8-E9A5205A34CB}" type="parTrans" cxnId="{D92105B1-5B23-41D6-A14E-F6D36258F49F}">
      <dgm:prSet/>
      <dgm:spPr/>
      <dgm:t>
        <a:bodyPr/>
        <a:lstStyle/>
        <a:p>
          <a:endParaRPr lang="en-US"/>
        </a:p>
      </dgm:t>
    </dgm:pt>
    <dgm:pt modelId="{F26026FB-08D7-49DD-AA69-25E078AA8715}" type="sibTrans" cxnId="{D92105B1-5B23-41D6-A14E-F6D36258F49F}">
      <dgm:prSet/>
      <dgm:spPr/>
      <dgm:t>
        <a:bodyPr/>
        <a:lstStyle/>
        <a:p>
          <a:endParaRPr lang="en-US"/>
        </a:p>
      </dgm:t>
    </dgm:pt>
    <dgm:pt modelId="{E47345BB-A073-4A96-92E2-AB04D4983B54}">
      <dgm:prSet/>
      <dgm:spPr/>
      <dgm:t>
        <a:bodyPr/>
        <a:lstStyle/>
        <a:p>
          <a:r>
            <a:rPr lang="en-US"/>
            <a:t>Identify Opportunities and Risk</a:t>
          </a:r>
        </a:p>
      </dgm:t>
    </dgm:pt>
    <dgm:pt modelId="{E43F9D8F-41C7-4100-99C8-98DE1BF6D9B7}" type="parTrans" cxnId="{C9FCB56B-FBAE-41B4-83C1-55AF0EA55531}">
      <dgm:prSet/>
      <dgm:spPr/>
      <dgm:t>
        <a:bodyPr/>
        <a:lstStyle/>
        <a:p>
          <a:endParaRPr lang="en-US"/>
        </a:p>
      </dgm:t>
    </dgm:pt>
    <dgm:pt modelId="{58A15FBA-DA91-4C4F-8F84-3EFC716E1B18}" type="sibTrans" cxnId="{C9FCB56B-FBAE-41B4-83C1-55AF0EA55531}">
      <dgm:prSet/>
      <dgm:spPr/>
      <dgm:t>
        <a:bodyPr/>
        <a:lstStyle/>
        <a:p>
          <a:endParaRPr lang="en-US"/>
        </a:p>
      </dgm:t>
    </dgm:pt>
    <dgm:pt modelId="{26A025A9-FAF5-42C7-A10E-7BAD07EA4592}">
      <dgm:prSet/>
      <dgm:spPr/>
      <dgm:t>
        <a:bodyPr/>
        <a:lstStyle/>
        <a:p>
          <a:r>
            <a:rPr lang="en-US"/>
            <a:t>Enhanced Efficiency</a:t>
          </a:r>
        </a:p>
      </dgm:t>
    </dgm:pt>
    <dgm:pt modelId="{AD63BFDC-0963-4C5A-A598-055756047EAB}" type="parTrans" cxnId="{74BBC650-732D-4B7E-93CF-14A3CA6F8415}">
      <dgm:prSet/>
      <dgm:spPr/>
      <dgm:t>
        <a:bodyPr/>
        <a:lstStyle/>
        <a:p>
          <a:endParaRPr lang="en-US"/>
        </a:p>
      </dgm:t>
    </dgm:pt>
    <dgm:pt modelId="{9F32F159-2810-4458-A549-BFA3B9BC4D2A}" type="sibTrans" cxnId="{74BBC650-732D-4B7E-93CF-14A3CA6F8415}">
      <dgm:prSet/>
      <dgm:spPr/>
      <dgm:t>
        <a:bodyPr/>
        <a:lstStyle/>
        <a:p>
          <a:endParaRPr lang="en-US"/>
        </a:p>
      </dgm:t>
    </dgm:pt>
    <dgm:pt modelId="{0EEDB79B-3C41-48DC-9DF2-3EFF6AC9BBA3}" type="pres">
      <dgm:prSet presAssocID="{6F99796C-9372-41D7-99C0-3BCC50034FC1}" presName="diagram" presStyleCnt="0">
        <dgm:presLayoutVars>
          <dgm:dir/>
          <dgm:resizeHandles val="exact"/>
        </dgm:presLayoutVars>
      </dgm:prSet>
      <dgm:spPr/>
    </dgm:pt>
    <dgm:pt modelId="{35A36B29-A345-432C-A0C1-E4546AC721E7}" type="pres">
      <dgm:prSet presAssocID="{5B313A68-205C-4C36-A188-B0A3A9896404}" presName="node" presStyleLbl="node1" presStyleIdx="0" presStyleCnt="5">
        <dgm:presLayoutVars>
          <dgm:bulletEnabled val="1"/>
        </dgm:presLayoutVars>
      </dgm:prSet>
      <dgm:spPr/>
    </dgm:pt>
    <dgm:pt modelId="{B23D80D7-3372-419B-B14E-9C949A3351F2}" type="pres">
      <dgm:prSet presAssocID="{AC485544-27D1-473C-8A20-B9AC1FDC160F}" presName="sibTrans" presStyleCnt="0"/>
      <dgm:spPr/>
    </dgm:pt>
    <dgm:pt modelId="{7FF59AA3-3CDB-4FA3-9D8B-D27097ACD45E}" type="pres">
      <dgm:prSet presAssocID="{27EBF254-DF89-4972-9F10-E7C9C58D1507}" presName="node" presStyleLbl="node1" presStyleIdx="1" presStyleCnt="5">
        <dgm:presLayoutVars>
          <dgm:bulletEnabled val="1"/>
        </dgm:presLayoutVars>
      </dgm:prSet>
      <dgm:spPr/>
    </dgm:pt>
    <dgm:pt modelId="{686A660B-051E-4EFF-A477-B289780345AC}" type="pres">
      <dgm:prSet presAssocID="{FC334E5D-D88D-49A5-ABF0-5B614028BECD}" presName="sibTrans" presStyleCnt="0"/>
      <dgm:spPr/>
    </dgm:pt>
    <dgm:pt modelId="{B798A228-308D-4488-8FAD-BF56C72F73E3}" type="pres">
      <dgm:prSet presAssocID="{E41331A6-B628-4AE4-8124-E7E785D2ACF1}" presName="node" presStyleLbl="node1" presStyleIdx="2" presStyleCnt="5">
        <dgm:presLayoutVars>
          <dgm:bulletEnabled val="1"/>
        </dgm:presLayoutVars>
      </dgm:prSet>
      <dgm:spPr/>
    </dgm:pt>
    <dgm:pt modelId="{E0F0575B-52DD-437C-8EF3-1964B2115F79}" type="pres">
      <dgm:prSet presAssocID="{F26026FB-08D7-49DD-AA69-25E078AA8715}" presName="sibTrans" presStyleCnt="0"/>
      <dgm:spPr/>
    </dgm:pt>
    <dgm:pt modelId="{33189B1D-2A74-468C-917C-8E6CACD35978}" type="pres">
      <dgm:prSet presAssocID="{E47345BB-A073-4A96-92E2-AB04D4983B54}" presName="node" presStyleLbl="node1" presStyleIdx="3" presStyleCnt="5">
        <dgm:presLayoutVars>
          <dgm:bulletEnabled val="1"/>
        </dgm:presLayoutVars>
      </dgm:prSet>
      <dgm:spPr/>
    </dgm:pt>
    <dgm:pt modelId="{644687F6-BA6F-4A40-8D1D-8C4B26A736CC}" type="pres">
      <dgm:prSet presAssocID="{58A15FBA-DA91-4C4F-8F84-3EFC716E1B18}" presName="sibTrans" presStyleCnt="0"/>
      <dgm:spPr/>
    </dgm:pt>
    <dgm:pt modelId="{F6D26697-3767-4EFD-9295-98DD81E66D81}" type="pres">
      <dgm:prSet presAssocID="{26A025A9-FAF5-42C7-A10E-7BAD07EA4592}" presName="node" presStyleLbl="node1" presStyleIdx="4" presStyleCnt="5">
        <dgm:presLayoutVars>
          <dgm:bulletEnabled val="1"/>
        </dgm:presLayoutVars>
      </dgm:prSet>
      <dgm:spPr/>
    </dgm:pt>
  </dgm:ptLst>
  <dgm:cxnLst>
    <dgm:cxn modelId="{A6F7650F-393C-4ACE-BE50-24AF4D458C92}" type="presOf" srcId="{27EBF254-DF89-4972-9F10-E7C9C58D1507}" destId="{7FF59AA3-3CDB-4FA3-9D8B-D27097ACD45E}" srcOrd="0" destOrd="0" presId="urn:microsoft.com/office/officeart/2005/8/layout/default"/>
    <dgm:cxn modelId="{BC28DE15-6A50-49B4-BA68-48A43DB1E5B6}" type="presOf" srcId="{6F99796C-9372-41D7-99C0-3BCC50034FC1}" destId="{0EEDB79B-3C41-48DC-9DF2-3EFF6AC9BBA3}" srcOrd="0" destOrd="0" presId="urn:microsoft.com/office/officeart/2005/8/layout/default"/>
    <dgm:cxn modelId="{C2F8E264-A333-4593-A256-B1024C15FFBB}" srcId="{6F99796C-9372-41D7-99C0-3BCC50034FC1}" destId="{5B313A68-205C-4C36-A188-B0A3A9896404}" srcOrd="0" destOrd="0" parTransId="{FA0830EE-D7A3-4B8F-910B-C213988F0D07}" sibTransId="{AC485544-27D1-473C-8A20-B9AC1FDC160F}"/>
    <dgm:cxn modelId="{C9FCB56B-FBAE-41B4-83C1-55AF0EA55531}" srcId="{6F99796C-9372-41D7-99C0-3BCC50034FC1}" destId="{E47345BB-A073-4A96-92E2-AB04D4983B54}" srcOrd="3" destOrd="0" parTransId="{E43F9D8F-41C7-4100-99C8-98DE1BF6D9B7}" sibTransId="{58A15FBA-DA91-4C4F-8F84-3EFC716E1B18}"/>
    <dgm:cxn modelId="{74BBC650-732D-4B7E-93CF-14A3CA6F8415}" srcId="{6F99796C-9372-41D7-99C0-3BCC50034FC1}" destId="{26A025A9-FAF5-42C7-A10E-7BAD07EA4592}" srcOrd="4" destOrd="0" parTransId="{AD63BFDC-0963-4C5A-A598-055756047EAB}" sibTransId="{9F32F159-2810-4458-A549-BFA3B9BC4D2A}"/>
    <dgm:cxn modelId="{9D4C6785-D9FC-4E79-B94C-AF0E06534473}" type="presOf" srcId="{26A025A9-FAF5-42C7-A10E-7BAD07EA4592}" destId="{F6D26697-3767-4EFD-9295-98DD81E66D81}" srcOrd="0" destOrd="0" presId="urn:microsoft.com/office/officeart/2005/8/layout/default"/>
    <dgm:cxn modelId="{D237F992-94C0-4D27-B92B-7F5C64E57307}" type="presOf" srcId="{E41331A6-B628-4AE4-8124-E7E785D2ACF1}" destId="{B798A228-308D-4488-8FAD-BF56C72F73E3}" srcOrd="0" destOrd="0" presId="urn:microsoft.com/office/officeart/2005/8/layout/default"/>
    <dgm:cxn modelId="{C9C03E9C-F31E-47BC-A0EC-B3D5576CEAB5}" type="presOf" srcId="{5B313A68-205C-4C36-A188-B0A3A9896404}" destId="{35A36B29-A345-432C-A0C1-E4546AC721E7}" srcOrd="0" destOrd="0" presId="urn:microsoft.com/office/officeart/2005/8/layout/default"/>
    <dgm:cxn modelId="{D92105B1-5B23-41D6-A14E-F6D36258F49F}" srcId="{6F99796C-9372-41D7-99C0-3BCC50034FC1}" destId="{E41331A6-B628-4AE4-8124-E7E785D2ACF1}" srcOrd="2" destOrd="0" parTransId="{009312F9-F781-4399-A6C8-E9A5205A34CB}" sibTransId="{F26026FB-08D7-49DD-AA69-25E078AA8715}"/>
    <dgm:cxn modelId="{BE7ABDB8-526F-483B-8458-1B161DE960C0}" type="presOf" srcId="{E47345BB-A073-4A96-92E2-AB04D4983B54}" destId="{33189B1D-2A74-468C-917C-8E6CACD35978}" srcOrd="0" destOrd="0" presId="urn:microsoft.com/office/officeart/2005/8/layout/default"/>
    <dgm:cxn modelId="{49537ED3-EBD9-46EB-B030-5F3FECA8AEEA}" srcId="{6F99796C-9372-41D7-99C0-3BCC50034FC1}" destId="{27EBF254-DF89-4972-9F10-E7C9C58D1507}" srcOrd="1" destOrd="0" parTransId="{59C29189-EABA-4E37-BDFF-8CF340461876}" sibTransId="{FC334E5D-D88D-49A5-ABF0-5B614028BECD}"/>
    <dgm:cxn modelId="{F78C5E3F-A4A2-4D98-844C-4E75B7699B5A}" type="presParOf" srcId="{0EEDB79B-3C41-48DC-9DF2-3EFF6AC9BBA3}" destId="{35A36B29-A345-432C-A0C1-E4546AC721E7}" srcOrd="0" destOrd="0" presId="urn:microsoft.com/office/officeart/2005/8/layout/default"/>
    <dgm:cxn modelId="{4E7FD89D-2042-43BF-B3F4-D10481B08342}" type="presParOf" srcId="{0EEDB79B-3C41-48DC-9DF2-3EFF6AC9BBA3}" destId="{B23D80D7-3372-419B-B14E-9C949A3351F2}" srcOrd="1" destOrd="0" presId="urn:microsoft.com/office/officeart/2005/8/layout/default"/>
    <dgm:cxn modelId="{47BD94CF-428B-4C2D-B0EE-C14AA38E5BF2}" type="presParOf" srcId="{0EEDB79B-3C41-48DC-9DF2-3EFF6AC9BBA3}" destId="{7FF59AA3-3CDB-4FA3-9D8B-D27097ACD45E}" srcOrd="2" destOrd="0" presId="urn:microsoft.com/office/officeart/2005/8/layout/default"/>
    <dgm:cxn modelId="{4F86C679-C809-491D-B94D-5C9F2CE579D2}" type="presParOf" srcId="{0EEDB79B-3C41-48DC-9DF2-3EFF6AC9BBA3}" destId="{686A660B-051E-4EFF-A477-B289780345AC}" srcOrd="3" destOrd="0" presId="urn:microsoft.com/office/officeart/2005/8/layout/default"/>
    <dgm:cxn modelId="{BE16AD0E-3A29-4CA5-BDA3-05340D102A02}" type="presParOf" srcId="{0EEDB79B-3C41-48DC-9DF2-3EFF6AC9BBA3}" destId="{B798A228-308D-4488-8FAD-BF56C72F73E3}" srcOrd="4" destOrd="0" presId="urn:microsoft.com/office/officeart/2005/8/layout/default"/>
    <dgm:cxn modelId="{DC2EB71B-8AFF-4AF7-9267-91EE03336072}" type="presParOf" srcId="{0EEDB79B-3C41-48DC-9DF2-3EFF6AC9BBA3}" destId="{E0F0575B-52DD-437C-8EF3-1964B2115F79}" srcOrd="5" destOrd="0" presId="urn:microsoft.com/office/officeart/2005/8/layout/default"/>
    <dgm:cxn modelId="{BDA88534-ACC8-47C9-AB2E-827F1B18486F}" type="presParOf" srcId="{0EEDB79B-3C41-48DC-9DF2-3EFF6AC9BBA3}" destId="{33189B1D-2A74-468C-917C-8E6CACD35978}" srcOrd="6" destOrd="0" presId="urn:microsoft.com/office/officeart/2005/8/layout/default"/>
    <dgm:cxn modelId="{A808795E-5E77-4381-B0A3-DF057FD31188}" type="presParOf" srcId="{0EEDB79B-3C41-48DC-9DF2-3EFF6AC9BBA3}" destId="{644687F6-BA6F-4A40-8D1D-8C4B26A736CC}" srcOrd="7" destOrd="0" presId="urn:microsoft.com/office/officeart/2005/8/layout/default"/>
    <dgm:cxn modelId="{F4C9AC68-CEA4-4423-A31D-43A1B775121A}" type="presParOf" srcId="{0EEDB79B-3C41-48DC-9DF2-3EFF6AC9BBA3}" destId="{F6D26697-3767-4EFD-9295-98DD81E66D8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43914A2-7482-4E6C-9B00-0BDF1A5F544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9A840DF-3AFC-424F-99B0-E4275B0F0657}">
      <dgm:prSet/>
      <dgm:spPr/>
      <dgm:t>
        <a:bodyPr/>
        <a:lstStyle/>
        <a:p>
          <a:r>
            <a:rPr lang="en-US"/>
            <a:t>Ownership of ideas and creative expressions, rather than physical items. </a:t>
          </a:r>
        </a:p>
      </dgm:t>
    </dgm:pt>
    <dgm:pt modelId="{4EC408F6-E570-4989-BC67-90E200001CF3}" type="parTrans" cxnId="{82B4BA8B-5DBF-4AE7-B5C8-4FEA78C81B39}">
      <dgm:prSet/>
      <dgm:spPr/>
      <dgm:t>
        <a:bodyPr/>
        <a:lstStyle/>
        <a:p>
          <a:endParaRPr lang="en-US"/>
        </a:p>
      </dgm:t>
    </dgm:pt>
    <dgm:pt modelId="{EB625B78-AA9B-4C74-8131-D38A02FAC2AC}" type="sibTrans" cxnId="{82B4BA8B-5DBF-4AE7-B5C8-4FEA78C81B39}">
      <dgm:prSet/>
      <dgm:spPr/>
      <dgm:t>
        <a:bodyPr/>
        <a:lstStyle/>
        <a:p>
          <a:endParaRPr lang="en-US"/>
        </a:p>
      </dgm:t>
    </dgm:pt>
    <dgm:pt modelId="{7123E535-94BC-433C-B2BF-71E39527E69D}">
      <dgm:prSet/>
      <dgm:spPr/>
      <dgm:t>
        <a:bodyPr/>
        <a:lstStyle/>
        <a:p>
          <a:r>
            <a:rPr lang="en-US"/>
            <a:t>Copyright</a:t>
          </a:r>
        </a:p>
      </dgm:t>
    </dgm:pt>
    <dgm:pt modelId="{10E595DC-0783-49AA-900F-A63F237C832A}" type="parTrans" cxnId="{669A6863-7EE0-47CB-8ADB-77FACA82CEC8}">
      <dgm:prSet/>
      <dgm:spPr/>
      <dgm:t>
        <a:bodyPr/>
        <a:lstStyle/>
        <a:p>
          <a:endParaRPr lang="en-US"/>
        </a:p>
      </dgm:t>
    </dgm:pt>
    <dgm:pt modelId="{F7A914C0-F0F1-4A50-98ED-58CC71FAE65A}" type="sibTrans" cxnId="{669A6863-7EE0-47CB-8ADB-77FACA82CEC8}">
      <dgm:prSet/>
      <dgm:spPr/>
      <dgm:t>
        <a:bodyPr/>
        <a:lstStyle/>
        <a:p>
          <a:endParaRPr lang="en-US"/>
        </a:p>
      </dgm:t>
    </dgm:pt>
    <dgm:pt modelId="{BB19CBD4-1964-4A4A-844F-5116AEAFDF9D}">
      <dgm:prSet/>
      <dgm:spPr/>
      <dgm:t>
        <a:bodyPr/>
        <a:lstStyle/>
        <a:p>
          <a:r>
            <a:rPr lang="en-US"/>
            <a:t>Patents</a:t>
          </a:r>
        </a:p>
      </dgm:t>
    </dgm:pt>
    <dgm:pt modelId="{725F2BD6-80E3-4E1A-B371-CA1D00E1EDFD}" type="parTrans" cxnId="{11D7F695-7F36-4227-8DF0-D58F8B74AA69}">
      <dgm:prSet/>
      <dgm:spPr/>
      <dgm:t>
        <a:bodyPr/>
        <a:lstStyle/>
        <a:p>
          <a:endParaRPr lang="en-US"/>
        </a:p>
      </dgm:t>
    </dgm:pt>
    <dgm:pt modelId="{65DFE770-43FE-4264-9BB7-500C50C51889}" type="sibTrans" cxnId="{11D7F695-7F36-4227-8DF0-D58F8B74AA69}">
      <dgm:prSet/>
      <dgm:spPr/>
      <dgm:t>
        <a:bodyPr/>
        <a:lstStyle/>
        <a:p>
          <a:endParaRPr lang="en-US"/>
        </a:p>
      </dgm:t>
    </dgm:pt>
    <dgm:pt modelId="{A7B15EA9-F739-4249-B026-693941A93FE8}">
      <dgm:prSet/>
      <dgm:spPr/>
      <dgm:t>
        <a:bodyPr/>
        <a:lstStyle/>
        <a:p>
          <a:r>
            <a:rPr lang="en-US"/>
            <a:t>Trademarks</a:t>
          </a:r>
        </a:p>
      </dgm:t>
    </dgm:pt>
    <dgm:pt modelId="{83362879-2854-4460-B1C0-1FFD8DF5AD1A}" type="parTrans" cxnId="{4845ED43-CC3D-43F1-916E-3066BC3DEF53}">
      <dgm:prSet/>
      <dgm:spPr/>
      <dgm:t>
        <a:bodyPr/>
        <a:lstStyle/>
        <a:p>
          <a:endParaRPr lang="en-US"/>
        </a:p>
      </dgm:t>
    </dgm:pt>
    <dgm:pt modelId="{89E5B39D-1762-4BD8-8DA6-6A2F19208EB2}" type="sibTrans" cxnId="{4845ED43-CC3D-43F1-916E-3066BC3DEF53}">
      <dgm:prSet/>
      <dgm:spPr/>
      <dgm:t>
        <a:bodyPr/>
        <a:lstStyle/>
        <a:p>
          <a:endParaRPr lang="en-US"/>
        </a:p>
      </dgm:t>
    </dgm:pt>
    <dgm:pt modelId="{283BC537-3CF0-427A-985B-96E5D32B921F}">
      <dgm:prSet/>
      <dgm:spPr/>
      <dgm:t>
        <a:bodyPr/>
        <a:lstStyle/>
        <a:p>
          <a:r>
            <a:rPr lang="en-US"/>
            <a:t>Trade Secrets</a:t>
          </a:r>
        </a:p>
      </dgm:t>
    </dgm:pt>
    <dgm:pt modelId="{8F9FE3F6-F5CA-4568-AF1E-AB6E9DA658A7}" type="parTrans" cxnId="{AF45F79D-134B-41E1-8494-8353CBE177C2}">
      <dgm:prSet/>
      <dgm:spPr/>
      <dgm:t>
        <a:bodyPr/>
        <a:lstStyle/>
        <a:p>
          <a:endParaRPr lang="en-US"/>
        </a:p>
      </dgm:t>
    </dgm:pt>
    <dgm:pt modelId="{7E4FD075-44CA-4BA6-89CC-2900DA36671D}" type="sibTrans" cxnId="{AF45F79D-134B-41E1-8494-8353CBE177C2}">
      <dgm:prSet/>
      <dgm:spPr/>
      <dgm:t>
        <a:bodyPr/>
        <a:lstStyle/>
        <a:p>
          <a:endParaRPr lang="en-US"/>
        </a:p>
      </dgm:t>
    </dgm:pt>
    <dgm:pt modelId="{AE8DD5E5-0C9F-40BE-A411-A05D48C5F1DD}" type="pres">
      <dgm:prSet presAssocID="{243914A2-7482-4E6C-9B00-0BDF1A5F544D}" presName="root" presStyleCnt="0">
        <dgm:presLayoutVars>
          <dgm:dir/>
          <dgm:resizeHandles val="exact"/>
        </dgm:presLayoutVars>
      </dgm:prSet>
      <dgm:spPr/>
    </dgm:pt>
    <dgm:pt modelId="{84CDCCC6-54C1-48D5-9CF4-11B043555645}" type="pres">
      <dgm:prSet presAssocID="{59A840DF-3AFC-424F-99B0-E4275B0F0657}" presName="compNode" presStyleCnt="0"/>
      <dgm:spPr/>
    </dgm:pt>
    <dgm:pt modelId="{23A5675F-F861-4928-A23B-25F0952899ED}" type="pres">
      <dgm:prSet presAssocID="{59A840DF-3AFC-424F-99B0-E4275B0F0657}" presName="bgRect" presStyleLbl="bgShp" presStyleIdx="0" presStyleCnt="5"/>
      <dgm:spPr/>
    </dgm:pt>
    <dgm:pt modelId="{AEC2F3A1-4BB4-4A9A-B50B-C21B78DCB23F}" type="pres">
      <dgm:prSet presAssocID="{59A840DF-3AFC-424F-99B0-E4275B0F065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6762A385-CC50-4BC0-88D8-E7FB820EE9D4}" type="pres">
      <dgm:prSet presAssocID="{59A840DF-3AFC-424F-99B0-E4275B0F0657}" presName="spaceRect" presStyleCnt="0"/>
      <dgm:spPr/>
    </dgm:pt>
    <dgm:pt modelId="{6C280246-70B8-4819-8CD7-06B69FB91D67}" type="pres">
      <dgm:prSet presAssocID="{59A840DF-3AFC-424F-99B0-E4275B0F0657}" presName="parTx" presStyleLbl="revTx" presStyleIdx="0" presStyleCnt="5">
        <dgm:presLayoutVars>
          <dgm:chMax val="0"/>
          <dgm:chPref val="0"/>
        </dgm:presLayoutVars>
      </dgm:prSet>
      <dgm:spPr/>
    </dgm:pt>
    <dgm:pt modelId="{8985DC88-FBDA-4979-BBCA-44986AF63A34}" type="pres">
      <dgm:prSet presAssocID="{EB625B78-AA9B-4C74-8131-D38A02FAC2AC}" presName="sibTrans" presStyleCnt="0"/>
      <dgm:spPr/>
    </dgm:pt>
    <dgm:pt modelId="{3184E3BC-DF02-45C5-9987-169C4F26EC44}" type="pres">
      <dgm:prSet presAssocID="{7123E535-94BC-433C-B2BF-71E39527E69D}" presName="compNode" presStyleCnt="0"/>
      <dgm:spPr/>
    </dgm:pt>
    <dgm:pt modelId="{5C8D9CCB-1EC8-4AC9-98FE-EF6355700041}" type="pres">
      <dgm:prSet presAssocID="{7123E535-94BC-433C-B2BF-71E39527E69D}" presName="bgRect" presStyleLbl="bgShp" presStyleIdx="1" presStyleCnt="5"/>
      <dgm:spPr/>
    </dgm:pt>
    <dgm:pt modelId="{A5494301-C560-452B-8C56-C56FC9A5977C}" type="pres">
      <dgm:prSet presAssocID="{7123E535-94BC-433C-B2BF-71E39527E69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8151085-37B6-47D2-874F-D699B13A5CF1}" type="pres">
      <dgm:prSet presAssocID="{7123E535-94BC-433C-B2BF-71E39527E69D}" presName="spaceRect" presStyleCnt="0"/>
      <dgm:spPr/>
    </dgm:pt>
    <dgm:pt modelId="{EA836F02-B80A-4FEC-A4F9-AEE29A4404E6}" type="pres">
      <dgm:prSet presAssocID="{7123E535-94BC-433C-B2BF-71E39527E69D}" presName="parTx" presStyleLbl="revTx" presStyleIdx="1" presStyleCnt="5">
        <dgm:presLayoutVars>
          <dgm:chMax val="0"/>
          <dgm:chPref val="0"/>
        </dgm:presLayoutVars>
      </dgm:prSet>
      <dgm:spPr/>
    </dgm:pt>
    <dgm:pt modelId="{F6C0417C-5D78-4A0C-B346-F142E8439E3A}" type="pres">
      <dgm:prSet presAssocID="{F7A914C0-F0F1-4A50-98ED-58CC71FAE65A}" presName="sibTrans" presStyleCnt="0"/>
      <dgm:spPr/>
    </dgm:pt>
    <dgm:pt modelId="{E86A6977-4508-4A4B-93B8-6196AF58575C}" type="pres">
      <dgm:prSet presAssocID="{BB19CBD4-1964-4A4A-844F-5116AEAFDF9D}" presName="compNode" presStyleCnt="0"/>
      <dgm:spPr/>
    </dgm:pt>
    <dgm:pt modelId="{1494CECC-E8CE-4DA2-9303-55A196A88F27}" type="pres">
      <dgm:prSet presAssocID="{BB19CBD4-1964-4A4A-844F-5116AEAFDF9D}" presName="bgRect" presStyleLbl="bgShp" presStyleIdx="2" presStyleCnt="5"/>
      <dgm:spPr/>
    </dgm:pt>
    <dgm:pt modelId="{C8BD142D-C9A5-48B2-A3F8-275E3A1D03A8}" type="pres">
      <dgm:prSet presAssocID="{BB19CBD4-1964-4A4A-844F-5116AEAFDF9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37E766F-3E76-4756-9CAE-F8B5DC60DDD5}" type="pres">
      <dgm:prSet presAssocID="{BB19CBD4-1964-4A4A-844F-5116AEAFDF9D}" presName="spaceRect" presStyleCnt="0"/>
      <dgm:spPr/>
    </dgm:pt>
    <dgm:pt modelId="{39CC9772-31EE-4157-B743-09611A941962}" type="pres">
      <dgm:prSet presAssocID="{BB19CBD4-1964-4A4A-844F-5116AEAFDF9D}" presName="parTx" presStyleLbl="revTx" presStyleIdx="2" presStyleCnt="5">
        <dgm:presLayoutVars>
          <dgm:chMax val="0"/>
          <dgm:chPref val="0"/>
        </dgm:presLayoutVars>
      </dgm:prSet>
      <dgm:spPr/>
    </dgm:pt>
    <dgm:pt modelId="{F210DEB9-88FD-4EF7-B587-D9EAE503A690}" type="pres">
      <dgm:prSet presAssocID="{65DFE770-43FE-4264-9BB7-500C50C51889}" presName="sibTrans" presStyleCnt="0"/>
      <dgm:spPr/>
    </dgm:pt>
    <dgm:pt modelId="{70848431-2B15-430B-A617-1318FF46F30D}" type="pres">
      <dgm:prSet presAssocID="{A7B15EA9-F739-4249-B026-693941A93FE8}" presName="compNode" presStyleCnt="0"/>
      <dgm:spPr/>
    </dgm:pt>
    <dgm:pt modelId="{AC796C6E-4F16-409D-936A-239532DFBAE7}" type="pres">
      <dgm:prSet presAssocID="{A7B15EA9-F739-4249-B026-693941A93FE8}" presName="bgRect" presStyleLbl="bgShp" presStyleIdx="3" presStyleCnt="5"/>
      <dgm:spPr/>
    </dgm:pt>
    <dgm:pt modelId="{4E38DADB-C3E1-49FA-9DA3-C5B354576713}" type="pres">
      <dgm:prSet presAssocID="{A7B15EA9-F739-4249-B026-693941A93FE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F5B0648B-59B4-4325-AB38-373397AAC0BA}" type="pres">
      <dgm:prSet presAssocID="{A7B15EA9-F739-4249-B026-693941A93FE8}" presName="spaceRect" presStyleCnt="0"/>
      <dgm:spPr/>
    </dgm:pt>
    <dgm:pt modelId="{3A0BA58F-2681-43BF-83FB-51B804CB18D3}" type="pres">
      <dgm:prSet presAssocID="{A7B15EA9-F739-4249-B026-693941A93FE8}" presName="parTx" presStyleLbl="revTx" presStyleIdx="3" presStyleCnt="5">
        <dgm:presLayoutVars>
          <dgm:chMax val="0"/>
          <dgm:chPref val="0"/>
        </dgm:presLayoutVars>
      </dgm:prSet>
      <dgm:spPr/>
    </dgm:pt>
    <dgm:pt modelId="{F8BA7A2B-8E04-4C0A-81B5-2F938379A02C}" type="pres">
      <dgm:prSet presAssocID="{89E5B39D-1762-4BD8-8DA6-6A2F19208EB2}" presName="sibTrans" presStyleCnt="0"/>
      <dgm:spPr/>
    </dgm:pt>
    <dgm:pt modelId="{D2FCCAAF-A45E-46C3-B700-4E8DBCF4D3D9}" type="pres">
      <dgm:prSet presAssocID="{283BC537-3CF0-427A-985B-96E5D32B921F}" presName="compNode" presStyleCnt="0"/>
      <dgm:spPr/>
    </dgm:pt>
    <dgm:pt modelId="{B2A444CF-89D3-480B-AA06-1E90F1B8F172}" type="pres">
      <dgm:prSet presAssocID="{283BC537-3CF0-427A-985B-96E5D32B921F}" presName="bgRect" presStyleLbl="bgShp" presStyleIdx="4" presStyleCnt="5"/>
      <dgm:spPr/>
    </dgm:pt>
    <dgm:pt modelId="{61D53FF9-A9E7-47C9-A8B8-CE51152B3FEC}" type="pres">
      <dgm:prSet presAssocID="{283BC537-3CF0-427A-985B-96E5D32B921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F069F80-6CC3-461B-9FE8-97FEFE04DA6D}" type="pres">
      <dgm:prSet presAssocID="{283BC537-3CF0-427A-985B-96E5D32B921F}" presName="spaceRect" presStyleCnt="0"/>
      <dgm:spPr/>
    </dgm:pt>
    <dgm:pt modelId="{5BD865F3-B072-4F1A-87B6-FAD0A6509A99}" type="pres">
      <dgm:prSet presAssocID="{283BC537-3CF0-427A-985B-96E5D32B921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93E640E-7E31-4387-B656-E2B372A0897B}" type="presOf" srcId="{7123E535-94BC-433C-B2BF-71E39527E69D}" destId="{EA836F02-B80A-4FEC-A4F9-AEE29A4404E6}" srcOrd="0" destOrd="0" presId="urn:microsoft.com/office/officeart/2018/2/layout/IconVerticalSolidList"/>
    <dgm:cxn modelId="{63787D2C-62C5-4125-B784-F7A46A0E31F3}" type="presOf" srcId="{A7B15EA9-F739-4249-B026-693941A93FE8}" destId="{3A0BA58F-2681-43BF-83FB-51B804CB18D3}" srcOrd="0" destOrd="0" presId="urn:microsoft.com/office/officeart/2018/2/layout/IconVerticalSolidList"/>
    <dgm:cxn modelId="{669A6863-7EE0-47CB-8ADB-77FACA82CEC8}" srcId="{243914A2-7482-4E6C-9B00-0BDF1A5F544D}" destId="{7123E535-94BC-433C-B2BF-71E39527E69D}" srcOrd="1" destOrd="0" parTransId="{10E595DC-0783-49AA-900F-A63F237C832A}" sibTransId="{F7A914C0-F0F1-4A50-98ED-58CC71FAE65A}"/>
    <dgm:cxn modelId="{4845ED43-CC3D-43F1-916E-3066BC3DEF53}" srcId="{243914A2-7482-4E6C-9B00-0BDF1A5F544D}" destId="{A7B15EA9-F739-4249-B026-693941A93FE8}" srcOrd="3" destOrd="0" parTransId="{83362879-2854-4460-B1C0-1FFD8DF5AD1A}" sibTransId="{89E5B39D-1762-4BD8-8DA6-6A2F19208EB2}"/>
    <dgm:cxn modelId="{82B4BA8B-5DBF-4AE7-B5C8-4FEA78C81B39}" srcId="{243914A2-7482-4E6C-9B00-0BDF1A5F544D}" destId="{59A840DF-3AFC-424F-99B0-E4275B0F0657}" srcOrd="0" destOrd="0" parTransId="{4EC408F6-E570-4989-BC67-90E200001CF3}" sibTransId="{EB625B78-AA9B-4C74-8131-D38A02FAC2AC}"/>
    <dgm:cxn modelId="{11D7F695-7F36-4227-8DF0-D58F8B74AA69}" srcId="{243914A2-7482-4E6C-9B00-0BDF1A5F544D}" destId="{BB19CBD4-1964-4A4A-844F-5116AEAFDF9D}" srcOrd="2" destOrd="0" parTransId="{725F2BD6-80E3-4E1A-B371-CA1D00E1EDFD}" sibTransId="{65DFE770-43FE-4264-9BB7-500C50C51889}"/>
    <dgm:cxn modelId="{AF45F79D-134B-41E1-8494-8353CBE177C2}" srcId="{243914A2-7482-4E6C-9B00-0BDF1A5F544D}" destId="{283BC537-3CF0-427A-985B-96E5D32B921F}" srcOrd="4" destOrd="0" parTransId="{8F9FE3F6-F5CA-4568-AF1E-AB6E9DA658A7}" sibTransId="{7E4FD075-44CA-4BA6-89CC-2900DA36671D}"/>
    <dgm:cxn modelId="{AD729DBC-614F-498B-8B41-32461BFCCAE4}" type="presOf" srcId="{283BC537-3CF0-427A-985B-96E5D32B921F}" destId="{5BD865F3-B072-4F1A-87B6-FAD0A6509A99}" srcOrd="0" destOrd="0" presId="urn:microsoft.com/office/officeart/2018/2/layout/IconVerticalSolidList"/>
    <dgm:cxn modelId="{52E60DC5-3682-47F5-818A-03098E6F4ADB}" type="presOf" srcId="{59A840DF-3AFC-424F-99B0-E4275B0F0657}" destId="{6C280246-70B8-4819-8CD7-06B69FB91D67}" srcOrd="0" destOrd="0" presId="urn:microsoft.com/office/officeart/2018/2/layout/IconVerticalSolidList"/>
    <dgm:cxn modelId="{B8F85ECE-C38C-40AA-8A43-7416F1D4193C}" type="presOf" srcId="{243914A2-7482-4E6C-9B00-0BDF1A5F544D}" destId="{AE8DD5E5-0C9F-40BE-A411-A05D48C5F1DD}" srcOrd="0" destOrd="0" presId="urn:microsoft.com/office/officeart/2018/2/layout/IconVerticalSolidList"/>
    <dgm:cxn modelId="{6C245BE1-0891-4084-B88D-E71B7D25C9BE}" type="presOf" srcId="{BB19CBD4-1964-4A4A-844F-5116AEAFDF9D}" destId="{39CC9772-31EE-4157-B743-09611A941962}" srcOrd="0" destOrd="0" presId="urn:microsoft.com/office/officeart/2018/2/layout/IconVerticalSolidList"/>
    <dgm:cxn modelId="{F335A99E-E3B2-4055-86CB-4FE7C88B217C}" type="presParOf" srcId="{AE8DD5E5-0C9F-40BE-A411-A05D48C5F1DD}" destId="{84CDCCC6-54C1-48D5-9CF4-11B043555645}" srcOrd="0" destOrd="0" presId="urn:microsoft.com/office/officeart/2018/2/layout/IconVerticalSolidList"/>
    <dgm:cxn modelId="{0A35574E-FCF0-46DF-8C9E-88FC17B31E72}" type="presParOf" srcId="{84CDCCC6-54C1-48D5-9CF4-11B043555645}" destId="{23A5675F-F861-4928-A23B-25F0952899ED}" srcOrd="0" destOrd="0" presId="urn:microsoft.com/office/officeart/2018/2/layout/IconVerticalSolidList"/>
    <dgm:cxn modelId="{867E2A49-A125-4FC8-81E4-ECD48F903236}" type="presParOf" srcId="{84CDCCC6-54C1-48D5-9CF4-11B043555645}" destId="{AEC2F3A1-4BB4-4A9A-B50B-C21B78DCB23F}" srcOrd="1" destOrd="0" presId="urn:microsoft.com/office/officeart/2018/2/layout/IconVerticalSolidList"/>
    <dgm:cxn modelId="{2C3226C3-0F21-4E86-A0B8-214B693A2E6A}" type="presParOf" srcId="{84CDCCC6-54C1-48D5-9CF4-11B043555645}" destId="{6762A385-CC50-4BC0-88D8-E7FB820EE9D4}" srcOrd="2" destOrd="0" presId="urn:microsoft.com/office/officeart/2018/2/layout/IconVerticalSolidList"/>
    <dgm:cxn modelId="{C92A8CCB-6941-40FD-B6B4-C275FE0D1036}" type="presParOf" srcId="{84CDCCC6-54C1-48D5-9CF4-11B043555645}" destId="{6C280246-70B8-4819-8CD7-06B69FB91D67}" srcOrd="3" destOrd="0" presId="urn:microsoft.com/office/officeart/2018/2/layout/IconVerticalSolidList"/>
    <dgm:cxn modelId="{C8E80E58-363C-4428-972B-C83917E7F704}" type="presParOf" srcId="{AE8DD5E5-0C9F-40BE-A411-A05D48C5F1DD}" destId="{8985DC88-FBDA-4979-BBCA-44986AF63A34}" srcOrd="1" destOrd="0" presId="urn:microsoft.com/office/officeart/2018/2/layout/IconVerticalSolidList"/>
    <dgm:cxn modelId="{2AD3D57A-AB3B-4278-A803-18398D669DC2}" type="presParOf" srcId="{AE8DD5E5-0C9F-40BE-A411-A05D48C5F1DD}" destId="{3184E3BC-DF02-45C5-9987-169C4F26EC44}" srcOrd="2" destOrd="0" presId="urn:microsoft.com/office/officeart/2018/2/layout/IconVerticalSolidList"/>
    <dgm:cxn modelId="{D68C8769-808D-4DAA-AD3F-4AF8027F596A}" type="presParOf" srcId="{3184E3BC-DF02-45C5-9987-169C4F26EC44}" destId="{5C8D9CCB-1EC8-4AC9-98FE-EF6355700041}" srcOrd="0" destOrd="0" presId="urn:microsoft.com/office/officeart/2018/2/layout/IconVerticalSolidList"/>
    <dgm:cxn modelId="{DE55785C-3D23-405D-8251-C1BDD0A11BB9}" type="presParOf" srcId="{3184E3BC-DF02-45C5-9987-169C4F26EC44}" destId="{A5494301-C560-452B-8C56-C56FC9A5977C}" srcOrd="1" destOrd="0" presId="urn:microsoft.com/office/officeart/2018/2/layout/IconVerticalSolidList"/>
    <dgm:cxn modelId="{80DF3EBE-681A-49A5-A403-AFEC241300B8}" type="presParOf" srcId="{3184E3BC-DF02-45C5-9987-169C4F26EC44}" destId="{D8151085-37B6-47D2-874F-D699B13A5CF1}" srcOrd="2" destOrd="0" presId="urn:microsoft.com/office/officeart/2018/2/layout/IconVerticalSolidList"/>
    <dgm:cxn modelId="{D0D48737-ECA5-41B9-A4B1-682D5BBF21DB}" type="presParOf" srcId="{3184E3BC-DF02-45C5-9987-169C4F26EC44}" destId="{EA836F02-B80A-4FEC-A4F9-AEE29A4404E6}" srcOrd="3" destOrd="0" presId="urn:microsoft.com/office/officeart/2018/2/layout/IconVerticalSolidList"/>
    <dgm:cxn modelId="{26B74291-F044-448D-81BF-7F82B711260E}" type="presParOf" srcId="{AE8DD5E5-0C9F-40BE-A411-A05D48C5F1DD}" destId="{F6C0417C-5D78-4A0C-B346-F142E8439E3A}" srcOrd="3" destOrd="0" presId="urn:microsoft.com/office/officeart/2018/2/layout/IconVerticalSolidList"/>
    <dgm:cxn modelId="{0C188FA2-AACE-45E4-8059-29B41A4444D2}" type="presParOf" srcId="{AE8DD5E5-0C9F-40BE-A411-A05D48C5F1DD}" destId="{E86A6977-4508-4A4B-93B8-6196AF58575C}" srcOrd="4" destOrd="0" presId="urn:microsoft.com/office/officeart/2018/2/layout/IconVerticalSolidList"/>
    <dgm:cxn modelId="{2BB5CFFD-50BE-4837-B1E5-423BA9B88FDC}" type="presParOf" srcId="{E86A6977-4508-4A4B-93B8-6196AF58575C}" destId="{1494CECC-E8CE-4DA2-9303-55A196A88F27}" srcOrd="0" destOrd="0" presId="urn:microsoft.com/office/officeart/2018/2/layout/IconVerticalSolidList"/>
    <dgm:cxn modelId="{EC4CAD8C-9B30-4798-95DA-757A3D3E34BC}" type="presParOf" srcId="{E86A6977-4508-4A4B-93B8-6196AF58575C}" destId="{C8BD142D-C9A5-48B2-A3F8-275E3A1D03A8}" srcOrd="1" destOrd="0" presId="urn:microsoft.com/office/officeart/2018/2/layout/IconVerticalSolidList"/>
    <dgm:cxn modelId="{C4D15C8C-41CC-47D4-8666-DC7C148633D2}" type="presParOf" srcId="{E86A6977-4508-4A4B-93B8-6196AF58575C}" destId="{F37E766F-3E76-4756-9CAE-F8B5DC60DDD5}" srcOrd="2" destOrd="0" presId="urn:microsoft.com/office/officeart/2018/2/layout/IconVerticalSolidList"/>
    <dgm:cxn modelId="{25E5C26C-EC54-45CC-A23C-0B21DAF305EC}" type="presParOf" srcId="{E86A6977-4508-4A4B-93B8-6196AF58575C}" destId="{39CC9772-31EE-4157-B743-09611A941962}" srcOrd="3" destOrd="0" presId="urn:microsoft.com/office/officeart/2018/2/layout/IconVerticalSolidList"/>
    <dgm:cxn modelId="{B35A35BB-E644-46DB-9852-B0658B558BC6}" type="presParOf" srcId="{AE8DD5E5-0C9F-40BE-A411-A05D48C5F1DD}" destId="{F210DEB9-88FD-4EF7-B587-D9EAE503A690}" srcOrd="5" destOrd="0" presId="urn:microsoft.com/office/officeart/2018/2/layout/IconVerticalSolidList"/>
    <dgm:cxn modelId="{FE493670-7A70-447C-BFB6-D2293062E553}" type="presParOf" srcId="{AE8DD5E5-0C9F-40BE-A411-A05D48C5F1DD}" destId="{70848431-2B15-430B-A617-1318FF46F30D}" srcOrd="6" destOrd="0" presId="urn:microsoft.com/office/officeart/2018/2/layout/IconVerticalSolidList"/>
    <dgm:cxn modelId="{54D33E68-73BD-47D0-9E9B-4A52F68DD7FB}" type="presParOf" srcId="{70848431-2B15-430B-A617-1318FF46F30D}" destId="{AC796C6E-4F16-409D-936A-239532DFBAE7}" srcOrd="0" destOrd="0" presId="urn:microsoft.com/office/officeart/2018/2/layout/IconVerticalSolidList"/>
    <dgm:cxn modelId="{D70EE2F0-0438-40B2-A3E4-50CEB2B3E979}" type="presParOf" srcId="{70848431-2B15-430B-A617-1318FF46F30D}" destId="{4E38DADB-C3E1-49FA-9DA3-C5B354576713}" srcOrd="1" destOrd="0" presId="urn:microsoft.com/office/officeart/2018/2/layout/IconVerticalSolidList"/>
    <dgm:cxn modelId="{C3A2C52B-33E4-42F5-84B7-E72BF45F8F0D}" type="presParOf" srcId="{70848431-2B15-430B-A617-1318FF46F30D}" destId="{F5B0648B-59B4-4325-AB38-373397AAC0BA}" srcOrd="2" destOrd="0" presId="urn:microsoft.com/office/officeart/2018/2/layout/IconVerticalSolidList"/>
    <dgm:cxn modelId="{29E72764-B212-4B5D-9E79-7218C779EBF0}" type="presParOf" srcId="{70848431-2B15-430B-A617-1318FF46F30D}" destId="{3A0BA58F-2681-43BF-83FB-51B804CB18D3}" srcOrd="3" destOrd="0" presId="urn:microsoft.com/office/officeart/2018/2/layout/IconVerticalSolidList"/>
    <dgm:cxn modelId="{BAE5269D-A3F5-4269-86DE-85F796C55C0D}" type="presParOf" srcId="{AE8DD5E5-0C9F-40BE-A411-A05D48C5F1DD}" destId="{F8BA7A2B-8E04-4C0A-81B5-2F938379A02C}" srcOrd="7" destOrd="0" presId="urn:microsoft.com/office/officeart/2018/2/layout/IconVerticalSolidList"/>
    <dgm:cxn modelId="{ED5BD645-7E7F-4931-BF9B-0C3C633FC51D}" type="presParOf" srcId="{AE8DD5E5-0C9F-40BE-A411-A05D48C5F1DD}" destId="{D2FCCAAF-A45E-46C3-B700-4E8DBCF4D3D9}" srcOrd="8" destOrd="0" presId="urn:microsoft.com/office/officeart/2018/2/layout/IconVerticalSolidList"/>
    <dgm:cxn modelId="{4FA21810-8EF2-4EF6-987E-C26C03719D56}" type="presParOf" srcId="{D2FCCAAF-A45E-46C3-B700-4E8DBCF4D3D9}" destId="{B2A444CF-89D3-480B-AA06-1E90F1B8F172}" srcOrd="0" destOrd="0" presId="urn:microsoft.com/office/officeart/2018/2/layout/IconVerticalSolidList"/>
    <dgm:cxn modelId="{B0AC152D-7BA2-4BFB-953C-C176928455C6}" type="presParOf" srcId="{D2FCCAAF-A45E-46C3-B700-4E8DBCF4D3D9}" destId="{61D53FF9-A9E7-47C9-A8B8-CE51152B3FEC}" srcOrd="1" destOrd="0" presId="urn:microsoft.com/office/officeart/2018/2/layout/IconVerticalSolidList"/>
    <dgm:cxn modelId="{75AC41DB-3E17-4968-A6E7-A1636DA14AD7}" type="presParOf" srcId="{D2FCCAAF-A45E-46C3-B700-4E8DBCF4D3D9}" destId="{BF069F80-6CC3-461B-9FE8-97FEFE04DA6D}" srcOrd="2" destOrd="0" presId="urn:microsoft.com/office/officeart/2018/2/layout/IconVerticalSolidList"/>
    <dgm:cxn modelId="{9C915074-4247-40E8-A70D-3B70811948E3}" type="presParOf" srcId="{D2FCCAAF-A45E-46C3-B700-4E8DBCF4D3D9}" destId="{5BD865F3-B072-4F1A-87B6-FAD0A6509A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506112B-8FBB-4951-A187-654ACB35247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55DCD0-CC0C-40BA-BE2D-9F7B9AA51304}">
      <dgm:prSet/>
      <dgm:spPr/>
      <dgm:t>
        <a:bodyPr/>
        <a:lstStyle/>
        <a:p>
          <a:r>
            <a:rPr lang="en-US"/>
            <a:t>Encourages Innovation</a:t>
          </a:r>
        </a:p>
      </dgm:t>
    </dgm:pt>
    <dgm:pt modelId="{124033C8-0243-42CA-8F79-8722F00D334F}" type="parTrans" cxnId="{C71F2ACE-3AB9-4ADA-943D-0E565A7805BF}">
      <dgm:prSet/>
      <dgm:spPr/>
      <dgm:t>
        <a:bodyPr/>
        <a:lstStyle/>
        <a:p>
          <a:endParaRPr lang="en-US"/>
        </a:p>
      </dgm:t>
    </dgm:pt>
    <dgm:pt modelId="{AEFB99B5-375A-4D9A-814D-91A0C7EA2FB2}" type="sibTrans" cxnId="{C71F2ACE-3AB9-4ADA-943D-0E565A7805BF}">
      <dgm:prSet/>
      <dgm:spPr/>
      <dgm:t>
        <a:bodyPr/>
        <a:lstStyle/>
        <a:p>
          <a:endParaRPr lang="en-US"/>
        </a:p>
      </dgm:t>
    </dgm:pt>
    <dgm:pt modelId="{25243F86-9F51-4500-91B5-CE6D6FF07258}">
      <dgm:prSet/>
      <dgm:spPr/>
      <dgm:t>
        <a:bodyPr/>
        <a:lstStyle/>
        <a:p>
          <a:r>
            <a:rPr lang="en-US"/>
            <a:t>Creates Value</a:t>
          </a:r>
        </a:p>
      </dgm:t>
    </dgm:pt>
    <dgm:pt modelId="{C8267179-E984-4DDE-AAEB-BA1A28A78E13}" type="parTrans" cxnId="{29E5E9A7-BE7A-4193-9163-A0FE7CF049CB}">
      <dgm:prSet/>
      <dgm:spPr/>
      <dgm:t>
        <a:bodyPr/>
        <a:lstStyle/>
        <a:p>
          <a:endParaRPr lang="en-US"/>
        </a:p>
      </dgm:t>
    </dgm:pt>
    <dgm:pt modelId="{85156DDA-5948-4ED1-A11C-7B3A681345D0}" type="sibTrans" cxnId="{29E5E9A7-BE7A-4193-9163-A0FE7CF049CB}">
      <dgm:prSet/>
      <dgm:spPr/>
      <dgm:t>
        <a:bodyPr/>
        <a:lstStyle/>
        <a:p>
          <a:endParaRPr lang="en-US"/>
        </a:p>
      </dgm:t>
    </dgm:pt>
    <dgm:pt modelId="{F2F16281-56E0-4BB2-A487-A431B74874BB}">
      <dgm:prSet/>
      <dgm:spPr/>
      <dgm:t>
        <a:bodyPr/>
        <a:lstStyle/>
        <a:p>
          <a:r>
            <a:rPr lang="en-US"/>
            <a:t>Prevents Unauthorized Use</a:t>
          </a:r>
        </a:p>
      </dgm:t>
    </dgm:pt>
    <dgm:pt modelId="{2AD61228-A4B6-4272-AD4B-87F365846B89}" type="parTrans" cxnId="{A826A0E4-44CE-4AA9-B2B2-93F7B1274AA7}">
      <dgm:prSet/>
      <dgm:spPr/>
      <dgm:t>
        <a:bodyPr/>
        <a:lstStyle/>
        <a:p>
          <a:endParaRPr lang="en-US"/>
        </a:p>
      </dgm:t>
    </dgm:pt>
    <dgm:pt modelId="{A71B7061-CEF5-4EF3-BC79-4CA3F3EA1205}" type="sibTrans" cxnId="{A826A0E4-44CE-4AA9-B2B2-93F7B1274AA7}">
      <dgm:prSet/>
      <dgm:spPr/>
      <dgm:t>
        <a:bodyPr/>
        <a:lstStyle/>
        <a:p>
          <a:endParaRPr lang="en-US"/>
        </a:p>
      </dgm:t>
    </dgm:pt>
    <dgm:pt modelId="{62D1F97D-5336-4506-A722-2EBC5DA739D7}" type="pres">
      <dgm:prSet presAssocID="{2506112B-8FBB-4951-A187-654ACB352475}" presName="diagram" presStyleCnt="0">
        <dgm:presLayoutVars>
          <dgm:dir/>
          <dgm:resizeHandles val="exact"/>
        </dgm:presLayoutVars>
      </dgm:prSet>
      <dgm:spPr/>
    </dgm:pt>
    <dgm:pt modelId="{BC63EFFF-317A-45E9-B089-F58C60B540E2}" type="pres">
      <dgm:prSet presAssocID="{BB55DCD0-CC0C-40BA-BE2D-9F7B9AA51304}" presName="node" presStyleLbl="node1" presStyleIdx="0" presStyleCnt="3">
        <dgm:presLayoutVars>
          <dgm:bulletEnabled val="1"/>
        </dgm:presLayoutVars>
      </dgm:prSet>
      <dgm:spPr/>
    </dgm:pt>
    <dgm:pt modelId="{F10965B1-DA8C-4869-A77B-D6F03A0658CA}" type="pres">
      <dgm:prSet presAssocID="{AEFB99B5-375A-4D9A-814D-91A0C7EA2FB2}" presName="sibTrans" presStyleCnt="0"/>
      <dgm:spPr/>
    </dgm:pt>
    <dgm:pt modelId="{07C2CAF8-32FD-41FC-97CD-D29E9BE34D4D}" type="pres">
      <dgm:prSet presAssocID="{25243F86-9F51-4500-91B5-CE6D6FF07258}" presName="node" presStyleLbl="node1" presStyleIdx="1" presStyleCnt="3">
        <dgm:presLayoutVars>
          <dgm:bulletEnabled val="1"/>
        </dgm:presLayoutVars>
      </dgm:prSet>
      <dgm:spPr/>
    </dgm:pt>
    <dgm:pt modelId="{37E76889-BAB2-463B-B922-9B16D5C5D7E6}" type="pres">
      <dgm:prSet presAssocID="{85156DDA-5948-4ED1-A11C-7B3A681345D0}" presName="sibTrans" presStyleCnt="0"/>
      <dgm:spPr/>
    </dgm:pt>
    <dgm:pt modelId="{5AD3E6F5-F5B6-4C69-B071-0AE967B2D93F}" type="pres">
      <dgm:prSet presAssocID="{F2F16281-56E0-4BB2-A487-A431B74874BB}" presName="node" presStyleLbl="node1" presStyleIdx="2" presStyleCnt="3">
        <dgm:presLayoutVars>
          <dgm:bulletEnabled val="1"/>
        </dgm:presLayoutVars>
      </dgm:prSet>
      <dgm:spPr/>
    </dgm:pt>
  </dgm:ptLst>
  <dgm:cxnLst>
    <dgm:cxn modelId="{87B8081D-53CD-4099-A818-39D01CC283D2}" type="presOf" srcId="{BB55DCD0-CC0C-40BA-BE2D-9F7B9AA51304}" destId="{BC63EFFF-317A-45E9-B089-F58C60B540E2}" srcOrd="0" destOrd="0" presId="urn:microsoft.com/office/officeart/2005/8/layout/default"/>
    <dgm:cxn modelId="{0D879073-B966-4D89-98E3-D28FA1B82190}" type="presOf" srcId="{F2F16281-56E0-4BB2-A487-A431B74874BB}" destId="{5AD3E6F5-F5B6-4C69-B071-0AE967B2D93F}" srcOrd="0" destOrd="0" presId="urn:microsoft.com/office/officeart/2005/8/layout/default"/>
    <dgm:cxn modelId="{BEDE7F7B-54E1-49F5-AE85-38074022C0AF}" type="presOf" srcId="{2506112B-8FBB-4951-A187-654ACB352475}" destId="{62D1F97D-5336-4506-A722-2EBC5DA739D7}" srcOrd="0" destOrd="0" presId="urn:microsoft.com/office/officeart/2005/8/layout/default"/>
    <dgm:cxn modelId="{15A7C28B-BFE7-4A6D-B1DD-A192A0C66132}" type="presOf" srcId="{25243F86-9F51-4500-91B5-CE6D6FF07258}" destId="{07C2CAF8-32FD-41FC-97CD-D29E9BE34D4D}" srcOrd="0" destOrd="0" presId="urn:microsoft.com/office/officeart/2005/8/layout/default"/>
    <dgm:cxn modelId="{29E5E9A7-BE7A-4193-9163-A0FE7CF049CB}" srcId="{2506112B-8FBB-4951-A187-654ACB352475}" destId="{25243F86-9F51-4500-91B5-CE6D6FF07258}" srcOrd="1" destOrd="0" parTransId="{C8267179-E984-4DDE-AAEB-BA1A28A78E13}" sibTransId="{85156DDA-5948-4ED1-A11C-7B3A681345D0}"/>
    <dgm:cxn modelId="{C71F2ACE-3AB9-4ADA-943D-0E565A7805BF}" srcId="{2506112B-8FBB-4951-A187-654ACB352475}" destId="{BB55DCD0-CC0C-40BA-BE2D-9F7B9AA51304}" srcOrd="0" destOrd="0" parTransId="{124033C8-0243-42CA-8F79-8722F00D334F}" sibTransId="{AEFB99B5-375A-4D9A-814D-91A0C7EA2FB2}"/>
    <dgm:cxn modelId="{A826A0E4-44CE-4AA9-B2B2-93F7B1274AA7}" srcId="{2506112B-8FBB-4951-A187-654ACB352475}" destId="{F2F16281-56E0-4BB2-A487-A431B74874BB}" srcOrd="2" destOrd="0" parTransId="{2AD61228-A4B6-4272-AD4B-87F365846B89}" sibTransId="{A71B7061-CEF5-4EF3-BC79-4CA3F3EA1205}"/>
    <dgm:cxn modelId="{93616D14-D6A5-44D5-8794-1CADC68D06C1}" type="presParOf" srcId="{62D1F97D-5336-4506-A722-2EBC5DA739D7}" destId="{BC63EFFF-317A-45E9-B089-F58C60B540E2}" srcOrd="0" destOrd="0" presId="urn:microsoft.com/office/officeart/2005/8/layout/default"/>
    <dgm:cxn modelId="{2EF858F1-6ECD-431A-9243-14345D7EC94F}" type="presParOf" srcId="{62D1F97D-5336-4506-A722-2EBC5DA739D7}" destId="{F10965B1-DA8C-4869-A77B-D6F03A0658CA}" srcOrd="1" destOrd="0" presId="urn:microsoft.com/office/officeart/2005/8/layout/default"/>
    <dgm:cxn modelId="{7CF92DF6-A8B4-4602-83CF-4A7E8B95CB71}" type="presParOf" srcId="{62D1F97D-5336-4506-A722-2EBC5DA739D7}" destId="{07C2CAF8-32FD-41FC-97CD-D29E9BE34D4D}" srcOrd="2" destOrd="0" presId="urn:microsoft.com/office/officeart/2005/8/layout/default"/>
    <dgm:cxn modelId="{A0B6B909-2FA1-4CA8-93EA-53956A2187C4}" type="presParOf" srcId="{62D1F97D-5336-4506-A722-2EBC5DA739D7}" destId="{37E76889-BAB2-463B-B922-9B16D5C5D7E6}" srcOrd="3" destOrd="0" presId="urn:microsoft.com/office/officeart/2005/8/layout/default"/>
    <dgm:cxn modelId="{7A4BC548-180D-41CD-83AC-6CE24855DC57}" type="presParOf" srcId="{62D1F97D-5336-4506-A722-2EBC5DA739D7}" destId="{5AD3E6F5-F5B6-4C69-B071-0AE967B2D93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0D425AB-215A-4508-BE02-E3AF754C918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A9BFF7-26C6-44E6-8F31-58A064804A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Intangible goods that exist in digital format. </a:t>
          </a:r>
        </a:p>
      </dgm:t>
    </dgm:pt>
    <dgm:pt modelId="{FB535958-4C5A-4A77-ACF3-0507813FCE72}" type="parTrans" cxnId="{9410FAD3-BC5B-4298-9929-68B51CEE365A}">
      <dgm:prSet/>
      <dgm:spPr/>
      <dgm:t>
        <a:bodyPr/>
        <a:lstStyle/>
        <a:p>
          <a:endParaRPr lang="en-US"/>
        </a:p>
      </dgm:t>
    </dgm:pt>
    <dgm:pt modelId="{6790C4C8-7BE3-4EF9-9AFA-188DB8C8ADCB}" type="sibTrans" cxnId="{9410FAD3-BC5B-4298-9929-68B51CEE36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C1E4F6E-2F78-45B9-A407-F5D58FF5D9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Software and Applications</a:t>
          </a:r>
        </a:p>
      </dgm:t>
    </dgm:pt>
    <dgm:pt modelId="{8BAB2B1E-F357-4DEA-A93A-D5DC9927BF14}" type="parTrans" cxnId="{7A5E5C81-5E18-411F-B1F5-60046A61FF82}">
      <dgm:prSet/>
      <dgm:spPr/>
      <dgm:t>
        <a:bodyPr/>
        <a:lstStyle/>
        <a:p>
          <a:endParaRPr lang="en-US"/>
        </a:p>
      </dgm:t>
    </dgm:pt>
    <dgm:pt modelId="{F85E5D79-F411-4FF7-91C5-DF0E7B1695A9}" type="sibTrans" cxnId="{7A5E5C81-5E18-411F-B1F5-60046A61FF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FA899A-F352-44AA-AD82-B3E4C7C063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E-books and Digital Publications</a:t>
          </a:r>
        </a:p>
      </dgm:t>
    </dgm:pt>
    <dgm:pt modelId="{D840B29D-34B0-4F98-ADF9-E48D58EACBAF}" type="parTrans" cxnId="{9D1CBF4F-F02D-47C6-A314-4EC80947906C}">
      <dgm:prSet/>
      <dgm:spPr/>
      <dgm:t>
        <a:bodyPr/>
        <a:lstStyle/>
        <a:p>
          <a:endParaRPr lang="en-US"/>
        </a:p>
      </dgm:t>
    </dgm:pt>
    <dgm:pt modelId="{361D9A54-FF51-4D52-BEA9-8C8918F4AB5B}" type="sibTrans" cxnId="{9D1CBF4F-F02D-47C6-A314-4EC8094790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520329-2655-46BE-BBFE-553C613731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Digital Music and Audio</a:t>
          </a:r>
        </a:p>
      </dgm:t>
    </dgm:pt>
    <dgm:pt modelId="{ADB1E5B0-6680-4829-8C9A-5E04323928CF}" type="parTrans" cxnId="{7C0157ED-7CE2-492F-BCA1-888A596670B3}">
      <dgm:prSet/>
      <dgm:spPr/>
      <dgm:t>
        <a:bodyPr/>
        <a:lstStyle/>
        <a:p>
          <a:endParaRPr lang="en-US"/>
        </a:p>
      </dgm:t>
    </dgm:pt>
    <dgm:pt modelId="{426E984E-20D1-49AE-95B3-4CB33A2322C0}" type="sibTrans" cxnId="{7C0157ED-7CE2-492F-BCA1-888A596670B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3BF7160-0C95-4A77-9AFA-4068D5E269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Digital Video</a:t>
          </a:r>
        </a:p>
      </dgm:t>
    </dgm:pt>
    <dgm:pt modelId="{7E2EB64F-BBC9-45C7-BA17-E9603A69418B}" type="parTrans" cxnId="{A7E189FC-FE33-4688-BC69-8DD463DE021C}">
      <dgm:prSet/>
      <dgm:spPr/>
      <dgm:t>
        <a:bodyPr/>
        <a:lstStyle/>
        <a:p>
          <a:endParaRPr lang="en-US"/>
        </a:p>
      </dgm:t>
    </dgm:pt>
    <dgm:pt modelId="{2E8AF976-94CB-466B-83DC-B8BCB81967D0}" type="sibTrans" cxnId="{A7E189FC-FE33-4688-BC69-8DD463DE021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889CD5-13E8-4D24-BA82-0D4F55EFF9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Online Courses and Educational Materials</a:t>
          </a:r>
        </a:p>
      </dgm:t>
    </dgm:pt>
    <dgm:pt modelId="{D057467D-560C-418A-A5EA-444180CEAC03}" type="parTrans" cxnId="{34E36703-64CC-446C-BB6E-BAA55A2B3513}">
      <dgm:prSet/>
      <dgm:spPr/>
      <dgm:t>
        <a:bodyPr/>
        <a:lstStyle/>
        <a:p>
          <a:endParaRPr lang="en-US"/>
        </a:p>
      </dgm:t>
    </dgm:pt>
    <dgm:pt modelId="{585C4B45-6222-4711-83F6-3F2C6B293D3B}" type="sibTrans" cxnId="{34E36703-64CC-446C-BB6E-BAA55A2B351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A76D36-BF78-401D-9AF9-6FB6D3FD36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Art and Graphics</a:t>
          </a:r>
        </a:p>
      </dgm:t>
    </dgm:pt>
    <dgm:pt modelId="{E51E6B13-AAEB-41E1-9B97-418CE8ABA505}" type="parTrans" cxnId="{BB1E4058-B032-4BE7-BC16-E216B17D66B8}">
      <dgm:prSet/>
      <dgm:spPr/>
      <dgm:t>
        <a:bodyPr/>
        <a:lstStyle/>
        <a:p>
          <a:endParaRPr lang="en-US"/>
        </a:p>
      </dgm:t>
    </dgm:pt>
    <dgm:pt modelId="{ECAE93ED-7717-4694-9B5C-CEC45E089E19}" type="sibTrans" cxnId="{BB1E4058-B032-4BE7-BC16-E216B17D66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C631A3-E7E9-40AB-BC02-2CC6F0D52E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Games</a:t>
          </a:r>
        </a:p>
      </dgm:t>
    </dgm:pt>
    <dgm:pt modelId="{7392B73C-5470-491E-86DF-F49FCCE3C7D8}" type="parTrans" cxnId="{8CBB45E8-BE18-401F-80C1-593DF05B245E}">
      <dgm:prSet/>
      <dgm:spPr/>
      <dgm:t>
        <a:bodyPr/>
        <a:lstStyle/>
        <a:p>
          <a:endParaRPr lang="en-US"/>
        </a:p>
      </dgm:t>
    </dgm:pt>
    <dgm:pt modelId="{C69E0A2B-EA8E-4800-A82E-235228221169}" type="sibTrans" cxnId="{8CBB45E8-BE18-401F-80C1-593DF05B245E}">
      <dgm:prSet/>
      <dgm:spPr/>
      <dgm:t>
        <a:bodyPr/>
        <a:lstStyle/>
        <a:p>
          <a:endParaRPr lang="en-US"/>
        </a:p>
      </dgm:t>
    </dgm:pt>
    <dgm:pt modelId="{C5298F0F-D7A5-4165-A336-08BBF13857A1}" type="pres">
      <dgm:prSet presAssocID="{70D425AB-215A-4508-BE02-E3AF754C9187}" presName="root" presStyleCnt="0">
        <dgm:presLayoutVars>
          <dgm:dir/>
          <dgm:resizeHandles val="exact"/>
        </dgm:presLayoutVars>
      </dgm:prSet>
      <dgm:spPr/>
    </dgm:pt>
    <dgm:pt modelId="{72145A5A-3D88-4603-8D1E-0A5D81190C29}" type="pres">
      <dgm:prSet presAssocID="{70D425AB-215A-4508-BE02-E3AF754C9187}" presName="container" presStyleCnt="0">
        <dgm:presLayoutVars>
          <dgm:dir/>
          <dgm:resizeHandles val="exact"/>
        </dgm:presLayoutVars>
      </dgm:prSet>
      <dgm:spPr/>
    </dgm:pt>
    <dgm:pt modelId="{ADD62425-5EC5-4EE0-A806-40301070AC65}" type="pres">
      <dgm:prSet presAssocID="{48A9BFF7-26C6-44E6-8F31-58A064804A0F}" presName="compNode" presStyleCnt="0"/>
      <dgm:spPr/>
    </dgm:pt>
    <dgm:pt modelId="{88098670-A6A8-4578-9D0F-8AD4B321FBC7}" type="pres">
      <dgm:prSet presAssocID="{48A9BFF7-26C6-44E6-8F31-58A064804A0F}" presName="iconBgRect" presStyleLbl="bgShp" presStyleIdx="0" presStyleCnt="8"/>
      <dgm:spPr/>
    </dgm:pt>
    <dgm:pt modelId="{42B19981-498D-42E3-8A82-80CB4EB1C99B}" type="pres">
      <dgm:prSet presAssocID="{48A9BFF7-26C6-44E6-8F31-58A064804A0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4FF07492-2500-43F1-B318-77D44261E631}" type="pres">
      <dgm:prSet presAssocID="{48A9BFF7-26C6-44E6-8F31-58A064804A0F}" presName="spaceRect" presStyleCnt="0"/>
      <dgm:spPr/>
    </dgm:pt>
    <dgm:pt modelId="{51484DCB-BB5D-4B69-A705-967010440419}" type="pres">
      <dgm:prSet presAssocID="{48A9BFF7-26C6-44E6-8F31-58A064804A0F}" presName="textRect" presStyleLbl="revTx" presStyleIdx="0" presStyleCnt="8">
        <dgm:presLayoutVars>
          <dgm:chMax val="1"/>
          <dgm:chPref val="1"/>
        </dgm:presLayoutVars>
      </dgm:prSet>
      <dgm:spPr/>
    </dgm:pt>
    <dgm:pt modelId="{232FA0F0-D575-4253-808B-80725CEC0899}" type="pres">
      <dgm:prSet presAssocID="{6790C4C8-7BE3-4EF9-9AFA-188DB8C8ADCB}" presName="sibTrans" presStyleLbl="sibTrans2D1" presStyleIdx="0" presStyleCnt="0"/>
      <dgm:spPr/>
    </dgm:pt>
    <dgm:pt modelId="{182DB237-9CF4-4D25-9049-8F303F2C77B1}" type="pres">
      <dgm:prSet presAssocID="{4C1E4F6E-2F78-45B9-A407-F5D58FF5D918}" presName="compNode" presStyleCnt="0"/>
      <dgm:spPr/>
    </dgm:pt>
    <dgm:pt modelId="{7690547F-72D2-45BC-B5EC-7AB8FB3B4FFC}" type="pres">
      <dgm:prSet presAssocID="{4C1E4F6E-2F78-45B9-A407-F5D58FF5D918}" presName="iconBgRect" presStyleLbl="bgShp" presStyleIdx="1" presStyleCnt="8"/>
      <dgm:spPr/>
    </dgm:pt>
    <dgm:pt modelId="{3D5FC36D-FB98-4E1B-ADBC-EE93F06D2F4A}" type="pres">
      <dgm:prSet presAssocID="{4C1E4F6E-2F78-45B9-A407-F5D58FF5D918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9DB034B-D672-49A5-BC80-C20562C8A416}" type="pres">
      <dgm:prSet presAssocID="{4C1E4F6E-2F78-45B9-A407-F5D58FF5D918}" presName="spaceRect" presStyleCnt="0"/>
      <dgm:spPr/>
    </dgm:pt>
    <dgm:pt modelId="{F12CC4F5-F084-4BA3-98C0-A6C8BB8DF055}" type="pres">
      <dgm:prSet presAssocID="{4C1E4F6E-2F78-45B9-A407-F5D58FF5D918}" presName="textRect" presStyleLbl="revTx" presStyleIdx="1" presStyleCnt="8">
        <dgm:presLayoutVars>
          <dgm:chMax val="1"/>
          <dgm:chPref val="1"/>
        </dgm:presLayoutVars>
      </dgm:prSet>
      <dgm:spPr/>
    </dgm:pt>
    <dgm:pt modelId="{ACD2A800-4D0B-4D9E-BF16-3B399E2BE162}" type="pres">
      <dgm:prSet presAssocID="{F85E5D79-F411-4FF7-91C5-DF0E7B1695A9}" presName="sibTrans" presStyleLbl="sibTrans2D1" presStyleIdx="0" presStyleCnt="0"/>
      <dgm:spPr/>
    </dgm:pt>
    <dgm:pt modelId="{09FF26A5-9EAD-4E3E-BA21-6FA7EC23F26B}" type="pres">
      <dgm:prSet presAssocID="{CBFA899A-F352-44AA-AD82-B3E4C7C06315}" presName="compNode" presStyleCnt="0"/>
      <dgm:spPr/>
    </dgm:pt>
    <dgm:pt modelId="{1C810861-8D59-4185-AC4E-55C6414CB298}" type="pres">
      <dgm:prSet presAssocID="{CBFA899A-F352-44AA-AD82-B3E4C7C06315}" presName="iconBgRect" presStyleLbl="bgShp" presStyleIdx="2" presStyleCnt="8"/>
      <dgm:spPr/>
    </dgm:pt>
    <dgm:pt modelId="{15320CAE-9AC9-43F8-AC67-B8E3F51E515C}" type="pres">
      <dgm:prSet presAssocID="{CBFA899A-F352-44AA-AD82-B3E4C7C0631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EF952BD-0362-4662-93B1-4E0DFADA9D21}" type="pres">
      <dgm:prSet presAssocID="{CBFA899A-F352-44AA-AD82-B3E4C7C06315}" presName="spaceRect" presStyleCnt="0"/>
      <dgm:spPr/>
    </dgm:pt>
    <dgm:pt modelId="{963E169D-32FD-4F06-BFC0-1FF19D6220D3}" type="pres">
      <dgm:prSet presAssocID="{CBFA899A-F352-44AA-AD82-B3E4C7C06315}" presName="textRect" presStyleLbl="revTx" presStyleIdx="2" presStyleCnt="8">
        <dgm:presLayoutVars>
          <dgm:chMax val="1"/>
          <dgm:chPref val="1"/>
        </dgm:presLayoutVars>
      </dgm:prSet>
      <dgm:spPr/>
    </dgm:pt>
    <dgm:pt modelId="{9E8BEB8A-CD06-4301-927E-2D9F24F58726}" type="pres">
      <dgm:prSet presAssocID="{361D9A54-FF51-4D52-BEA9-8C8918F4AB5B}" presName="sibTrans" presStyleLbl="sibTrans2D1" presStyleIdx="0" presStyleCnt="0"/>
      <dgm:spPr/>
    </dgm:pt>
    <dgm:pt modelId="{A5E9BC75-8747-4E01-9817-A9E8118C7F5C}" type="pres">
      <dgm:prSet presAssocID="{37520329-2655-46BE-BBFE-553C613731CF}" presName="compNode" presStyleCnt="0"/>
      <dgm:spPr/>
    </dgm:pt>
    <dgm:pt modelId="{CACD12DF-EBA5-4390-A0D4-32924E9E081C}" type="pres">
      <dgm:prSet presAssocID="{37520329-2655-46BE-BBFE-553C613731CF}" presName="iconBgRect" presStyleLbl="bgShp" presStyleIdx="3" presStyleCnt="8"/>
      <dgm:spPr/>
    </dgm:pt>
    <dgm:pt modelId="{0FC933B0-BF94-4780-AC2B-221064BF7138}" type="pres">
      <dgm:prSet presAssocID="{37520329-2655-46BE-BBFE-553C613731CF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02313447-73F0-493D-84E6-2DB5CFCE1817}" type="pres">
      <dgm:prSet presAssocID="{37520329-2655-46BE-BBFE-553C613731CF}" presName="spaceRect" presStyleCnt="0"/>
      <dgm:spPr/>
    </dgm:pt>
    <dgm:pt modelId="{99E2EE5F-F5D0-4FE0-8CE9-E59A542CC42D}" type="pres">
      <dgm:prSet presAssocID="{37520329-2655-46BE-BBFE-553C613731CF}" presName="textRect" presStyleLbl="revTx" presStyleIdx="3" presStyleCnt="8">
        <dgm:presLayoutVars>
          <dgm:chMax val="1"/>
          <dgm:chPref val="1"/>
        </dgm:presLayoutVars>
      </dgm:prSet>
      <dgm:spPr/>
    </dgm:pt>
    <dgm:pt modelId="{9AB118A5-4E80-4D50-8655-154744BD5924}" type="pres">
      <dgm:prSet presAssocID="{426E984E-20D1-49AE-95B3-4CB33A2322C0}" presName="sibTrans" presStyleLbl="sibTrans2D1" presStyleIdx="0" presStyleCnt="0"/>
      <dgm:spPr/>
    </dgm:pt>
    <dgm:pt modelId="{2E16E781-5C84-4A38-8491-6EA315A61FF8}" type="pres">
      <dgm:prSet presAssocID="{A3BF7160-0C95-4A77-9AFA-4068D5E26984}" presName="compNode" presStyleCnt="0"/>
      <dgm:spPr/>
    </dgm:pt>
    <dgm:pt modelId="{5655B84E-CEA9-4344-8A8E-AB5DA6CDEB46}" type="pres">
      <dgm:prSet presAssocID="{A3BF7160-0C95-4A77-9AFA-4068D5E26984}" presName="iconBgRect" presStyleLbl="bgShp" presStyleIdx="4" presStyleCnt="8"/>
      <dgm:spPr/>
    </dgm:pt>
    <dgm:pt modelId="{D43B286E-6473-4684-A9A7-03512989F3CE}" type="pres">
      <dgm:prSet presAssocID="{A3BF7160-0C95-4A77-9AFA-4068D5E2698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93219AE9-AE52-4A5D-B2F0-C4CE7AC7C36A}" type="pres">
      <dgm:prSet presAssocID="{A3BF7160-0C95-4A77-9AFA-4068D5E26984}" presName="spaceRect" presStyleCnt="0"/>
      <dgm:spPr/>
    </dgm:pt>
    <dgm:pt modelId="{0A08C1DB-A64C-4B81-BCBF-6C7CC854A0B7}" type="pres">
      <dgm:prSet presAssocID="{A3BF7160-0C95-4A77-9AFA-4068D5E26984}" presName="textRect" presStyleLbl="revTx" presStyleIdx="4" presStyleCnt="8">
        <dgm:presLayoutVars>
          <dgm:chMax val="1"/>
          <dgm:chPref val="1"/>
        </dgm:presLayoutVars>
      </dgm:prSet>
      <dgm:spPr/>
    </dgm:pt>
    <dgm:pt modelId="{A67CE284-81C3-4A66-9D19-D9D90C36C726}" type="pres">
      <dgm:prSet presAssocID="{2E8AF976-94CB-466B-83DC-B8BCB81967D0}" presName="sibTrans" presStyleLbl="sibTrans2D1" presStyleIdx="0" presStyleCnt="0"/>
      <dgm:spPr/>
    </dgm:pt>
    <dgm:pt modelId="{97BCF783-EE3B-4619-8277-F81D57C37A52}" type="pres">
      <dgm:prSet presAssocID="{4E889CD5-13E8-4D24-BA82-0D4F55EFF94A}" presName="compNode" presStyleCnt="0"/>
      <dgm:spPr/>
    </dgm:pt>
    <dgm:pt modelId="{B86C4EED-FD2A-4D8E-9D03-2E78DCB25245}" type="pres">
      <dgm:prSet presAssocID="{4E889CD5-13E8-4D24-BA82-0D4F55EFF94A}" presName="iconBgRect" presStyleLbl="bgShp" presStyleIdx="5" presStyleCnt="8"/>
      <dgm:spPr/>
    </dgm:pt>
    <dgm:pt modelId="{83125468-7BE5-464C-9077-024FD0118463}" type="pres">
      <dgm:prSet presAssocID="{4E889CD5-13E8-4D24-BA82-0D4F55EFF94A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91B78EFE-7620-4C4E-92CE-4033A60D6FD7}" type="pres">
      <dgm:prSet presAssocID="{4E889CD5-13E8-4D24-BA82-0D4F55EFF94A}" presName="spaceRect" presStyleCnt="0"/>
      <dgm:spPr/>
    </dgm:pt>
    <dgm:pt modelId="{9FFDBCBE-C9CC-46CD-AFA6-042705E71185}" type="pres">
      <dgm:prSet presAssocID="{4E889CD5-13E8-4D24-BA82-0D4F55EFF94A}" presName="textRect" presStyleLbl="revTx" presStyleIdx="5" presStyleCnt="8">
        <dgm:presLayoutVars>
          <dgm:chMax val="1"/>
          <dgm:chPref val="1"/>
        </dgm:presLayoutVars>
      </dgm:prSet>
      <dgm:spPr/>
    </dgm:pt>
    <dgm:pt modelId="{15C27BF7-6123-4CB9-A94D-056B48B05AC5}" type="pres">
      <dgm:prSet presAssocID="{585C4B45-6222-4711-83F6-3F2C6B293D3B}" presName="sibTrans" presStyleLbl="sibTrans2D1" presStyleIdx="0" presStyleCnt="0"/>
      <dgm:spPr/>
    </dgm:pt>
    <dgm:pt modelId="{C8861233-98E8-4A25-9CD0-7EACC57CCC9D}" type="pres">
      <dgm:prSet presAssocID="{CBA76D36-BF78-401D-9AF9-6FB6D3FD3662}" presName="compNode" presStyleCnt="0"/>
      <dgm:spPr/>
    </dgm:pt>
    <dgm:pt modelId="{803D42C1-C138-4B0F-8BA7-8F19156528A7}" type="pres">
      <dgm:prSet presAssocID="{CBA76D36-BF78-401D-9AF9-6FB6D3FD3662}" presName="iconBgRect" presStyleLbl="bgShp" presStyleIdx="6" presStyleCnt="8"/>
      <dgm:spPr/>
    </dgm:pt>
    <dgm:pt modelId="{C253F4A6-EC77-4CC2-AF20-947169E1F4E5}" type="pres">
      <dgm:prSet presAssocID="{CBA76D36-BF78-401D-9AF9-6FB6D3FD3662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7D531E16-E332-4CB4-A9A0-79055FDDBB11}" type="pres">
      <dgm:prSet presAssocID="{CBA76D36-BF78-401D-9AF9-6FB6D3FD3662}" presName="spaceRect" presStyleCnt="0"/>
      <dgm:spPr/>
    </dgm:pt>
    <dgm:pt modelId="{5E49BDF0-C9AF-4396-B3CA-6633730D0F20}" type="pres">
      <dgm:prSet presAssocID="{CBA76D36-BF78-401D-9AF9-6FB6D3FD3662}" presName="textRect" presStyleLbl="revTx" presStyleIdx="6" presStyleCnt="8">
        <dgm:presLayoutVars>
          <dgm:chMax val="1"/>
          <dgm:chPref val="1"/>
        </dgm:presLayoutVars>
      </dgm:prSet>
      <dgm:spPr/>
    </dgm:pt>
    <dgm:pt modelId="{4B68BF8E-378D-40AC-8B49-130EF0B0F1BB}" type="pres">
      <dgm:prSet presAssocID="{ECAE93ED-7717-4694-9B5C-CEC45E089E19}" presName="sibTrans" presStyleLbl="sibTrans2D1" presStyleIdx="0" presStyleCnt="0"/>
      <dgm:spPr/>
    </dgm:pt>
    <dgm:pt modelId="{02EB450E-C5A5-4AE6-9CA7-3F2BF5A6BAA2}" type="pres">
      <dgm:prSet presAssocID="{34C631A3-E7E9-40AB-BC02-2CC6F0D52EEB}" presName="compNode" presStyleCnt="0"/>
      <dgm:spPr/>
    </dgm:pt>
    <dgm:pt modelId="{88B95C2D-BAEC-4E0C-AAB0-2179D06CF8B6}" type="pres">
      <dgm:prSet presAssocID="{34C631A3-E7E9-40AB-BC02-2CC6F0D52EEB}" presName="iconBgRect" presStyleLbl="bgShp" presStyleIdx="7" presStyleCnt="8"/>
      <dgm:spPr/>
    </dgm:pt>
    <dgm:pt modelId="{1457E4C2-AF7E-4BF0-AD48-0EA6906E8663}" type="pres">
      <dgm:prSet presAssocID="{34C631A3-E7E9-40AB-BC02-2CC6F0D52EEB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AAF16EC0-4531-40C1-8B74-D88F7C41E3A5}" type="pres">
      <dgm:prSet presAssocID="{34C631A3-E7E9-40AB-BC02-2CC6F0D52EEB}" presName="spaceRect" presStyleCnt="0"/>
      <dgm:spPr/>
    </dgm:pt>
    <dgm:pt modelId="{F66048C7-3A35-403A-BB96-490A400307D7}" type="pres">
      <dgm:prSet presAssocID="{34C631A3-E7E9-40AB-BC02-2CC6F0D52EEB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34E36703-64CC-446C-BB6E-BAA55A2B3513}" srcId="{70D425AB-215A-4508-BE02-E3AF754C9187}" destId="{4E889CD5-13E8-4D24-BA82-0D4F55EFF94A}" srcOrd="5" destOrd="0" parTransId="{D057467D-560C-418A-A5EA-444180CEAC03}" sibTransId="{585C4B45-6222-4711-83F6-3F2C6B293D3B}"/>
    <dgm:cxn modelId="{149B7916-0793-4E38-AEB2-EA944946CE9C}" type="presOf" srcId="{ECAE93ED-7717-4694-9B5C-CEC45E089E19}" destId="{4B68BF8E-378D-40AC-8B49-130EF0B0F1BB}" srcOrd="0" destOrd="0" presId="urn:microsoft.com/office/officeart/2018/2/layout/IconCircleList"/>
    <dgm:cxn modelId="{BE266E19-317F-4670-9691-2478F2229220}" type="presOf" srcId="{4E889CD5-13E8-4D24-BA82-0D4F55EFF94A}" destId="{9FFDBCBE-C9CC-46CD-AFA6-042705E71185}" srcOrd="0" destOrd="0" presId="urn:microsoft.com/office/officeart/2018/2/layout/IconCircleList"/>
    <dgm:cxn modelId="{53E91A1E-FDB8-4BB0-864B-72667C041AF3}" type="presOf" srcId="{48A9BFF7-26C6-44E6-8F31-58A064804A0F}" destId="{51484DCB-BB5D-4B69-A705-967010440419}" srcOrd="0" destOrd="0" presId="urn:microsoft.com/office/officeart/2018/2/layout/IconCircleList"/>
    <dgm:cxn modelId="{9F629C21-34E8-4608-8D39-D965FDE02E2A}" type="presOf" srcId="{2E8AF976-94CB-466B-83DC-B8BCB81967D0}" destId="{A67CE284-81C3-4A66-9D19-D9D90C36C726}" srcOrd="0" destOrd="0" presId="urn:microsoft.com/office/officeart/2018/2/layout/IconCircleList"/>
    <dgm:cxn modelId="{649B6D32-5F04-4320-86BF-3E162957E03E}" type="presOf" srcId="{37520329-2655-46BE-BBFE-553C613731CF}" destId="{99E2EE5F-F5D0-4FE0-8CE9-E59A542CC42D}" srcOrd="0" destOrd="0" presId="urn:microsoft.com/office/officeart/2018/2/layout/IconCircleList"/>
    <dgm:cxn modelId="{8BB54362-34AC-416C-BCAF-91E4AF54C11C}" type="presOf" srcId="{F85E5D79-F411-4FF7-91C5-DF0E7B1695A9}" destId="{ACD2A800-4D0B-4D9E-BF16-3B399E2BE162}" srcOrd="0" destOrd="0" presId="urn:microsoft.com/office/officeart/2018/2/layout/IconCircleList"/>
    <dgm:cxn modelId="{25BB746B-96C6-42A2-9619-EB64A1A9C1FA}" type="presOf" srcId="{426E984E-20D1-49AE-95B3-4CB33A2322C0}" destId="{9AB118A5-4E80-4D50-8655-154744BD5924}" srcOrd="0" destOrd="0" presId="urn:microsoft.com/office/officeart/2018/2/layout/IconCircleList"/>
    <dgm:cxn modelId="{9D1CBF4F-F02D-47C6-A314-4EC80947906C}" srcId="{70D425AB-215A-4508-BE02-E3AF754C9187}" destId="{CBFA899A-F352-44AA-AD82-B3E4C7C06315}" srcOrd="2" destOrd="0" parTransId="{D840B29D-34B0-4F98-ADF9-E48D58EACBAF}" sibTransId="{361D9A54-FF51-4D52-BEA9-8C8918F4AB5B}"/>
    <dgm:cxn modelId="{08E15851-E2B4-401E-80E0-00409EE8A240}" type="presOf" srcId="{585C4B45-6222-4711-83F6-3F2C6B293D3B}" destId="{15C27BF7-6123-4CB9-A94D-056B48B05AC5}" srcOrd="0" destOrd="0" presId="urn:microsoft.com/office/officeart/2018/2/layout/IconCircleList"/>
    <dgm:cxn modelId="{99D00D57-8C49-4082-A017-7B984B81494A}" type="presOf" srcId="{6790C4C8-7BE3-4EF9-9AFA-188DB8C8ADCB}" destId="{232FA0F0-D575-4253-808B-80725CEC0899}" srcOrd="0" destOrd="0" presId="urn:microsoft.com/office/officeart/2018/2/layout/IconCircleList"/>
    <dgm:cxn modelId="{BB1E4058-B032-4BE7-BC16-E216B17D66B8}" srcId="{70D425AB-215A-4508-BE02-E3AF754C9187}" destId="{CBA76D36-BF78-401D-9AF9-6FB6D3FD3662}" srcOrd="6" destOrd="0" parTransId="{E51E6B13-AAEB-41E1-9B97-418CE8ABA505}" sibTransId="{ECAE93ED-7717-4694-9B5C-CEC45E089E19}"/>
    <dgm:cxn modelId="{3306827B-C30B-4F20-AC15-8D5332D8D50A}" type="presOf" srcId="{4C1E4F6E-2F78-45B9-A407-F5D58FF5D918}" destId="{F12CC4F5-F084-4BA3-98C0-A6C8BB8DF055}" srcOrd="0" destOrd="0" presId="urn:microsoft.com/office/officeart/2018/2/layout/IconCircleList"/>
    <dgm:cxn modelId="{7A5E5C81-5E18-411F-B1F5-60046A61FF82}" srcId="{70D425AB-215A-4508-BE02-E3AF754C9187}" destId="{4C1E4F6E-2F78-45B9-A407-F5D58FF5D918}" srcOrd="1" destOrd="0" parTransId="{8BAB2B1E-F357-4DEA-A93A-D5DC9927BF14}" sibTransId="{F85E5D79-F411-4FF7-91C5-DF0E7B1695A9}"/>
    <dgm:cxn modelId="{52A3379D-2332-491C-8F82-D3AB6567996C}" type="presOf" srcId="{361D9A54-FF51-4D52-BEA9-8C8918F4AB5B}" destId="{9E8BEB8A-CD06-4301-927E-2D9F24F58726}" srcOrd="0" destOrd="0" presId="urn:microsoft.com/office/officeart/2018/2/layout/IconCircleList"/>
    <dgm:cxn modelId="{4F9D18B5-78C3-4C16-8BE1-7B16983C8AB9}" type="presOf" srcId="{CBA76D36-BF78-401D-9AF9-6FB6D3FD3662}" destId="{5E49BDF0-C9AF-4396-B3CA-6633730D0F20}" srcOrd="0" destOrd="0" presId="urn:microsoft.com/office/officeart/2018/2/layout/IconCircleList"/>
    <dgm:cxn modelId="{A30A13C3-25EC-438D-B033-D9BDDEBF5AAF}" type="presOf" srcId="{70D425AB-215A-4508-BE02-E3AF754C9187}" destId="{C5298F0F-D7A5-4165-A336-08BBF13857A1}" srcOrd="0" destOrd="0" presId="urn:microsoft.com/office/officeart/2018/2/layout/IconCircleList"/>
    <dgm:cxn modelId="{9410FAD3-BC5B-4298-9929-68B51CEE365A}" srcId="{70D425AB-215A-4508-BE02-E3AF754C9187}" destId="{48A9BFF7-26C6-44E6-8F31-58A064804A0F}" srcOrd="0" destOrd="0" parTransId="{FB535958-4C5A-4A77-ACF3-0507813FCE72}" sibTransId="{6790C4C8-7BE3-4EF9-9AFA-188DB8C8ADCB}"/>
    <dgm:cxn modelId="{D70300E8-0E1E-42F6-98EF-1CC13A9ACB18}" type="presOf" srcId="{34C631A3-E7E9-40AB-BC02-2CC6F0D52EEB}" destId="{F66048C7-3A35-403A-BB96-490A400307D7}" srcOrd="0" destOrd="0" presId="urn:microsoft.com/office/officeart/2018/2/layout/IconCircleList"/>
    <dgm:cxn modelId="{8CBB45E8-BE18-401F-80C1-593DF05B245E}" srcId="{70D425AB-215A-4508-BE02-E3AF754C9187}" destId="{34C631A3-E7E9-40AB-BC02-2CC6F0D52EEB}" srcOrd="7" destOrd="0" parTransId="{7392B73C-5470-491E-86DF-F49FCCE3C7D8}" sibTransId="{C69E0A2B-EA8E-4800-A82E-235228221169}"/>
    <dgm:cxn modelId="{7C0157ED-7CE2-492F-BCA1-888A596670B3}" srcId="{70D425AB-215A-4508-BE02-E3AF754C9187}" destId="{37520329-2655-46BE-BBFE-553C613731CF}" srcOrd="3" destOrd="0" parTransId="{ADB1E5B0-6680-4829-8C9A-5E04323928CF}" sibTransId="{426E984E-20D1-49AE-95B3-4CB33A2322C0}"/>
    <dgm:cxn modelId="{259848F6-8B15-4872-81EF-5BC86E3CD7E6}" type="presOf" srcId="{CBFA899A-F352-44AA-AD82-B3E4C7C06315}" destId="{963E169D-32FD-4F06-BFC0-1FF19D6220D3}" srcOrd="0" destOrd="0" presId="urn:microsoft.com/office/officeart/2018/2/layout/IconCircleList"/>
    <dgm:cxn modelId="{C91AFAFA-12B0-4433-BE9A-A264C7267C91}" type="presOf" srcId="{A3BF7160-0C95-4A77-9AFA-4068D5E26984}" destId="{0A08C1DB-A64C-4B81-BCBF-6C7CC854A0B7}" srcOrd="0" destOrd="0" presId="urn:microsoft.com/office/officeart/2018/2/layout/IconCircleList"/>
    <dgm:cxn modelId="{A7E189FC-FE33-4688-BC69-8DD463DE021C}" srcId="{70D425AB-215A-4508-BE02-E3AF754C9187}" destId="{A3BF7160-0C95-4A77-9AFA-4068D5E26984}" srcOrd="4" destOrd="0" parTransId="{7E2EB64F-BBC9-45C7-BA17-E9603A69418B}" sibTransId="{2E8AF976-94CB-466B-83DC-B8BCB81967D0}"/>
    <dgm:cxn modelId="{584C436E-2CC8-4F26-96E3-BA22E8137660}" type="presParOf" srcId="{C5298F0F-D7A5-4165-A336-08BBF13857A1}" destId="{72145A5A-3D88-4603-8D1E-0A5D81190C29}" srcOrd="0" destOrd="0" presId="urn:microsoft.com/office/officeart/2018/2/layout/IconCircleList"/>
    <dgm:cxn modelId="{282FD92A-6083-4B32-B3BA-6693F2ACE438}" type="presParOf" srcId="{72145A5A-3D88-4603-8D1E-0A5D81190C29}" destId="{ADD62425-5EC5-4EE0-A806-40301070AC65}" srcOrd="0" destOrd="0" presId="urn:microsoft.com/office/officeart/2018/2/layout/IconCircleList"/>
    <dgm:cxn modelId="{7C924935-F6CF-4CB5-BF95-4A65AF93DDB2}" type="presParOf" srcId="{ADD62425-5EC5-4EE0-A806-40301070AC65}" destId="{88098670-A6A8-4578-9D0F-8AD4B321FBC7}" srcOrd="0" destOrd="0" presId="urn:microsoft.com/office/officeart/2018/2/layout/IconCircleList"/>
    <dgm:cxn modelId="{98929393-8A58-4C55-A1EF-F459F61C4C28}" type="presParOf" srcId="{ADD62425-5EC5-4EE0-A806-40301070AC65}" destId="{42B19981-498D-42E3-8A82-80CB4EB1C99B}" srcOrd="1" destOrd="0" presId="urn:microsoft.com/office/officeart/2018/2/layout/IconCircleList"/>
    <dgm:cxn modelId="{673CA4EA-992C-4A40-8122-66C3681EDBDF}" type="presParOf" srcId="{ADD62425-5EC5-4EE0-A806-40301070AC65}" destId="{4FF07492-2500-43F1-B318-77D44261E631}" srcOrd="2" destOrd="0" presId="urn:microsoft.com/office/officeart/2018/2/layout/IconCircleList"/>
    <dgm:cxn modelId="{BB356578-60D0-4311-BC72-E81E436E8FF1}" type="presParOf" srcId="{ADD62425-5EC5-4EE0-A806-40301070AC65}" destId="{51484DCB-BB5D-4B69-A705-967010440419}" srcOrd="3" destOrd="0" presId="urn:microsoft.com/office/officeart/2018/2/layout/IconCircleList"/>
    <dgm:cxn modelId="{EF7D1AAC-0D6C-4732-8268-72DF9F4F4CD5}" type="presParOf" srcId="{72145A5A-3D88-4603-8D1E-0A5D81190C29}" destId="{232FA0F0-D575-4253-808B-80725CEC0899}" srcOrd="1" destOrd="0" presId="urn:microsoft.com/office/officeart/2018/2/layout/IconCircleList"/>
    <dgm:cxn modelId="{65E392B1-6736-42B4-B85F-6E36C6F04DE3}" type="presParOf" srcId="{72145A5A-3D88-4603-8D1E-0A5D81190C29}" destId="{182DB237-9CF4-4D25-9049-8F303F2C77B1}" srcOrd="2" destOrd="0" presId="urn:microsoft.com/office/officeart/2018/2/layout/IconCircleList"/>
    <dgm:cxn modelId="{7BC1FB0D-1840-4A0B-9549-BBD1D1CCD0F5}" type="presParOf" srcId="{182DB237-9CF4-4D25-9049-8F303F2C77B1}" destId="{7690547F-72D2-45BC-B5EC-7AB8FB3B4FFC}" srcOrd="0" destOrd="0" presId="urn:microsoft.com/office/officeart/2018/2/layout/IconCircleList"/>
    <dgm:cxn modelId="{517890CF-5492-4238-98D6-2F0DC12CDB39}" type="presParOf" srcId="{182DB237-9CF4-4D25-9049-8F303F2C77B1}" destId="{3D5FC36D-FB98-4E1B-ADBC-EE93F06D2F4A}" srcOrd="1" destOrd="0" presId="urn:microsoft.com/office/officeart/2018/2/layout/IconCircleList"/>
    <dgm:cxn modelId="{11C525FA-90B7-452E-AD73-8F01F2D8F13B}" type="presParOf" srcId="{182DB237-9CF4-4D25-9049-8F303F2C77B1}" destId="{A9DB034B-D672-49A5-BC80-C20562C8A416}" srcOrd="2" destOrd="0" presId="urn:microsoft.com/office/officeart/2018/2/layout/IconCircleList"/>
    <dgm:cxn modelId="{C1C5DF0B-23DB-484E-B899-E048CDF2B539}" type="presParOf" srcId="{182DB237-9CF4-4D25-9049-8F303F2C77B1}" destId="{F12CC4F5-F084-4BA3-98C0-A6C8BB8DF055}" srcOrd="3" destOrd="0" presId="urn:microsoft.com/office/officeart/2018/2/layout/IconCircleList"/>
    <dgm:cxn modelId="{C5D10F92-B20F-41C8-BE6D-9FB205F5D612}" type="presParOf" srcId="{72145A5A-3D88-4603-8D1E-0A5D81190C29}" destId="{ACD2A800-4D0B-4D9E-BF16-3B399E2BE162}" srcOrd="3" destOrd="0" presId="urn:microsoft.com/office/officeart/2018/2/layout/IconCircleList"/>
    <dgm:cxn modelId="{52B89868-B53D-4F52-B995-C3ADB0039E02}" type="presParOf" srcId="{72145A5A-3D88-4603-8D1E-0A5D81190C29}" destId="{09FF26A5-9EAD-4E3E-BA21-6FA7EC23F26B}" srcOrd="4" destOrd="0" presId="urn:microsoft.com/office/officeart/2018/2/layout/IconCircleList"/>
    <dgm:cxn modelId="{6351A97F-A4CD-4597-AC03-903996493365}" type="presParOf" srcId="{09FF26A5-9EAD-4E3E-BA21-6FA7EC23F26B}" destId="{1C810861-8D59-4185-AC4E-55C6414CB298}" srcOrd="0" destOrd="0" presId="urn:microsoft.com/office/officeart/2018/2/layout/IconCircleList"/>
    <dgm:cxn modelId="{0EDBFD8B-4593-4B2D-AA17-F429EFD28D0F}" type="presParOf" srcId="{09FF26A5-9EAD-4E3E-BA21-6FA7EC23F26B}" destId="{15320CAE-9AC9-43F8-AC67-B8E3F51E515C}" srcOrd="1" destOrd="0" presId="urn:microsoft.com/office/officeart/2018/2/layout/IconCircleList"/>
    <dgm:cxn modelId="{9390B2EC-59BE-44F0-B242-DF891C2857C7}" type="presParOf" srcId="{09FF26A5-9EAD-4E3E-BA21-6FA7EC23F26B}" destId="{5EF952BD-0362-4662-93B1-4E0DFADA9D21}" srcOrd="2" destOrd="0" presId="urn:microsoft.com/office/officeart/2018/2/layout/IconCircleList"/>
    <dgm:cxn modelId="{E10BA4FF-ECAD-4E24-A3C2-AC42E94234A3}" type="presParOf" srcId="{09FF26A5-9EAD-4E3E-BA21-6FA7EC23F26B}" destId="{963E169D-32FD-4F06-BFC0-1FF19D6220D3}" srcOrd="3" destOrd="0" presId="urn:microsoft.com/office/officeart/2018/2/layout/IconCircleList"/>
    <dgm:cxn modelId="{24298B71-3466-432D-8CBE-DAB82E4BA653}" type="presParOf" srcId="{72145A5A-3D88-4603-8D1E-0A5D81190C29}" destId="{9E8BEB8A-CD06-4301-927E-2D9F24F58726}" srcOrd="5" destOrd="0" presId="urn:microsoft.com/office/officeart/2018/2/layout/IconCircleList"/>
    <dgm:cxn modelId="{F2B639DD-C412-4C17-9823-63DF0C3E9C6F}" type="presParOf" srcId="{72145A5A-3D88-4603-8D1E-0A5D81190C29}" destId="{A5E9BC75-8747-4E01-9817-A9E8118C7F5C}" srcOrd="6" destOrd="0" presId="urn:microsoft.com/office/officeart/2018/2/layout/IconCircleList"/>
    <dgm:cxn modelId="{342D8399-5CA5-4A87-A632-7CA974042EE1}" type="presParOf" srcId="{A5E9BC75-8747-4E01-9817-A9E8118C7F5C}" destId="{CACD12DF-EBA5-4390-A0D4-32924E9E081C}" srcOrd="0" destOrd="0" presId="urn:microsoft.com/office/officeart/2018/2/layout/IconCircleList"/>
    <dgm:cxn modelId="{9D2D6A9B-E249-4B2D-8E20-5C857BA88C48}" type="presParOf" srcId="{A5E9BC75-8747-4E01-9817-A9E8118C7F5C}" destId="{0FC933B0-BF94-4780-AC2B-221064BF7138}" srcOrd="1" destOrd="0" presId="urn:microsoft.com/office/officeart/2018/2/layout/IconCircleList"/>
    <dgm:cxn modelId="{C59F562D-FEA2-4E93-99DC-4C69ADC3534B}" type="presParOf" srcId="{A5E9BC75-8747-4E01-9817-A9E8118C7F5C}" destId="{02313447-73F0-493D-84E6-2DB5CFCE1817}" srcOrd="2" destOrd="0" presId="urn:microsoft.com/office/officeart/2018/2/layout/IconCircleList"/>
    <dgm:cxn modelId="{05B60E93-58E5-4A7D-998C-0DF6FDB4507A}" type="presParOf" srcId="{A5E9BC75-8747-4E01-9817-A9E8118C7F5C}" destId="{99E2EE5F-F5D0-4FE0-8CE9-E59A542CC42D}" srcOrd="3" destOrd="0" presId="urn:microsoft.com/office/officeart/2018/2/layout/IconCircleList"/>
    <dgm:cxn modelId="{3216EC37-12C6-475C-8A46-16B494A4E17B}" type="presParOf" srcId="{72145A5A-3D88-4603-8D1E-0A5D81190C29}" destId="{9AB118A5-4E80-4D50-8655-154744BD5924}" srcOrd="7" destOrd="0" presId="urn:microsoft.com/office/officeart/2018/2/layout/IconCircleList"/>
    <dgm:cxn modelId="{37183963-7421-436F-B810-ABB7E9208AD5}" type="presParOf" srcId="{72145A5A-3D88-4603-8D1E-0A5D81190C29}" destId="{2E16E781-5C84-4A38-8491-6EA315A61FF8}" srcOrd="8" destOrd="0" presId="urn:microsoft.com/office/officeart/2018/2/layout/IconCircleList"/>
    <dgm:cxn modelId="{150B9A1B-6574-4904-BF67-39558B155485}" type="presParOf" srcId="{2E16E781-5C84-4A38-8491-6EA315A61FF8}" destId="{5655B84E-CEA9-4344-8A8E-AB5DA6CDEB46}" srcOrd="0" destOrd="0" presId="urn:microsoft.com/office/officeart/2018/2/layout/IconCircleList"/>
    <dgm:cxn modelId="{90A20600-5D00-4B76-B01F-016F558D6176}" type="presParOf" srcId="{2E16E781-5C84-4A38-8491-6EA315A61FF8}" destId="{D43B286E-6473-4684-A9A7-03512989F3CE}" srcOrd="1" destOrd="0" presId="urn:microsoft.com/office/officeart/2018/2/layout/IconCircleList"/>
    <dgm:cxn modelId="{5311450D-6AA5-4E56-BF67-0AB1B1E004EB}" type="presParOf" srcId="{2E16E781-5C84-4A38-8491-6EA315A61FF8}" destId="{93219AE9-AE52-4A5D-B2F0-C4CE7AC7C36A}" srcOrd="2" destOrd="0" presId="urn:microsoft.com/office/officeart/2018/2/layout/IconCircleList"/>
    <dgm:cxn modelId="{09F9A0B1-8887-4245-8994-752B230B732B}" type="presParOf" srcId="{2E16E781-5C84-4A38-8491-6EA315A61FF8}" destId="{0A08C1DB-A64C-4B81-BCBF-6C7CC854A0B7}" srcOrd="3" destOrd="0" presId="urn:microsoft.com/office/officeart/2018/2/layout/IconCircleList"/>
    <dgm:cxn modelId="{0E37089A-8BD1-4020-89DC-79117BC289F3}" type="presParOf" srcId="{72145A5A-3D88-4603-8D1E-0A5D81190C29}" destId="{A67CE284-81C3-4A66-9D19-D9D90C36C726}" srcOrd="9" destOrd="0" presId="urn:microsoft.com/office/officeart/2018/2/layout/IconCircleList"/>
    <dgm:cxn modelId="{E7EE7F00-0135-4031-8CCD-7029702373F9}" type="presParOf" srcId="{72145A5A-3D88-4603-8D1E-0A5D81190C29}" destId="{97BCF783-EE3B-4619-8277-F81D57C37A52}" srcOrd="10" destOrd="0" presId="urn:microsoft.com/office/officeart/2018/2/layout/IconCircleList"/>
    <dgm:cxn modelId="{A09A7DBA-6F96-4880-8419-1A057A45D0A3}" type="presParOf" srcId="{97BCF783-EE3B-4619-8277-F81D57C37A52}" destId="{B86C4EED-FD2A-4D8E-9D03-2E78DCB25245}" srcOrd="0" destOrd="0" presId="urn:microsoft.com/office/officeart/2018/2/layout/IconCircleList"/>
    <dgm:cxn modelId="{B8DB1C2E-B297-40A2-A726-A139DBA14915}" type="presParOf" srcId="{97BCF783-EE3B-4619-8277-F81D57C37A52}" destId="{83125468-7BE5-464C-9077-024FD0118463}" srcOrd="1" destOrd="0" presId="urn:microsoft.com/office/officeart/2018/2/layout/IconCircleList"/>
    <dgm:cxn modelId="{8B1D0E80-5BAE-4A22-A1AF-5CC2A52540CC}" type="presParOf" srcId="{97BCF783-EE3B-4619-8277-F81D57C37A52}" destId="{91B78EFE-7620-4C4E-92CE-4033A60D6FD7}" srcOrd="2" destOrd="0" presId="urn:microsoft.com/office/officeart/2018/2/layout/IconCircleList"/>
    <dgm:cxn modelId="{3E2F313A-7D79-4C0D-864C-4E648D8770F9}" type="presParOf" srcId="{97BCF783-EE3B-4619-8277-F81D57C37A52}" destId="{9FFDBCBE-C9CC-46CD-AFA6-042705E71185}" srcOrd="3" destOrd="0" presId="urn:microsoft.com/office/officeart/2018/2/layout/IconCircleList"/>
    <dgm:cxn modelId="{FC627103-35E9-48C8-B21F-8865214E0095}" type="presParOf" srcId="{72145A5A-3D88-4603-8D1E-0A5D81190C29}" destId="{15C27BF7-6123-4CB9-A94D-056B48B05AC5}" srcOrd="11" destOrd="0" presId="urn:microsoft.com/office/officeart/2018/2/layout/IconCircleList"/>
    <dgm:cxn modelId="{EC3E7F6F-E6A1-4DEF-BA9C-98354BB7E26E}" type="presParOf" srcId="{72145A5A-3D88-4603-8D1E-0A5D81190C29}" destId="{C8861233-98E8-4A25-9CD0-7EACC57CCC9D}" srcOrd="12" destOrd="0" presId="urn:microsoft.com/office/officeart/2018/2/layout/IconCircleList"/>
    <dgm:cxn modelId="{EE198C38-B549-492E-A499-E85B9D34E486}" type="presParOf" srcId="{C8861233-98E8-4A25-9CD0-7EACC57CCC9D}" destId="{803D42C1-C138-4B0F-8BA7-8F19156528A7}" srcOrd="0" destOrd="0" presId="urn:microsoft.com/office/officeart/2018/2/layout/IconCircleList"/>
    <dgm:cxn modelId="{1ED778A9-F067-4008-AB4D-ADED27DF3AB1}" type="presParOf" srcId="{C8861233-98E8-4A25-9CD0-7EACC57CCC9D}" destId="{C253F4A6-EC77-4CC2-AF20-947169E1F4E5}" srcOrd="1" destOrd="0" presId="urn:microsoft.com/office/officeart/2018/2/layout/IconCircleList"/>
    <dgm:cxn modelId="{4F839AB6-DA82-49C2-856B-0FF0EB81BC14}" type="presParOf" srcId="{C8861233-98E8-4A25-9CD0-7EACC57CCC9D}" destId="{7D531E16-E332-4CB4-A9A0-79055FDDBB11}" srcOrd="2" destOrd="0" presId="urn:microsoft.com/office/officeart/2018/2/layout/IconCircleList"/>
    <dgm:cxn modelId="{74B38223-72F4-470B-9EF8-6EAFB576A3AC}" type="presParOf" srcId="{C8861233-98E8-4A25-9CD0-7EACC57CCC9D}" destId="{5E49BDF0-C9AF-4396-B3CA-6633730D0F20}" srcOrd="3" destOrd="0" presId="urn:microsoft.com/office/officeart/2018/2/layout/IconCircleList"/>
    <dgm:cxn modelId="{969369C5-1330-4CCF-953F-0AED9D7930F3}" type="presParOf" srcId="{72145A5A-3D88-4603-8D1E-0A5D81190C29}" destId="{4B68BF8E-378D-40AC-8B49-130EF0B0F1BB}" srcOrd="13" destOrd="0" presId="urn:microsoft.com/office/officeart/2018/2/layout/IconCircleList"/>
    <dgm:cxn modelId="{52D7BA1A-6080-473F-85FF-66C4BA56F685}" type="presParOf" srcId="{72145A5A-3D88-4603-8D1E-0A5D81190C29}" destId="{02EB450E-C5A5-4AE6-9CA7-3F2BF5A6BAA2}" srcOrd="14" destOrd="0" presId="urn:microsoft.com/office/officeart/2018/2/layout/IconCircleList"/>
    <dgm:cxn modelId="{7DD0E3FF-29AC-44EA-A936-FF5B5572D292}" type="presParOf" srcId="{02EB450E-C5A5-4AE6-9CA7-3F2BF5A6BAA2}" destId="{88B95C2D-BAEC-4E0C-AAB0-2179D06CF8B6}" srcOrd="0" destOrd="0" presId="urn:microsoft.com/office/officeart/2018/2/layout/IconCircleList"/>
    <dgm:cxn modelId="{1E7E0437-AC78-42B9-AD3A-4C3A235C966B}" type="presParOf" srcId="{02EB450E-C5A5-4AE6-9CA7-3F2BF5A6BAA2}" destId="{1457E4C2-AF7E-4BF0-AD48-0EA6906E8663}" srcOrd="1" destOrd="0" presId="urn:microsoft.com/office/officeart/2018/2/layout/IconCircleList"/>
    <dgm:cxn modelId="{5B19120D-FB3F-4A0D-9415-A9CACB2D54BD}" type="presParOf" srcId="{02EB450E-C5A5-4AE6-9CA7-3F2BF5A6BAA2}" destId="{AAF16EC0-4531-40C1-8B74-D88F7C41E3A5}" srcOrd="2" destOrd="0" presId="urn:microsoft.com/office/officeart/2018/2/layout/IconCircleList"/>
    <dgm:cxn modelId="{57A28CB0-2EFE-4840-BC99-53C4B1B5AF97}" type="presParOf" srcId="{02EB450E-C5A5-4AE6-9CA7-3F2BF5A6BAA2}" destId="{F66048C7-3A35-403A-BB96-490A400307D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78499CF-DFD4-4E41-A765-141D23B7A8E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6281ACD-8FA9-4C95-A24F-7E68D53EF1E0}">
      <dgm:prSet/>
      <dgm:spPr/>
      <dgm:t>
        <a:bodyPr/>
        <a:lstStyle/>
        <a:p>
          <a:r>
            <a:rPr lang="en-US"/>
            <a:t>What could happen to our IP and Digital Assets?</a:t>
          </a:r>
        </a:p>
      </dgm:t>
    </dgm:pt>
    <dgm:pt modelId="{3EA66A49-245C-47DB-9C3E-BA83EB4A4314}" type="parTrans" cxnId="{64F45865-A9B0-4CE0-9D13-FB92165ECD7E}">
      <dgm:prSet/>
      <dgm:spPr/>
      <dgm:t>
        <a:bodyPr/>
        <a:lstStyle/>
        <a:p>
          <a:endParaRPr lang="en-US"/>
        </a:p>
      </dgm:t>
    </dgm:pt>
    <dgm:pt modelId="{7CD45B11-59F8-42F4-B597-03FD6D8BD1B6}" type="sibTrans" cxnId="{64F45865-A9B0-4CE0-9D13-FB92165ECD7E}">
      <dgm:prSet/>
      <dgm:spPr/>
      <dgm:t>
        <a:bodyPr/>
        <a:lstStyle/>
        <a:p>
          <a:endParaRPr lang="en-US"/>
        </a:p>
      </dgm:t>
    </dgm:pt>
    <dgm:pt modelId="{39007A9C-5EAA-4405-9252-212AF0548E12}">
      <dgm:prSet/>
      <dgm:spPr/>
      <dgm:t>
        <a:bodyPr/>
        <a:lstStyle/>
        <a:p>
          <a:r>
            <a:rPr lang="en-US"/>
            <a:t>Data Breaches</a:t>
          </a:r>
        </a:p>
      </dgm:t>
    </dgm:pt>
    <dgm:pt modelId="{4FFE40E5-E78C-4877-BC15-9AA9A302930E}" type="parTrans" cxnId="{74DABD33-4A24-4F66-B6D2-5B97738132BD}">
      <dgm:prSet/>
      <dgm:spPr/>
      <dgm:t>
        <a:bodyPr/>
        <a:lstStyle/>
        <a:p>
          <a:endParaRPr lang="en-US"/>
        </a:p>
      </dgm:t>
    </dgm:pt>
    <dgm:pt modelId="{0F18D8B1-E34E-4C2C-86BF-66C8DEBF9115}" type="sibTrans" cxnId="{74DABD33-4A24-4F66-B6D2-5B97738132BD}">
      <dgm:prSet/>
      <dgm:spPr/>
      <dgm:t>
        <a:bodyPr/>
        <a:lstStyle/>
        <a:p>
          <a:endParaRPr lang="en-US"/>
        </a:p>
      </dgm:t>
    </dgm:pt>
    <dgm:pt modelId="{F018BA1E-D108-4E9E-8960-9E0C5EA79FD1}">
      <dgm:prSet/>
      <dgm:spPr/>
      <dgm:t>
        <a:bodyPr/>
        <a:lstStyle/>
        <a:p>
          <a:r>
            <a:rPr lang="en-US"/>
            <a:t>Cyberattacks</a:t>
          </a:r>
        </a:p>
      </dgm:t>
    </dgm:pt>
    <dgm:pt modelId="{CF952E36-70D4-4DED-B27F-AE9E443AFEB4}" type="parTrans" cxnId="{760EC120-040C-47F5-83E5-7C05EEE9DF0B}">
      <dgm:prSet/>
      <dgm:spPr/>
      <dgm:t>
        <a:bodyPr/>
        <a:lstStyle/>
        <a:p>
          <a:endParaRPr lang="en-US"/>
        </a:p>
      </dgm:t>
    </dgm:pt>
    <dgm:pt modelId="{C218B214-092A-410D-BEDD-87C027C90FE3}" type="sibTrans" cxnId="{760EC120-040C-47F5-83E5-7C05EEE9DF0B}">
      <dgm:prSet/>
      <dgm:spPr/>
      <dgm:t>
        <a:bodyPr/>
        <a:lstStyle/>
        <a:p>
          <a:endParaRPr lang="en-US"/>
        </a:p>
      </dgm:t>
    </dgm:pt>
    <dgm:pt modelId="{774D0AB2-2EAF-4D88-830D-6CE1F6DA6B04}">
      <dgm:prSet/>
      <dgm:spPr/>
      <dgm:t>
        <a:bodyPr/>
        <a:lstStyle/>
        <a:p>
          <a:r>
            <a:rPr lang="en-US"/>
            <a:t>Insider Threats</a:t>
          </a:r>
        </a:p>
      </dgm:t>
    </dgm:pt>
    <dgm:pt modelId="{BF4683CD-B5B2-4941-BC74-214C6E35FC61}" type="parTrans" cxnId="{2C8A91CC-00B3-4373-B5D2-CB3EE72CD241}">
      <dgm:prSet/>
      <dgm:spPr/>
      <dgm:t>
        <a:bodyPr/>
        <a:lstStyle/>
        <a:p>
          <a:endParaRPr lang="en-US"/>
        </a:p>
      </dgm:t>
    </dgm:pt>
    <dgm:pt modelId="{989D846D-54A6-4D35-8D4C-B56F946D0670}" type="sibTrans" cxnId="{2C8A91CC-00B3-4373-B5D2-CB3EE72CD241}">
      <dgm:prSet/>
      <dgm:spPr/>
      <dgm:t>
        <a:bodyPr/>
        <a:lstStyle/>
        <a:p>
          <a:endParaRPr lang="en-US"/>
        </a:p>
      </dgm:t>
    </dgm:pt>
    <dgm:pt modelId="{49082886-51E0-4B57-9E0D-F54BADC6CF73}">
      <dgm:prSet/>
      <dgm:spPr/>
      <dgm:t>
        <a:bodyPr/>
        <a:lstStyle/>
        <a:p>
          <a:r>
            <a:rPr lang="en-US"/>
            <a:t>Data Loss</a:t>
          </a:r>
        </a:p>
      </dgm:t>
    </dgm:pt>
    <dgm:pt modelId="{97B7593E-9C4D-4A8F-9A09-C17DC5593E6E}" type="parTrans" cxnId="{A1FCEE8F-5B0A-43C4-857F-5C99AAD39D56}">
      <dgm:prSet/>
      <dgm:spPr/>
      <dgm:t>
        <a:bodyPr/>
        <a:lstStyle/>
        <a:p>
          <a:endParaRPr lang="en-US"/>
        </a:p>
      </dgm:t>
    </dgm:pt>
    <dgm:pt modelId="{3ECAB734-F47C-494F-8BFF-D7269F461CE1}" type="sibTrans" cxnId="{A1FCEE8F-5B0A-43C4-857F-5C99AAD39D56}">
      <dgm:prSet/>
      <dgm:spPr/>
      <dgm:t>
        <a:bodyPr/>
        <a:lstStyle/>
        <a:p>
          <a:endParaRPr lang="en-US"/>
        </a:p>
      </dgm:t>
    </dgm:pt>
    <dgm:pt modelId="{401FB4C8-CB14-4D56-AFE9-899D6D5AD1ED}" type="pres">
      <dgm:prSet presAssocID="{478499CF-DFD4-4E41-A765-141D23B7A8EE}" presName="linear" presStyleCnt="0">
        <dgm:presLayoutVars>
          <dgm:animLvl val="lvl"/>
          <dgm:resizeHandles val="exact"/>
        </dgm:presLayoutVars>
      </dgm:prSet>
      <dgm:spPr/>
    </dgm:pt>
    <dgm:pt modelId="{6C510C6A-132C-427F-93DC-8802F816B8DF}" type="pres">
      <dgm:prSet presAssocID="{36281ACD-8FA9-4C95-A24F-7E68D53EF1E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6BED203-401B-4504-BBD5-3A9A09D7DA4B}" type="pres">
      <dgm:prSet presAssocID="{7CD45B11-59F8-42F4-B597-03FD6D8BD1B6}" presName="spacer" presStyleCnt="0"/>
      <dgm:spPr/>
    </dgm:pt>
    <dgm:pt modelId="{C6C9C59C-FAE3-468C-9A7B-EBBB1DED9D98}" type="pres">
      <dgm:prSet presAssocID="{39007A9C-5EAA-4405-9252-212AF0548E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A29810A-EBD1-4DAA-8F8F-B62DD4D8FA50}" type="pres">
      <dgm:prSet presAssocID="{0F18D8B1-E34E-4C2C-86BF-66C8DEBF9115}" presName="spacer" presStyleCnt="0"/>
      <dgm:spPr/>
    </dgm:pt>
    <dgm:pt modelId="{54090E9A-F8CB-4C3B-923C-F42745774BB3}" type="pres">
      <dgm:prSet presAssocID="{F018BA1E-D108-4E9E-8960-9E0C5EA79FD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5593409-18C8-471E-A2D6-C9E15F6FE085}" type="pres">
      <dgm:prSet presAssocID="{C218B214-092A-410D-BEDD-87C027C90FE3}" presName="spacer" presStyleCnt="0"/>
      <dgm:spPr/>
    </dgm:pt>
    <dgm:pt modelId="{CB58C443-D07B-46FE-84D7-3A54C8561420}" type="pres">
      <dgm:prSet presAssocID="{774D0AB2-2EAF-4D88-830D-6CE1F6DA6B0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8F876D-8447-43CB-9D3C-15F43DE82E12}" type="pres">
      <dgm:prSet presAssocID="{989D846D-54A6-4D35-8D4C-B56F946D0670}" presName="spacer" presStyleCnt="0"/>
      <dgm:spPr/>
    </dgm:pt>
    <dgm:pt modelId="{CBE3E186-673C-41D1-8C23-CF074E37A34F}" type="pres">
      <dgm:prSet presAssocID="{49082886-51E0-4B57-9E0D-F54BADC6CF7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3E49902-A1CE-47EC-9FF3-DD29E96B6CA9}" type="presOf" srcId="{49082886-51E0-4B57-9E0D-F54BADC6CF73}" destId="{CBE3E186-673C-41D1-8C23-CF074E37A34F}" srcOrd="0" destOrd="0" presId="urn:microsoft.com/office/officeart/2005/8/layout/vList2"/>
    <dgm:cxn modelId="{760EC120-040C-47F5-83E5-7C05EEE9DF0B}" srcId="{478499CF-DFD4-4E41-A765-141D23B7A8EE}" destId="{F018BA1E-D108-4E9E-8960-9E0C5EA79FD1}" srcOrd="2" destOrd="0" parTransId="{CF952E36-70D4-4DED-B27F-AE9E443AFEB4}" sibTransId="{C218B214-092A-410D-BEDD-87C027C90FE3}"/>
    <dgm:cxn modelId="{32EEF331-60F0-49D5-A4E0-F674B952983B}" type="presOf" srcId="{F018BA1E-D108-4E9E-8960-9E0C5EA79FD1}" destId="{54090E9A-F8CB-4C3B-923C-F42745774BB3}" srcOrd="0" destOrd="0" presId="urn:microsoft.com/office/officeart/2005/8/layout/vList2"/>
    <dgm:cxn modelId="{74DABD33-4A24-4F66-B6D2-5B97738132BD}" srcId="{478499CF-DFD4-4E41-A765-141D23B7A8EE}" destId="{39007A9C-5EAA-4405-9252-212AF0548E12}" srcOrd="1" destOrd="0" parTransId="{4FFE40E5-E78C-4877-BC15-9AA9A302930E}" sibTransId="{0F18D8B1-E34E-4C2C-86BF-66C8DEBF9115}"/>
    <dgm:cxn modelId="{64F45865-A9B0-4CE0-9D13-FB92165ECD7E}" srcId="{478499CF-DFD4-4E41-A765-141D23B7A8EE}" destId="{36281ACD-8FA9-4C95-A24F-7E68D53EF1E0}" srcOrd="0" destOrd="0" parTransId="{3EA66A49-245C-47DB-9C3E-BA83EB4A4314}" sibTransId="{7CD45B11-59F8-42F4-B597-03FD6D8BD1B6}"/>
    <dgm:cxn modelId="{A1FCEE8F-5B0A-43C4-857F-5C99AAD39D56}" srcId="{478499CF-DFD4-4E41-A765-141D23B7A8EE}" destId="{49082886-51E0-4B57-9E0D-F54BADC6CF73}" srcOrd="4" destOrd="0" parTransId="{97B7593E-9C4D-4A8F-9A09-C17DC5593E6E}" sibTransId="{3ECAB734-F47C-494F-8BFF-D7269F461CE1}"/>
    <dgm:cxn modelId="{CD7EBA9F-9F45-4C11-8CF9-6C0F6E94000D}" type="presOf" srcId="{39007A9C-5EAA-4405-9252-212AF0548E12}" destId="{C6C9C59C-FAE3-468C-9A7B-EBBB1DED9D98}" srcOrd="0" destOrd="0" presId="urn:microsoft.com/office/officeart/2005/8/layout/vList2"/>
    <dgm:cxn modelId="{9ABDBCAA-E262-4A00-822D-503FDD4792D5}" type="presOf" srcId="{36281ACD-8FA9-4C95-A24F-7E68D53EF1E0}" destId="{6C510C6A-132C-427F-93DC-8802F816B8DF}" srcOrd="0" destOrd="0" presId="urn:microsoft.com/office/officeart/2005/8/layout/vList2"/>
    <dgm:cxn modelId="{FEBA7AAE-C410-4711-A63D-D2F8FED1E223}" type="presOf" srcId="{478499CF-DFD4-4E41-A765-141D23B7A8EE}" destId="{401FB4C8-CB14-4D56-AFE9-899D6D5AD1ED}" srcOrd="0" destOrd="0" presId="urn:microsoft.com/office/officeart/2005/8/layout/vList2"/>
    <dgm:cxn modelId="{2C8A91CC-00B3-4373-B5D2-CB3EE72CD241}" srcId="{478499CF-DFD4-4E41-A765-141D23B7A8EE}" destId="{774D0AB2-2EAF-4D88-830D-6CE1F6DA6B04}" srcOrd="3" destOrd="0" parTransId="{BF4683CD-B5B2-4941-BC74-214C6E35FC61}" sibTransId="{989D846D-54A6-4D35-8D4C-B56F946D0670}"/>
    <dgm:cxn modelId="{8C3A84EA-35DF-4178-A289-BF5792FA340B}" type="presOf" srcId="{774D0AB2-2EAF-4D88-830D-6CE1F6DA6B04}" destId="{CB58C443-D07B-46FE-84D7-3A54C8561420}" srcOrd="0" destOrd="0" presId="urn:microsoft.com/office/officeart/2005/8/layout/vList2"/>
    <dgm:cxn modelId="{E32AB8A8-B9DE-4D5D-9959-02E1AD40073F}" type="presParOf" srcId="{401FB4C8-CB14-4D56-AFE9-899D6D5AD1ED}" destId="{6C510C6A-132C-427F-93DC-8802F816B8DF}" srcOrd="0" destOrd="0" presId="urn:microsoft.com/office/officeart/2005/8/layout/vList2"/>
    <dgm:cxn modelId="{FDEBF9A6-21F8-4F36-887D-921D024AACA7}" type="presParOf" srcId="{401FB4C8-CB14-4D56-AFE9-899D6D5AD1ED}" destId="{A6BED203-401B-4504-BBD5-3A9A09D7DA4B}" srcOrd="1" destOrd="0" presId="urn:microsoft.com/office/officeart/2005/8/layout/vList2"/>
    <dgm:cxn modelId="{4EE8B342-DE54-46B0-BD62-F636D4808636}" type="presParOf" srcId="{401FB4C8-CB14-4D56-AFE9-899D6D5AD1ED}" destId="{C6C9C59C-FAE3-468C-9A7B-EBBB1DED9D98}" srcOrd="2" destOrd="0" presId="urn:microsoft.com/office/officeart/2005/8/layout/vList2"/>
    <dgm:cxn modelId="{E0C18ADE-0D4F-4346-A8A6-30229B82F3FD}" type="presParOf" srcId="{401FB4C8-CB14-4D56-AFE9-899D6D5AD1ED}" destId="{EA29810A-EBD1-4DAA-8F8F-B62DD4D8FA50}" srcOrd="3" destOrd="0" presId="urn:microsoft.com/office/officeart/2005/8/layout/vList2"/>
    <dgm:cxn modelId="{C8E19532-244F-4D01-ADE6-B5F6EB834E0E}" type="presParOf" srcId="{401FB4C8-CB14-4D56-AFE9-899D6D5AD1ED}" destId="{54090E9A-F8CB-4C3B-923C-F42745774BB3}" srcOrd="4" destOrd="0" presId="urn:microsoft.com/office/officeart/2005/8/layout/vList2"/>
    <dgm:cxn modelId="{027F96B3-40F9-4DBC-84B6-34D85D8C903B}" type="presParOf" srcId="{401FB4C8-CB14-4D56-AFE9-899D6D5AD1ED}" destId="{45593409-18C8-471E-A2D6-C9E15F6FE085}" srcOrd="5" destOrd="0" presId="urn:microsoft.com/office/officeart/2005/8/layout/vList2"/>
    <dgm:cxn modelId="{5969BBDE-4102-482F-A365-4BC191C22114}" type="presParOf" srcId="{401FB4C8-CB14-4D56-AFE9-899D6D5AD1ED}" destId="{CB58C443-D07B-46FE-84D7-3A54C8561420}" srcOrd="6" destOrd="0" presId="urn:microsoft.com/office/officeart/2005/8/layout/vList2"/>
    <dgm:cxn modelId="{34B2AC55-F940-4BC2-B975-9CCBEAC71CAC}" type="presParOf" srcId="{401FB4C8-CB14-4D56-AFE9-899D6D5AD1ED}" destId="{6E8F876D-8447-43CB-9D3C-15F43DE82E12}" srcOrd="7" destOrd="0" presId="urn:microsoft.com/office/officeart/2005/8/layout/vList2"/>
    <dgm:cxn modelId="{ACDA6991-0EDA-4F42-AAFC-960F1224B5B1}" type="presParOf" srcId="{401FB4C8-CB14-4D56-AFE9-899D6D5AD1ED}" destId="{CBE3E186-673C-41D1-8C23-CF074E37A34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B212D18-228C-4677-A9CD-8CF86128C1A5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E444DB-359B-4463-B804-CDB8DEC68085}">
      <dgm:prSet/>
      <dgm:spPr/>
      <dgm:t>
        <a:bodyPr/>
        <a:lstStyle/>
        <a:p>
          <a:r>
            <a:rPr lang="en-US"/>
            <a:t>Technology</a:t>
          </a:r>
        </a:p>
      </dgm:t>
    </dgm:pt>
    <dgm:pt modelId="{21AF0BD2-4960-4D39-A5C5-E827685271C7}" type="parTrans" cxnId="{C1662FA0-8BE7-43C2-8152-5067DCE3F930}">
      <dgm:prSet/>
      <dgm:spPr/>
      <dgm:t>
        <a:bodyPr/>
        <a:lstStyle/>
        <a:p>
          <a:endParaRPr lang="en-US"/>
        </a:p>
      </dgm:t>
    </dgm:pt>
    <dgm:pt modelId="{D0F6088F-EF24-4F6B-B305-8AC59C5C9D1F}" type="sibTrans" cxnId="{C1662FA0-8BE7-43C2-8152-5067DCE3F930}">
      <dgm:prSet/>
      <dgm:spPr/>
      <dgm:t>
        <a:bodyPr/>
        <a:lstStyle/>
        <a:p>
          <a:endParaRPr lang="en-US"/>
        </a:p>
      </dgm:t>
    </dgm:pt>
    <dgm:pt modelId="{A4708D3F-1570-4328-B8DF-DEE111F3F35D}">
      <dgm:prSet/>
      <dgm:spPr/>
      <dgm:t>
        <a:bodyPr/>
        <a:lstStyle/>
        <a:p>
          <a:r>
            <a:rPr lang="en-US"/>
            <a:t>Processes and Policies</a:t>
          </a:r>
        </a:p>
      </dgm:t>
    </dgm:pt>
    <dgm:pt modelId="{C2EC50DD-2334-4080-BEE1-BF7565ABDAF0}" type="parTrans" cxnId="{5F10F3BA-8F7D-40B2-8838-87BEF39F0918}">
      <dgm:prSet/>
      <dgm:spPr/>
      <dgm:t>
        <a:bodyPr/>
        <a:lstStyle/>
        <a:p>
          <a:endParaRPr lang="en-US"/>
        </a:p>
      </dgm:t>
    </dgm:pt>
    <dgm:pt modelId="{A8DB9454-AF7F-471B-ADE6-13B39CFEC372}" type="sibTrans" cxnId="{5F10F3BA-8F7D-40B2-8838-87BEF39F0918}">
      <dgm:prSet/>
      <dgm:spPr/>
      <dgm:t>
        <a:bodyPr/>
        <a:lstStyle/>
        <a:p>
          <a:endParaRPr lang="en-US"/>
        </a:p>
      </dgm:t>
    </dgm:pt>
    <dgm:pt modelId="{32783C9D-77FC-4D58-B36F-030AFC8568F7}">
      <dgm:prSet/>
      <dgm:spPr/>
      <dgm:t>
        <a:bodyPr/>
        <a:lstStyle/>
        <a:p>
          <a:r>
            <a:rPr lang="en-US"/>
            <a:t>People</a:t>
          </a:r>
        </a:p>
      </dgm:t>
    </dgm:pt>
    <dgm:pt modelId="{A4129BDB-DE0E-40EE-A2FC-3FB9340CD196}" type="parTrans" cxnId="{8AB33F90-146D-4076-9CFD-EB674B29E47C}">
      <dgm:prSet/>
      <dgm:spPr/>
      <dgm:t>
        <a:bodyPr/>
        <a:lstStyle/>
        <a:p>
          <a:endParaRPr lang="en-US"/>
        </a:p>
      </dgm:t>
    </dgm:pt>
    <dgm:pt modelId="{9B905CCA-2C3F-45FA-AE05-9EC8C436B211}" type="sibTrans" cxnId="{8AB33F90-146D-4076-9CFD-EB674B29E47C}">
      <dgm:prSet/>
      <dgm:spPr/>
      <dgm:t>
        <a:bodyPr/>
        <a:lstStyle/>
        <a:p>
          <a:endParaRPr lang="en-US"/>
        </a:p>
      </dgm:t>
    </dgm:pt>
    <dgm:pt modelId="{2D896FF8-A487-4991-A80A-44F2FCFF711A}" type="pres">
      <dgm:prSet presAssocID="{7B212D18-228C-4677-A9CD-8CF86128C1A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60BC916-44D4-4715-8C40-69FEE08CBAE7}" type="pres">
      <dgm:prSet presAssocID="{2BE444DB-359B-4463-B804-CDB8DEC68085}" presName="root" presStyleCnt="0"/>
      <dgm:spPr/>
    </dgm:pt>
    <dgm:pt modelId="{3E2E1E5A-46B5-4D10-A0B1-A3E3FEB23884}" type="pres">
      <dgm:prSet presAssocID="{2BE444DB-359B-4463-B804-CDB8DEC68085}" presName="rootComposite" presStyleCnt="0"/>
      <dgm:spPr/>
    </dgm:pt>
    <dgm:pt modelId="{E7851E4B-9F21-429D-BE26-D4A7EC4E965A}" type="pres">
      <dgm:prSet presAssocID="{2BE444DB-359B-4463-B804-CDB8DEC68085}" presName="rootText" presStyleLbl="node1" presStyleIdx="0" presStyleCnt="3"/>
      <dgm:spPr/>
    </dgm:pt>
    <dgm:pt modelId="{A702074C-5D3A-4D8C-92E0-B06E8272FE7D}" type="pres">
      <dgm:prSet presAssocID="{2BE444DB-359B-4463-B804-CDB8DEC68085}" presName="rootConnector" presStyleLbl="node1" presStyleIdx="0" presStyleCnt="3"/>
      <dgm:spPr/>
    </dgm:pt>
    <dgm:pt modelId="{FF884607-EB3B-46AE-9E4F-DB9DE27C4C8D}" type="pres">
      <dgm:prSet presAssocID="{2BE444DB-359B-4463-B804-CDB8DEC68085}" presName="childShape" presStyleCnt="0"/>
      <dgm:spPr/>
    </dgm:pt>
    <dgm:pt modelId="{BE2E4E77-3B19-4F9D-9206-EB0F6BB44F72}" type="pres">
      <dgm:prSet presAssocID="{A4708D3F-1570-4328-B8DF-DEE111F3F35D}" presName="root" presStyleCnt="0"/>
      <dgm:spPr/>
    </dgm:pt>
    <dgm:pt modelId="{E3E1B908-1A8C-4E9A-8C04-DADBFF7BE2BB}" type="pres">
      <dgm:prSet presAssocID="{A4708D3F-1570-4328-B8DF-DEE111F3F35D}" presName="rootComposite" presStyleCnt="0"/>
      <dgm:spPr/>
    </dgm:pt>
    <dgm:pt modelId="{9F4F2373-92E3-42F6-AB39-235F0E12DFB5}" type="pres">
      <dgm:prSet presAssocID="{A4708D3F-1570-4328-B8DF-DEE111F3F35D}" presName="rootText" presStyleLbl="node1" presStyleIdx="1" presStyleCnt="3"/>
      <dgm:spPr/>
    </dgm:pt>
    <dgm:pt modelId="{78DB5DE6-4EC5-425D-B666-00172402B2D3}" type="pres">
      <dgm:prSet presAssocID="{A4708D3F-1570-4328-B8DF-DEE111F3F35D}" presName="rootConnector" presStyleLbl="node1" presStyleIdx="1" presStyleCnt="3"/>
      <dgm:spPr/>
    </dgm:pt>
    <dgm:pt modelId="{9A83F16C-E548-4187-8F38-384E94E7A194}" type="pres">
      <dgm:prSet presAssocID="{A4708D3F-1570-4328-B8DF-DEE111F3F35D}" presName="childShape" presStyleCnt="0"/>
      <dgm:spPr/>
    </dgm:pt>
    <dgm:pt modelId="{9EB5FA42-23CA-4144-AE67-36F13962DC23}" type="pres">
      <dgm:prSet presAssocID="{32783C9D-77FC-4D58-B36F-030AFC8568F7}" presName="root" presStyleCnt="0"/>
      <dgm:spPr/>
    </dgm:pt>
    <dgm:pt modelId="{726DC11E-4ECB-4FE0-B6A7-75205C27F1CF}" type="pres">
      <dgm:prSet presAssocID="{32783C9D-77FC-4D58-B36F-030AFC8568F7}" presName="rootComposite" presStyleCnt="0"/>
      <dgm:spPr/>
    </dgm:pt>
    <dgm:pt modelId="{B4C729D6-BB85-415A-B9D0-1E5D2EE19D46}" type="pres">
      <dgm:prSet presAssocID="{32783C9D-77FC-4D58-B36F-030AFC8568F7}" presName="rootText" presStyleLbl="node1" presStyleIdx="2" presStyleCnt="3"/>
      <dgm:spPr/>
    </dgm:pt>
    <dgm:pt modelId="{DBF45349-C8CE-419B-8275-972749146F38}" type="pres">
      <dgm:prSet presAssocID="{32783C9D-77FC-4D58-B36F-030AFC8568F7}" presName="rootConnector" presStyleLbl="node1" presStyleIdx="2" presStyleCnt="3"/>
      <dgm:spPr/>
    </dgm:pt>
    <dgm:pt modelId="{CEFB85FE-F870-4006-956B-98F16C77729F}" type="pres">
      <dgm:prSet presAssocID="{32783C9D-77FC-4D58-B36F-030AFC8568F7}" presName="childShape" presStyleCnt="0"/>
      <dgm:spPr/>
    </dgm:pt>
  </dgm:ptLst>
  <dgm:cxnLst>
    <dgm:cxn modelId="{6A6F2641-2758-42C8-B5C6-7CD4C541333A}" type="presOf" srcId="{A4708D3F-1570-4328-B8DF-DEE111F3F35D}" destId="{9F4F2373-92E3-42F6-AB39-235F0E12DFB5}" srcOrd="0" destOrd="0" presId="urn:microsoft.com/office/officeart/2005/8/layout/hierarchy3"/>
    <dgm:cxn modelId="{F5DDAC50-4F28-4F1B-8EAD-4239F0E4A2E5}" type="presOf" srcId="{A4708D3F-1570-4328-B8DF-DEE111F3F35D}" destId="{78DB5DE6-4EC5-425D-B666-00172402B2D3}" srcOrd="1" destOrd="0" presId="urn:microsoft.com/office/officeart/2005/8/layout/hierarchy3"/>
    <dgm:cxn modelId="{D6748D8C-4D73-434B-ACB8-8F3D00A8E55E}" type="presOf" srcId="{32783C9D-77FC-4D58-B36F-030AFC8568F7}" destId="{B4C729D6-BB85-415A-B9D0-1E5D2EE19D46}" srcOrd="0" destOrd="0" presId="urn:microsoft.com/office/officeart/2005/8/layout/hierarchy3"/>
    <dgm:cxn modelId="{8AB33F90-146D-4076-9CFD-EB674B29E47C}" srcId="{7B212D18-228C-4677-A9CD-8CF86128C1A5}" destId="{32783C9D-77FC-4D58-B36F-030AFC8568F7}" srcOrd="2" destOrd="0" parTransId="{A4129BDB-DE0E-40EE-A2FC-3FB9340CD196}" sibTransId="{9B905CCA-2C3F-45FA-AE05-9EC8C436B211}"/>
    <dgm:cxn modelId="{C1662FA0-8BE7-43C2-8152-5067DCE3F930}" srcId="{7B212D18-228C-4677-A9CD-8CF86128C1A5}" destId="{2BE444DB-359B-4463-B804-CDB8DEC68085}" srcOrd="0" destOrd="0" parTransId="{21AF0BD2-4960-4D39-A5C5-E827685271C7}" sibTransId="{D0F6088F-EF24-4F6B-B305-8AC59C5C9D1F}"/>
    <dgm:cxn modelId="{5F10F3BA-8F7D-40B2-8838-87BEF39F0918}" srcId="{7B212D18-228C-4677-A9CD-8CF86128C1A5}" destId="{A4708D3F-1570-4328-B8DF-DEE111F3F35D}" srcOrd="1" destOrd="0" parTransId="{C2EC50DD-2334-4080-BEE1-BF7565ABDAF0}" sibTransId="{A8DB9454-AF7F-471B-ADE6-13B39CFEC372}"/>
    <dgm:cxn modelId="{E8DB23BC-417A-4E55-8A3F-5BCDF7A9FEE0}" type="presOf" srcId="{2BE444DB-359B-4463-B804-CDB8DEC68085}" destId="{A702074C-5D3A-4D8C-92E0-B06E8272FE7D}" srcOrd="1" destOrd="0" presId="urn:microsoft.com/office/officeart/2005/8/layout/hierarchy3"/>
    <dgm:cxn modelId="{FB7ABACB-F07A-42DB-A664-6F88C499C9F1}" type="presOf" srcId="{32783C9D-77FC-4D58-B36F-030AFC8568F7}" destId="{DBF45349-C8CE-419B-8275-972749146F38}" srcOrd="1" destOrd="0" presId="urn:microsoft.com/office/officeart/2005/8/layout/hierarchy3"/>
    <dgm:cxn modelId="{A347A0E0-E295-4536-BFF3-2C1FDC86B505}" type="presOf" srcId="{2BE444DB-359B-4463-B804-CDB8DEC68085}" destId="{E7851E4B-9F21-429D-BE26-D4A7EC4E965A}" srcOrd="0" destOrd="0" presId="urn:microsoft.com/office/officeart/2005/8/layout/hierarchy3"/>
    <dgm:cxn modelId="{19A837FC-60B9-4D29-AF23-B4B4B5BC713E}" type="presOf" srcId="{7B212D18-228C-4677-A9CD-8CF86128C1A5}" destId="{2D896FF8-A487-4991-A80A-44F2FCFF711A}" srcOrd="0" destOrd="0" presId="urn:microsoft.com/office/officeart/2005/8/layout/hierarchy3"/>
    <dgm:cxn modelId="{AD3E1A18-E6C5-4900-8BC1-3A14AE31A171}" type="presParOf" srcId="{2D896FF8-A487-4991-A80A-44F2FCFF711A}" destId="{A60BC916-44D4-4715-8C40-69FEE08CBAE7}" srcOrd="0" destOrd="0" presId="urn:microsoft.com/office/officeart/2005/8/layout/hierarchy3"/>
    <dgm:cxn modelId="{73E4953E-B796-42DC-A5E3-835B141D2FDA}" type="presParOf" srcId="{A60BC916-44D4-4715-8C40-69FEE08CBAE7}" destId="{3E2E1E5A-46B5-4D10-A0B1-A3E3FEB23884}" srcOrd="0" destOrd="0" presId="urn:microsoft.com/office/officeart/2005/8/layout/hierarchy3"/>
    <dgm:cxn modelId="{E6BEB4F2-EA73-4C5F-8387-D933AE8B6341}" type="presParOf" srcId="{3E2E1E5A-46B5-4D10-A0B1-A3E3FEB23884}" destId="{E7851E4B-9F21-429D-BE26-D4A7EC4E965A}" srcOrd="0" destOrd="0" presId="urn:microsoft.com/office/officeart/2005/8/layout/hierarchy3"/>
    <dgm:cxn modelId="{BAEC693A-A561-487A-9501-536FEEFD938A}" type="presParOf" srcId="{3E2E1E5A-46B5-4D10-A0B1-A3E3FEB23884}" destId="{A702074C-5D3A-4D8C-92E0-B06E8272FE7D}" srcOrd="1" destOrd="0" presId="urn:microsoft.com/office/officeart/2005/8/layout/hierarchy3"/>
    <dgm:cxn modelId="{4E9F6F4F-9713-4612-9AF2-222E8956AAFB}" type="presParOf" srcId="{A60BC916-44D4-4715-8C40-69FEE08CBAE7}" destId="{FF884607-EB3B-46AE-9E4F-DB9DE27C4C8D}" srcOrd="1" destOrd="0" presId="urn:microsoft.com/office/officeart/2005/8/layout/hierarchy3"/>
    <dgm:cxn modelId="{17BE87E4-50BA-4FA2-9603-845CF5C781CE}" type="presParOf" srcId="{2D896FF8-A487-4991-A80A-44F2FCFF711A}" destId="{BE2E4E77-3B19-4F9D-9206-EB0F6BB44F72}" srcOrd="1" destOrd="0" presId="urn:microsoft.com/office/officeart/2005/8/layout/hierarchy3"/>
    <dgm:cxn modelId="{AE2C2DF1-57E8-422A-A6E4-F040D3DDC15D}" type="presParOf" srcId="{BE2E4E77-3B19-4F9D-9206-EB0F6BB44F72}" destId="{E3E1B908-1A8C-4E9A-8C04-DADBFF7BE2BB}" srcOrd="0" destOrd="0" presId="urn:microsoft.com/office/officeart/2005/8/layout/hierarchy3"/>
    <dgm:cxn modelId="{805068CA-4313-4D86-8570-35A9DD6EA802}" type="presParOf" srcId="{E3E1B908-1A8C-4E9A-8C04-DADBFF7BE2BB}" destId="{9F4F2373-92E3-42F6-AB39-235F0E12DFB5}" srcOrd="0" destOrd="0" presId="urn:microsoft.com/office/officeart/2005/8/layout/hierarchy3"/>
    <dgm:cxn modelId="{C3AEA1A3-F18B-4E66-BC08-9D1440C2C934}" type="presParOf" srcId="{E3E1B908-1A8C-4E9A-8C04-DADBFF7BE2BB}" destId="{78DB5DE6-4EC5-425D-B666-00172402B2D3}" srcOrd="1" destOrd="0" presId="urn:microsoft.com/office/officeart/2005/8/layout/hierarchy3"/>
    <dgm:cxn modelId="{A200C9E8-1AB1-44E4-8579-96A05C4927FA}" type="presParOf" srcId="{BE2E4E77-3B19-4F9D-9206-EB0F6BB44F72}" destId="{9A83F16C-E548-4187-8F38-384E94E7A194}" srcOrd="1" destOrd="0" presId="urn:microsoft.com/office/officeart/2005/8/layout/hierarchy3"/>
    <dgm:cxn modelId="{F7DAC823-B001-4D27-A6CE-8CEDFF49127D}" type="presParOf" srcId="{2D896FF8-A487-4991-A80A-44F2FCFF711A}" destId="{9EB5FA42-23CA-4144-AE67-36F13962DC23}" srcOrd="2" destOrd="0" presId="urn:microsoft.com/office/officeart/2005/8/layout/hierarchy3"/>
    <dgm:cxn modelId="{C9333E7B-DFC8-47A4-91FD-AB07026AF36D}" type="presParOf" srcId="{9EB5FA42-23CA-4144-AE67-36F13962DC23}" destId="{726DC11E-4ECB-4FE0-B6A7-75205C27F1CF}" srcOrd="0" destOrd="0" presId="urn:microsoft.com/office/officeart/2005/8/layout/hierarchy3"/>
    <dgm:cxn modelId="{764BA833-DAAB-4CCE-81DF-BC87CA2C2E95}" type="presParOf" srcId="{726DC11E-4ECB-4FE0-B6A7-75205C27F1CF}" destId="{B4C729D6-BB85-415A-B9D0-1E5D2EE19D46}" srcOrd="0" destOrd="0" presId="urn:microsoft.com/office/officeart/2005/8/layout/hierarchy3"/>
    <dgm:cxn modelId="{3E3DA046-2137-4ADC-9682-0AD870E87A36}" type="presParOf" srcId="{726DC11E-4ECB-4FE0-B6A7-75205C27F1CF}" destId="{DBF45349-C8CE-419B-8275-972749146F38}" srcOrd="1" destOrd="0" presId="urn:microsoft.com/office/officeart/2005/8/layout/hierarchy3"/>
    <dgm:cxn modelId="{A2964174-FBE4-4143-9BCD-6B0FB6BAD1FD}" type="presParOf" srcId="{9EB5FA42-23CA-4144-AE67-36F13962DC23}" destId="{CEFB85FE-F870-4006-956B-98F16C77729F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07DB5-C1C1-4EA9-8F99-BAE2848D97D6}">
      <dsp:nvSpPr>
        <dsp:cNvPr id="0" name=""/>
        <dsp:cNvSpPr/>
      </dsp:nvSpPr>
      <dsp:spPr>
        <a:xfrm rot="5400000">
          <a:off x="3115796" y="-685678"/>
          <a:ext cx="2002833" cy="387502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Customer email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Log of website visits</a:t>
          </a:r>
        </a:p>
      </dsp:txBody>
      <dsp:txXfrm rot="-5400000">
        <a:off x="2179701" y="348187"/>
        <a:ext cx="3777254" cy="1807293"/>
      </dsp:txXfrm>
    </dsp:sp>
    <dsp:sp modelId="{8232518C-3FD2-4333-92C7-CB3C5C21FF59}">
      <dsp:nvSpPr>
        <dsp:cNvPr id="0" name=""/>
        <dsp:cNvSpPr/>
      </dsp:nvSpPr>
      <dsp:spPr>
        <a:xfrm>
          <a:off x="0" y="62"/>
          <a:ext cx="2179701" cy="250354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</a:t>
          </a:r>
        </a:p>
      </dsp:txBody>
      <dsp:txXfrm>
        <a:off x="106404" y="106466"/>
        <a:ext cx="1966893" cy="2290734"/>
      </dsp:txXfrm>
    </dsp:sp>
    <dsp:sp modelId="{2BD334B6-A52F-4FF0-B2C0-47C25B8B63E5}">
      <dsp:nvSpPr>
        <dsp:cNvPr id="0" name=""/>
        <dsp:cNvSpPr/>
      </dsp:nvSpPr>
      <dsp:spPr>
        <a:xfrm rot="5400000">
          <a:off x="3115796" y="1943041"/>
          <a:ext cx="2002833" cy="387502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Raw Data -&gt; Processed -&gt; Information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Value+++++</a:t>
          </a:r>
        </a:p>
      </dsp:txBody>
      <dsp:txXfrm rot="-5400000">
        <a:off x="2179701" y="2976906"/>
        <a:ext cx="3777254" cy="1807293"/>
      </dsp:txXfrm>
    </dsp:sp>
    <dsp:sp modelId="{9E8F2DA9-D58A-443E-9295-0905E9840031}">
      <dsp:nvSpPr>
        <dsp:cNvPr id="0" name=""/>
        <dsp:cNvSpPr/>
      </dsp:nvSpPr>
      <dsp:spPr>
        <a:xfrm>
          <a:off x="0" y="2628782"/>
          <a:ext cx="2179701" cy="250354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Information as an Asset</a:t>
          </a:r>
        </a:p>
      </dsp:txBody>
      <dsp:txXfrm>
        <a:off x="106404" y="2735186"/>
        <a:ext cx="1966893" cy="2290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42B7BA-FB53-4C3E-ABC7-6505A3DE6365}">
      <dsp:nvSpPr>
        <dsp:cNvPr id="0" name=""/>
        <dsp:cNvSpPr/>
      </dsp:nvSpPr>
      <dsp:spPr>
        <a:xfrm>
          <a:off x="0" y="355418"/>
          <a:ext cx="6451943" cy="19750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742" tIns="458216" rIns="50074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If loss or stolen will it cause business disruption?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Financial Loss?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Reputational Damage?</a:t>
          </a:r>
        </a:p>
      </dsp:txBody>
      <dsp:txXfrm>
        <a:off x="0" y="355418"/>
        <a:ext cx="6451943" cy="1975050"/>
      </dsp:txXfrm>
    </dsp:sp>
    <dsp:sp modelId="{EFC23B06-2C1E-4F8D-ABBC-610E5CE91524}">
      <dsp:nvSpPr>
        <dsp:cNvPr id="0" name=""/>
        <dsp:cNvSpPr/>
      </dsp:nvSpPr>
      <dsp:spPr>
        <a:xfrm>
          <a:off x="322597" y="30698"/>
          <a:ext cx="4516360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708" tIns="0" rIns="17070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Critical Data</a:t>
          </a:r>
        </a:p>
      </dsp:txBody>
      <dsp:txXfrm>
        <a:off x="354300" y="62401"/>
        <a:ext cx="4452954" cy="586034"/>
      </dsp:txXfrm>
    </dsp:sp>
    <dsp:sp modelId="{00589E05-7E08-4888-9347-B3BFD2EE3F29}">
      <dsp:nvSpPr>
        <dsp:cNvPr id="0" name=""/>
        <dsp:cNvSpPr/>
      </dsp:nvSpPr>
      <dsp:spPr>
        <a:xfrm>
          <a:off x="0" y="2773988"/>
          <a:ext cx="6451943" cy="1663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0742" tIns="458216" rIns="50074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Useful data but will not cause disruption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Historical Marketing Materials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Public data</a:t>
          </a:r>
        </a:p>
      </dsp:txBody>
      <dsp:txXfrm>
        <a:off x="0" y="2773988"/>
        <a:ext cx="6451943" cy="1663200"/>
      </dsp:txXfrm>
    </dsp:sp>
    <dsp:sp modelId="{D5783499-C35C-4FCD-9DC2-19692B89C679}">
      <dsp:nvSpPr>
        <dsp:cNvPr id="0" name=""/>
        <dsp:cNvSpPr/>
      </dsp:nvSpPr>
      <dsp:spPr>
        <a:xfrm>
          <a:off x="322597" y="2449268"/>
          <a:ext cx="4516360" cy="6494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708" tIns="0" rIns="170708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Non-Critical</a:t>
          </a:r>
        </a:p>
      </dsp:txBody>
      <dsp:txXfrm>
        <a:off x="354300" y="2480971"/>
        <a:ext cx="4452954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CB8DB-FBAE-48E3-BD83-69E0FE3273B1}">
      <dsp:nvSpPr>
        <dsp:cNvPr id="0" name=""/>
        <dsp:cNvSpPr/>
      </dsp:nvSpPr>
      <dsp:spPr>
        <a:xfrm>
          <a:off x="0" y="34133"/>
          <a:ext cx="6054725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Volume</a:t>
          </a:r>
        </a:p>
      </dsp:txBody>
      <dsp:txXfrm>
        <a:off x="28100" y="62233"/>
        <a:ext cx="5998525" cy="519439"/>
      </dsp:txXfrm>
    </dsp:sp>
    <dsp:sp modelId="{1A33607C-7BFF-491B-9AEC-D2EAB78E5370}">
      <dsp:nvSpPr>
        <dsp:cNvPr id="0" name=""/>
        <dsp:cNvSpPr/>
      </dsp:nvSpPr>
      <dsp:spPr>
        <a:xfrm>
          <a:off x="0" y="609773"/>
          <a:ext cx="6054725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3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Sheer quantity of the data? Size? Number of records</a:t>
          </a:r>
        </a:p>
      </dsp:txBody>
      <dsp:txXfrm>
        <a:off x="0" y="609773"/>
        <a:ext cx="6054725" cy="397440"/>
      </dsp:txXfrm>
    </dsp:sp>
    <dsp:sp modelId="{557EB0F6-6EFA-427F-B6CC-CF550BDC7009}">
      <dsp:nvSpPr>
        <dsp:cNvPr id="0" name=""/>
        <dsp:cNvSpPr/>
      </dsp:nvSpPr>
      <dsp:spPr>
        <a:xfrm>
          <a:off x="0" y="1007213"/>
          <a:ext cx="6054725" cy="575639"/>
        </a:xfrm>
        <a:prstGeom prst="roundRect">
          <a:avLst/>
        </a:prstGeom>
        <a:solidFill>
          <a:schemeClr val="accent5">
            <a:hueOff val="589196"/>
            <a:satOff val="-2817"/>
            <a:lumOff val="30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Velocity</a:t>
          </a:r>
        </a:p>
      </dsp:txBody>
      <dsp:txXfrm>
        <a:off x="28100" y="1035313"/>
        <a:ext cx="5998525" cy="519439"/>
      </dsp:txXfrm>
    </dsp:sp>
    <dsp:sp modelId="{EEBC1007-8383-431A-820D-04F75EA8B926}">
      <dsp:nvSpPr>
        <dsp:cNvPr id="0" name=""/>
        <dsp:cNvSpPr/>
      </dsp:nvSpPr>
      <dsp:spPr>
        <a:xfrm>
          <a:off x="0" y="1582853"/>
          <a:ext cx="6054725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3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Speed at which the data is generated, processed, and analyzed. </a:t>
          </a:r>
        </a:p>
      </dsp:txBody>
      <dsp:txXfrm>
        <a:off x="0" y="1582853"/>
        <a:ext cx="6054725" cy="596160"/>
      </dsp:txXfrm>
    </dsp:sp>
    <dsp:sp modelId="{87468A07-5090-43AB-9EED-49B11D7D58CC}">
      <dsp:nvSpPr>
        <dsp:cNvPr id="0" name=""/>
        <dsp:cNvSpPr/>
      </dsp:nvSpPr>
      <dsp:spPr>
        <a:xfrm>
          <a:off x="0" y="2179013"/>
          <a:ext cx="6054725" cy="575639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Variety</a:t>
          </a:r>
        </a:p>
      </dsp:txBody>
      <dsp:txXfrm>
        <a:off x="28100" y="2207113"/>
        <a:ext cx="5998525" cy="519439"/>
      </dsp:txXfrm>
    </dsp:sp>
    <dsp:sp modelId="{699A08E2-E6C0-4212-B77D-7F256501EECE}">
      <dsp:nvSpPr>
        <dsp:cNvPr id="0" name=""/>
        <dsp:cNvSpPr/>
      </dsp:nvSpPr>
      <dsp:spPr>
        <a:xfrm>
          <a:off x="0" y="2754653"/>
          <a:ext cx="6054725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3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Structured vs Unstructured data</a:t>
          </a:r>
        </a:p>
      </dsp:txBody>
      <dsp:txXfrm>
        <a:off x="0" y="2754653"/>
        <a:ext cx="6054725" cy="397440"/>
      </dsp:txXfrm>
    </dsp:sp>
    <dsp:sp modelId="{F8785AA6-F4A3-40E5-BD2A-B5B3502B8002}">
      <dsp:nvSpPr>
        <dsp:cNvPr id="0" name=""/>
        <dsp:cNvSpPr/>
      </dsp:nvSpPr>
      <dsp:spPr>
        <a:xfrm>
          <a:off x="0" y="3152093"/>
          <a:ext cx="6054725" cy="575639"/>
        </a:xfrm>
        <a:prstGeom prst="roundRect">
          <a:avLst/>
        </a:prstGeom>
        <a:solidFill>
          <a:schemeClr val="accent5">
            <a:hueOff val="1767588"/>
            <a:satOff val="-8452"/>
            <a:lumOff val="92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Veracity</a:t>
          </a:r>
        </a:p>
      </dsp:txBody>
      <dsp:txXfrm>
        <a:off x="28100" y="3180193"/>
        <a:ext cx="5998525" cy="519439"/>
      </dsp:txXfrm>
    </dsp:sp>
    <dsp:sp modelId="{452CA2A8-50D2-4852-9B1E-A4E5BE737EEB}">
      <dsp:nvSpPr>
        <dsp:cNvPr id="0" name=""/>
        <dsp:cNvSpPr/>
      </dsp:nvSpPr>
      <dsp:spPr>
        <a:xfrm>
          <a:off x="0" y="3727733"/>
          <a:ext cx="6054725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3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Quality, and Accuracy of the data.</a:t>
          </a:r>
        </a:p>
      </dsp:txBody>
      <dsp:txXfrm>
        <a:off x="0" y="3727733"/>
        <a:ext cx="6054725" cy="397440"/>
      </dsp:txXfrm>
    </dsp:sp>
    <dsp:sp modelId="{BA47956D-9E24-49FB-8EE4-68F7CF6E4D70}">
      <dsp:nvSpPr>
        <dsp:cNvPr id="0" name=""/>
        <dsp:cNvSpPr/>
      </dsp:nvSpPr>
      <dsp:spPr>
        <a:xfrm>
          <a:off x="0" y="4125173"/>
          <a:ext cx="6054725" cy="575639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Value</a:t>
          </a:r>
        </a:p>
      </dsp:txBody>
      <dsp:txXfrm>
        <a:off x="28100" y="4153273"/>
        <a:ext cx="5998525" cy="519439"/>
      </dsp:txXfrm>
    </dsp:sp>
    <dsp:sp modelId="{68F6D65B-AF38-42FB-BFAF-23C347C79332}">
      <dsp:nvSpPr>
        <dsp:cNvPr id="0" name=""/>
        <dsp:cNvSpPr/>
      </dsp:nvSpPr>
      <dsp:spPr>
        <a:xfrm>
          <a:off x="0" y="4700813"/>
          <a:ext cx="6054725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23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How valuable is it to the organization?</a:t>
          </a:r>
        </a:p>
      </dsp:txBody>
      <dsp:txXfrm>
        <a:off x="0" y="4700813"/>
        <a:ext cx="6054725" cy="3974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D07BC-00CB-4E20-822F-D5DA15C24E26}">
      <dsp:nvSpPr>
        <dsp:cNvPr id="0" name=""/>
        <dsp:cNvSpPr/>
      </dsp:nvSpPr>
      <dsp:spPr>
        <a:xfrm>
          <a:off x="607331" y="368734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DB695F-8E71-4831-8D6D-BC44524FD974}">
      <dsp:nvSpPr>
        <dsp:cNvPr id="0" name=""/>
        <dsp:cNvSpPr/>
      </dsp:nvSpPr>
      <dsp:spPr>
        <a:xfrm>
          <a:off x="98758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FCA77-2915-454D-AC2C-BE1CB561C8EC}">
      <dsp:nvSpPr>
        <dsp:cNvPr id="0" name=""/>
        <dsp:cNvSpPr/>
      </dsp:nvSpPr>
      <dsp:spPr>
        <a:xfrm>
          <a:off x="36956" y="2708734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Direct Sales/Licensing</a:t>
          </a:r>
        </a:p>
      </dsp:txBody>
      <dsp:txXfrm>
        <a:off x="36956" y="2708734"/>
        <a:ext cx="2925000" cy="720000"/>
      </dsp:txXfrm>
    </dsp:sp>
    <dsp:sp modelId="{4236949B-1E3B-4600-BBF1-BC17AF85DE72}">
      <dsp:nvSpPr>
        <dsp:cNvPr id="0" name=""/>
        <dsp:cNvSpPr/>
      </dsp:nvSpPr>
      <dsp:spPr>
        <a:xfrm>
          <a:off x="4044206" y="368734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195FA-F3FA-4C8D-BE67-FCE440F0C0AD}">
      <dsp:nvSpPr>
        <dsp:cNvPr id="0" name=""/>
        <dsp:cNvSpPr/>
      </dsp:nvSpPr>
      <dsp:spPr>
        <a:xfrm>
          <a:off x="4424456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17331-7260-4C26-B3F6-0E3F744603D2}">
      <dsp:nvSpPr>
        <dsp:cNvPr id="0" name=""/>
        <dsp:cNvSpPr/>
      </dsp:nvSpPr>
      <dsp:spPr>
        <a:xfrm>
          <a:off x="3473831" y="2708734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Indirect Monetization through Products</a:t>
          </a:r>
        </a:p>
      </dsp:txBody>
      <dsp:txXfrm>
        <a:off x="3473831" y="2708734"/>
        <a:ext cx="2925000" cy="720000"/>
      </dsp:txXfrm>
    </dsp:sp>
    <dsp:sp modelId="{34FF0B55-8587-4D4A-A998-49670FC58CBE}">
      <dsp:nvSpPr>
        <dsp:cNvPr id="0" name=""/>
        <dsp:cNvSpPr/>
      </dsp:nvSpPr>
      <dsp:spPr>
        <a:xfrm>
          <a:off x="7481081" y="368734"/>
          <a:ext cx="1784250" cy="17842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A72BB-BEAB-4FA9-B380-B8413AD9A8B2}">
      <dsp:nvSpPr>
        <dsp:cNvPr id="0" name=""/>
        <dsp:cNvSpPr/>
      </dsp:nvSpPr>
      <dsp:spPr>
        <a:xfrm>
          <a:off x="786133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E20BF-CBAA-4567-9D91-F977B9427CCB}">
      <dsp:nvSpPr>
        <dsp:cNvPr id="0" name=""/>
        <dsp:cNvSpPr/>
      </dsp:nvSpPr>
      <dsp:spPr>
        <a:xfrm>
          <a:off x="6910706" y="2708734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Internal Efficiencies and Cost savings</a:t>
          </a:r>
        </a:p>
      </dsp:txBody>
      <dsp:txXfrm>
        <a:off x="6910706" y="2708734"/>
        <a:ext cx="2925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9D88C-44B9-4715-99D4-3F1F4F997185}">
      <dsp:nvSpPr>
        <dsp:cNvPr id="0" name=""/>
        <dsp:cNvSpPr/>
      </dsp:nvSpPr>
      <dsp:spPr>
        <a:xfrm>
          <a:off x="1003615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C2D34-5B44-4EC0-8381-6273446CBAA4}">
      <dsp:nvSpPr>
        <dsp:cNvPr id="0" name=""/>
        <dsp:cNvSpPr/>
      </dsp:nvSpPr>
      <dsp:spPr>
        <a:xfrm>
          <a:off x="231117" y="2345891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Privacy Issues</a:t>
          </a:r>
        </a:p>
      </dsp:txBody>
      <dsp:txXfrm>
        <a:off x="231117" y="2345891"/>
        <a:ext cx="2809082" cy="720000"/>
      </dsp:txXfrm>
    </dsp:sp>
    <dsp:sp modelId="{69FA86BF-EB39-42BF-9813-617B39EA43DA}">
      <dsp:nvSpPr>
        <dsp:cNvPr id="0" name=""/>
        <dsp:cNvSpPr/>
      </dsp:nvSpPr>
      <dsp:spPr>
        <a:xfrm>
          <a:off x="4304287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C9C64-20E2-423C-BE8B-9C3814D2507D}">
      <dsp:nvSpPr>
        <dsp:cNvPr id="0" name=""/>
        <dsp:cNvSpPr/>
      </dsp:nvSpPr>
      <dsp:spPr>
        <a:xfrm>
          <a:off x="3531790" y="2345891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Security</a:t>
          </a:r>
        </a:p>
      </dsp:txBody>
      <dsp:txXfrm>
        <a:off x="3531790" y="2345891"/>
        <a:ext cx="2809082" cy="720000"/>
      </dsp:txXfrm>
    </dsp:sp>
    <dsp:sp modelId="{061FA445-4E6A-4718-B7AB-5F5E3D3679B8}">
      <dsp:nvSpPr>
        <dsp:cNvPr id="0" name=""/>
        <dsp:cNvSpPr/>
      </dsp:nvSpPr>
      <dsp:spPr>
        <a:xfrm>
          <a:off x="7604960" y="731577"/>
          <a:ext cx="1264087" cy="1264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3E06F-DA0D-40B4-A9C5-D2E21CD443CC}">
      <dsp:nvSpPr>
        <dsp:cNvPr id="0" name=""/>
        <dsp:cNvSpPr/>
      </dsp:nvSpPr>
      <dsp:spPr>
        <a:xfrm>
          <a:off x="6832462" y="2345891"/>
          <a:ext cx="280908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Transparency to Clients</a:t>
          </a:r>
        </a:p>
      </dsp:txBody>
      <dsp:txXfrm>
        <a:off x="6832462" y="2345891"/>
        <a:ext cx="280908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AE43B-DFB0-4FEC-B0A1-CC1F6A23D05B}">
      <dsp:nvSpPr>
        <dsp:cNvPr id="0" name=""/>
        <dsp:cNvSpPr/>
      </dsp:nvSpPr>
      <dsp:spPr>
        <a:xfrm>
          <a:off x="0" y="463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1A7BA-3574-4DEE-A169-73B62E3B4F37}">
      <dsp:nvSpPr>
        <dsp:cNvPr id="0" name=""/>
        <dsp:cNvSpPr/>
      </dsp:nvSpPr>
      <dsp:spPr>
        <a:xfrm>
          <a:off x="328129" y="244526"/>
          <a:ext cx="596599" cy="596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81451-2325-4621-87F0-EF3061A7E731}">
      <dsp:nvSpPr>
        <dsp:cNvPr id="0" name=""/>
        <dsp:cNvSpPr/>
      </dsp:nvSpPr>
      <dsp:spPr>
        <a:xfrm>
          <a:off x="1252858" y="463"/>
          <a:ext cx="8619804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“Science of examine raw data with the purpose of drawing conclusions about that information.” </a:t>
          </a:r>
        </a:p>
      </dsp:txBody>
      <dsp:txXfrm>
        <a:off x="1252858" y="463"/>
        <a:ext cx="8619804" cy="1084726"/>
      </dsp:txXfrm>
    </dsp:sp>
    <dsp:sp modelId="{203F9C06-2E0B-46E7-91AE-ACF64AA07FDF}">
      <dsp:nvSpPr>
        <dsp:cNvPr id="0" name=""/>
        <dsp:cNvSpPr/>
      </dsp:nvSpPr>
      <dsp:spPr>
        <a:xfrm>
          <a:off x="0" y="1356371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58CB2-DB0D-43F9-BF96-C97738F9FBCF}">
      <dsp:nvSpPr>
        <dsp:cNvPr id="0" name=""/>
        <dsp:cNvSpPr/>
      </dsp:nvSpPr>
      <dsp:spPr>
        <a:xfrm>
          <a:off x="328129" y="1600434"/>
          <a:ext cx="596599" cy="596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83FE10-43ED-4A29-B65A-0A3F0BA3D408}">
      <dsp:nvSpPr>
        <dsp:cNvPr id="0" name=""/>
        <dsp:cNvSpPr/>
      </dsp:nvSpPr>
      <dsp:spPr>
        <a:xfrm>
          <a:off x="1252858" y="1356371"/>
          <a:ext cx="8619804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Actionable insights</a:t>
          </a:r>
        </a:p>
      </dsp:txBody>
      <dsp:txXfrm>
        <a:off x="1252858" y="1356371"/>
        <a:ext cx="8619804" cy="1084726"/>
      </dsp:txXfrm>
    </dsp:sp>
    <dsp:sp modelId="{8FA46E0D-8906-4B25-863B-D3C39DE60DA2}">
      <dsp:nvSpPr>
        <dsp:cNvPr id="0" name=""/>
        <dsp:cNvSpPr/>
      </dsp:nvSpPr>
      <dsp:spPr>
        <a:xfrm>
          <a:off x="0" y="2712279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11EA4-7076-4132-979E-DCDA1345458F}">
      <dsp:nvSpPr>
        <dsp:cNvPr id="0" name=""/>
        <dsp:cNvSpPr/>
      </dsp:nvSpPr>
      <dsp:spPr>
        <a:xfrm>
          <a:off x="328129" y="2956342"/>
          <a:ext cx="596599" cy="5965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741EE-3D80-4530-B387-86A73A5E36F2}">
      <dsp:nvSpPr>
        <dsp:cNvPr id="0" name=""/>
        <dsp:cNvSpPr/>
      </dsp:nvSpPr>
      <dsp:spPr>
        <a:xfrm>
          <a:off x="1252858" y="2712279"/>
          <a:ext cx="8619804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Meaningful Reporting</a:t>
          </a:r>
        </a:p>
      </dsp:txBody>
      <dsp:txXfrm>
        <a:off x="1252858" y="2712279"/>
        <a:ext cx="8619804" cy="10847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CCB62-E287-494D-A5E9-7B96EFEB453A}">
      <dsp:nvSpPr>
        <dsp:cNvPr id="0" name=""/>
        <dsp:cNvSpPr/>
      </dsp:nvSpPr>
      <dsp:spPr>
        <a:xfrm>
          <a:off x="339344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9F050-3646-4CB8-A87D-149737EB0C3D}">
      <dsp:nvSpPr>
        <dsp:cNvPr id="0" name=""/>
        <dsp:cNvSpPr/>
      </dsp:nvSpPr>
      <dsp:spPr>
        <a:xfrm>
          <a:off x="564432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CD7362-6437-4C40-B96E-05DC0D7DA891}">
      <dsp:nvSpPr>
        <dsp:cNvPr id="0" name=""/>
        <dsp:cNvSpPr/>
      </dsp:nvSpPr>
      <dsp:spPr>
        <a:xfrm>
          <a:off x="1712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Collect Data</a:t>
          </a:r>
        </a:p>
      </dsp:txBody>
      <dsp:txXfrm>
        <a:off x="1712" y="2245023"/>
        <a:ext cx="1731445" cy="692578"/>
      </dsp:txXfrm>
    </dsp:sp>
    <dsp:sp modelId="{09235350-CA97-43BD-97F5-05A3223A202C}">
      <dsp:nvSpPr>
        <dsp:cNvPr id="0" name=""/>
        <dsp:cNvSpPr/>
      </dsp:nvSpPr>
      <dsp:spPr>
        <a:xfrm>
          <a:off x="2373792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AB267-656C-44A3-A60B-E54D7E6E02A7}">
      <dsp:nvSpPr>
        <dsp:cNvPr id="0" name=""/>
        <dsp:cNvSpPr/>
      </dsp:nvSpPr>
      <dsp:spPr>
        <a:xfrm>
          <a:off x="2598880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2C399-4789-4A48-AB8B-89E54892CE7C}">
      <dsp:nvSpPr>
        <dsp:cNvPr id="0" name=""/>
        <dsp:cNvSpPr/>
      </dsp:nvSpPr>
      <dsp:spPr>
        <a:xfrm>
          <a:off x="2036160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Clean Data</a:t>
          </a:r>
        </a:p>
      </dsp:txBody>
      <dsp:txXfrm>
        <a:off x="2036160" y="2245023"/>
        <a:ext cx="1731445" cy="692578"/>
      </dsp:txXfrm>
    </dsp:sp>
    <dsp:sp modelId="{A4EBA4C7-422B-46EC-8D6D-089F284D354E}">
      <dsp:nvSpPr>
        <dsp:cNvPr id="0" name=""/>
        <dsp:cNvSpPr/>
      </dsp:nvSpPr>
      <dsp:spPr>
        <a:xfrm>
          <a:off x="4408240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E9BDFA-1608-46F7-B80E-7BF0BFADE98E}">
      <dsp:nvSpPr>
        <dsp:cNvPr id="0" name=""/>
        <dsp:cNvSpPr/>
      </dsp:nvSpPr>
      <dsp:spPr>
        <a:xfrm>
          <a:off x="4633328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98068-B610-48CC-A00E-240B3949541A}">
      <dsp:nvSpPr>
        <dsp:cNvPr id="0" name=""/>
        <dsp:cNvSpPr/>
      </dsp:nvSpPr>
      <dsp:spPr>
        <a:xfrm>
          <a:off x="4070608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Analyze</a:t>
          </a:r>
        </a:p>
      </dsp:txBody>
      <dsp:txXfrm>
        <a:off x="4070608" y="2245023"/>
        <a:ext cx="1731445" cy="692578"/>
      </dsp:txXfrm>
    </dsp:sp>
    <dsp:sp modelId="{878BCA06-159E-4063-A56E-D6C31D8E74CF}">
      <dsp:nvSpPr>
        <dsp:cNvPr id="0" name=""/>
        <dsp:cNvSpPr/>
      </dsp:nvSpPr>
      <dsp:spPr>
        <a:xfrm>
          <a:off x="6442688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6F5C2-9B64-4BAB-AEEC-FE5DC4122DEA}">
      <dsp:nvSpPr>
        <dsp:cNvPr id="0" name=""/>
        <dsp:cNvSpPr/>
      </dsp:nvSpPr>
      <dsp:spPr>
        <a:xfrm>
          <a:off x="6667776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6C561F-9A73-48C7-86C3-26180D20B2A2}">
      <dsp:nvSpPr>
        <dsp:cNvPr id="0" name=""/>
        <dsp:cNvSpPr/>
      </dsp:nvSpPr>
      <dsp:spPr>
        <a:xfrm>
          <a:off x="6105057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Interpret Data</a:t>
          </a:r>
        </a:p>
      </dsp:txBody>
      <dsp:txXfrm>
        <a:off x="6105057" y="2245023"/>
        <a:ext cx="1731445" cy="692578"/>
      </dsp:txXfrm>
    </dsp:sp>
    <dsp:sp modelId="{B4042D4B-0812-4189-A8EE-74D2B9004C66}">
      <dsp:nvSpPr>
        <dsp:cNvPr id="0" name=""/>
        <dsp:cNvSpPr/>
      </dsp:nvSpPr>
      <dsp:spPr>
        <a:xfrm>
          <a:off x="8477137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D5CE84-FFE3-43CC-AB1A-550F61ACB100}">
      <dsp:nvSpPr>
        <dsp:cNvPr id="0" name=""/>
        <dsp:cNvSpPr/>
      </dsp:nvSpPr>
      <dsp:spPr>
        <a:xfrm>
          <a:off x="8702225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C03FF-9873-4E12-9E1B-A65EE0F83AC3}">
      <dsp:nvSpPr>
        <dsp:cNvPr id="0" name=""/>
        <dsp:cNvSpPr/>
      </dsp:nvSpPr>
      <dsp:spPr>
        <a:xfrm>
          <a:off x="8139505" y="2245023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Report</a:t>
          </a:r>
        </a:p>
      </dsp:txBody>
      <dsp:txXfrm>
        <a:off x="8139505" y="2245023"/>
        <a:ext cx="1731445" cy="6925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36B29-A345-432C-A0C1-E4546AC721E7}">
      <dsp:nvSpPr>
        <dsp:cNvPr id="0" name=""/>
        <dsp:cNvSpPr/>
      </dsp:nvSpPr>
      <dsp:spPr>
        <a:xfrm>
          <a:off x="332891" y="30"/>
          <a:ext cx="2566162" cy="1539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Increased Objectivity (Better VIEW!)</a:t>
          </a:r>
        </a:p>
      </dsp:txBody>
      <dsp:txXfrm>
        <a:off x="332891" y="30"/>
        <a:ext cx="2566162" cy="1539697"/>
      </dsp:txXfrm>
    </dsp:sp>
    <dsp:sp modelId="{7FF59AA3-3CDB-4FA3-9D8B-D27097ACD45E}">
      <dsp:nvSpPr>
        <dsp:cNvPr id="0" name=""/>
        <dsp:cNvSpPr/>
      </dsp:nvSpPr>
      <dsp:spPr>
        <a:xfrm>
          <a:off x="3155670" y="30"/>
          <a:ext cx="2566162" cy="1539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Improved Accuracy and Outcomes</a:t>
          </a:r>
        </a:p>
      </dsp:txBody>
      <dsp:txXfrm>
        <a:off x="3155670" y="30"/>
        <a:ext cx="2566162" cy="1539697"/>
      </dsp:txXfrm>
    </dsp:sp>
    <dsp:sp modelId="{B798A228-308D-4488-8FAD-BF56C72F73E3}">
      <dsp:nvSpPr>
        <dsp:cNvPr id="0" name=""/>
        <dsp:cNvSpPr/>
      </dsp:nvSpPr>
      <dsp:spPr>
        <a:xfrm>
          <a:off x="332891" y="1796344"/>
          <a:ext cx="2566162" cy="1539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Better Understanding</a:t>
          </a:r>
        </a:p>
      </dsp:txBody>
      <dsp:txXfrm>
        <a:off x="332891" y="1796344"/>
        <a:ext cx="2566162" cy="1539697"/>
      </dsp:txXfrm>
    </dsp:sp>
    <dsp:sp modelId="{33189B1D-2A74-468C-917C-8E6CACD35978}">
      <dsp:nvSpPr>
        <dsp:cNvPr id="0" name=""/>
        <dsp:cNvSpPr/>
      </dsp:nvSpPr>
      <dsp:spPr>
        <a:xfrm>
          <a:off x="3155670" y="1796344"/>
          <a:ext cx="2566162" cy="1539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Identify Opportunities and Risk</a:t>
          </a:r>
        </a:p>
      </dsp:txBody>
      <dsp:txXfrm>
        <a:off x="3155670" y="1796344"/>
        <a:ext cx="2566162" cy="1539697"/>
      </dsp:txXfrm>
    </dsp:sp>
    <dsp:sp modelId="{F6D26697-3767-4EFD-9295-98DD81E66D81}">
      <dsp:nvSpPr>
        <dsp:cNvPr id="0" name=""/>
        <dsp:cNvSpPr/>
      </dsp:nvSpPr>
      <dsp:spPr>
        <a:xfrm>
          <a:off x="1744281" y="3592658"/>
          <a:ext cx="2566162" cy="15396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Enhanced Efficiency</a:t>
          </a:r>
        </a:p>
      </dsp:txBody>
      <dsp:txXfrm>
        <a:off x="1744281" y="3592658"/>
        <a:ext cx="2566162" cy="153969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5675F-F861-4928-A23B-25F0952899ED}">
      <dsp:nvSpPr>
        <dsp:cNvPr id="0" name=""/>
        <dsp:cNvSpPr/>
      </dsp:nvSpPr>
      <dsp:spPr>
        <a:xfrm>
          <a:off x="0" y="2966"/>
          <a:ext cx="9872663" cy="6319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C2F3A1-4BB4-4A9A-B50B-C21B78DCB23F}">
      <dsp:nvSpPr>
        <dsp:cNvPr id="0" name=""/>
        <dsp:cNvSpPr/>
      </dsp:nvSpPr>
      <dsp:spPr>
        <a:xfrm>
          <a:off x="191156" y="145149"/>
          <a:ext cx="347557" cy="3475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80246-70B8-4819-8CD7-06B69FB91D67}">
      <dsp:nvSpPr>
        <dsp:cNvPr id="0" name=""/>
        <dsp:cNvSpPr/>
      </dsp:nvSpPr>
      <dsp:spPr>
        <a:xfrm>
          <a:off x="729870" y="2966"/>
          <a:ext cx="9142792" cy="631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78" tIns="66878" rIns="66878" bIns="668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Ownership of ideas and creative expressions, rather than physical items. </a:t>
          </a:r>
        </a:p>
      </dsp:txBody>
      <dsp:txXfrm>
        <a:off x="729870" y="2966"/>
        <a:ext cx="9142792" cy="631922"/>
      </dsp:txXfrm>
    </dsp:sp>
    <dsp:sp modelId="{5C8D9CCB-1EC8-4AC9-98FE-EF6355700041}">
      <dsp:nvSpPr>
        <dsp:cNvPr id="0" name=""/>
        <dsp:cNvSpPr/>
      </dsp:nvSpPr>
      <dsp:spPr>
        <a:xfrm>
          <a:off x="0" y="792869"/>
          <a:ext cx="9872663" cy="6319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94301-C560-452B-8C56-C56FC9A5977C}">
      <dsp:nvSpPr>
        <dsp:cNvPr id="0" name=""/>
        <dsp:cNvSpPr/>
      </dsp:nvSpPr>
      <dsp:spPr>
        <a:xfrm>
          <a:off x="191156" y="935052"/>
          <a:ext cx="347557" cy="3475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36F02-B80A-4FEC-A4F9-AEE29A4404E6}">
      <dsp:nvSpPr>
        <dsp:cNvPr id="0" name=""/>
        <dsp:cNvSpPr/>
      </dsp:nvSpPr>
      <dsp:spPr>
        <a:xfrm>
          <a:off x="729870" y="792869"/>
          <a:ext cx="9142792" cy="631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78" tIns="66878" rIns="66878" bIns="668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Copyright</a:t>
          </a:r>
        </a:p>
      </dsp:txBody>
      <dsp:txXfrm>
        <a:off x="729870" y="792869"/>
        <a:ext cx="9142792" cy="631922"/>
      </dsp:txXfrm>
    </dsp:sp>
    <dsp:sp modelId="{1494CECC-E8CE-4DA2-9303-55A196A88F27}">
      <dsp:nvSpPr>
        <dsp:cNvPr id="0" name=""/>
        <dsp:cNvSpPr/>
      </dsp:nvSpPr>
      <dsp:spPr>
        <a:xfrm>
          <a:off x="0" y="1582773"/>
          <a:ext cx="9872663" cy="6319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D142D-C9A5-48B2-A3F8-275E3A1D03A8}">
      <dsp:nvSpPr>
        <dsp:cNvPr id="0" name=""/>
        <dsp:cNvSpPr/>
      </dsp:nvSpPr>
      <dsp:spPr>
        <a:xfrm>
          <a:off x="191156" y="1724955"/>
          <a:ext cx="347557" cy="3475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C9772-31EE-4157-B743-09611A941962}">
      <dsp:nvSpPr>
        <dsp:cNvPr id="0" name=""/>
        <dsp:cNvSpPr/>
      </dsp:nvSpPr>
      <dsp:spPr>
        <a:xfrm>
          <a:off x="729870" y="1582773"/>
          <a:ext cx="9142792" cy="631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78" tIns="66878" rIns="66878" bIns="668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Patents</a:t>
          </a:r>
        </a:p>
      </dsp:txBody>
      <dsp:txXfrm>
        <a:off x="729870" y="1582773"/>
        <a:ext cx="9142792" cy="631922"/>
      </dsp:txXfrm>
    </dsp:sp>
    <dsp:sp modelId="{AC796C6E-4F16-409D-936A-239532DFBAE7}">
      <dsp:nvSpPr>
        <dsp:cNvPr id="0" name=""/>
        <dsp:cNvSpPr/>
      </dsp:nvSpPr>
      <dsp:spPr>
        <a:xfrm>
          <a:off x="0" y="2372676"/>
          <a:ext cx="9872663" cy="6319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8DADB-C3E1-49FA-9DA3-C5B354576713}">
      <dsp:nvSpPr>
        <dsp:cNvPr id="0" name=""/>
        <dsp:cNvSpPr/>
      </dsp:nvSpPr>
      <dsp:spPr>
        <a:xfrm>
          <a:off x="191156" y="2514859"/>
          <a:ext cx="347557" cy="3475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BA58F-2681-43BF-83FB-51B804CB18D3}">
      <dsp:nvSpPr>
        <dsp:cNvPr id="0" name=""/>
        <dsp:cNvSpPr/>
      </dsp:nvSpPr>
      <dsp:spPr>
        <a:xfrm>
          <a:off x="729870" y="2372676"/>
          <a:ext cx="9142792" cy="631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78" tIns="66878" rIns="66878" bIns="668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Trademarks</a:t>
          </a:r>
        </a:p>
      </dsp:txBody>
      <dsp:txXfrm>
        <a:off x="729870" y="2372676"/>
        <a:ext cx="9142792" cy="631922"/>
      </dsp:txXfrm>
    </dsp:sp>
    <dsp:sp modelId="{B2A444CF-89D3-480B-AA06-1E90F1B8F172}">
      <dsp:nvSpPr>
        <dsp:cNvPr id="0" name=""/>
        <dsp:cNvSpPr/>
      </dsp:nvSpPr>
      <dsp:spPr>
        <a:xfrm>
          <a:off x="0" y="3162579"/>
          <a:ext cx="9872663" cy="6319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D53FF9-A9E7-47C9-A8B8-CE51152B3FEC}">
      <dsp:nvSpPr>
        <dsp:cNvPr id="0" name=""/>
        <dsp:cNvSpPr/>
      </dsp:nvSpPr>
      <dsp:spPr>
        <a:xfrm>
          <a:off x="191156" y="3304762"/>
          <a:ext cx="347557" cy="3475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865F3-B072-4F1A-87B6-FAD0A6509A99}">
      <dsp:nvSpPr>
        <dsp:cNvPr id="0" name=""/>
        <dsp:cNvSpPr/>
      </dsp:nvSpPr>
      <dsp:spPr>
        <a:xfrm>
          <a:off x="729870" y="3162579"/>
          <a:ext cx="9142792" cy="631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78" tIns="66878" rIns="66878" bIns="668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Trade Secrets</a:t>
          </a:r>
        </a:p>
      </dsp:txBody>
      <dsp:txXfrm>
        <a:off x="729870" y="3162579"/>
        <a:ext cx="9142792" cy="63192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63EFFF-317A-45E9-B089-F58C60B540E2}">
      <dsp:nvSpPr>
        <dsp:cNvPr id="0" name=""/>
        <dsp:cNvSpPr/>
      </dsp:nvSpPr>
      <dsp:spPr>
        <a:xfrm>
          <a:off x="0" y="973172"/>
          <a:ext cx="3085207" cy="18511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Encourages Innovation</a:t>
          </a:r>
        </a:p>
      </dsp:txBody>
      <dsp:txXfrm>
        <a:off x="0" y="973172"/>
        <a:ext cx="3085207" cy="1851124"/>
      </dsp:txXfrm>
    </dsp:sp>
    <dsp:sp modelId="{07C2CAF8-32FD-41FC-97CD-D29E9BE34D4D}">
      <dsp:nvSpPr>
        <dsp:cNvPr id="0" name=""/>
        <dsp:cNvSpPr/>
      </dsp:nvSpPr>
      <dsp:spPr>
        <a:xfrm>
          <a:off x="3393727" y="973172"/>
          <a:ext cx="3085207" cy="1851124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Creates Value</a:t>
          </a:r>
        </a:p>
      </dsp:txBody>
      <dsp:txXfrm>
        <a:off x="3393727" y="973172"/>
        <a:ext cx="3085207" cy="1851124"/>
      </dsp:txXfrm>
    </dsp:sp>
    <dsp:sp modelId="{5AD3E6F5-F5B6-4C69-B071-0AE967B2D93F}">
      <dsp:nvSpPr>
        <dsp:cNvPr id="0" name=""/>
        <dsp:cNvSpPr/>
      </dsp:nvSpPr>
      <dsp:spPr>
        <a:xfrm>
          <a:off x="6787455" y="973172"/>
          <a:ext cx="3085207" cy="1851124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Prevents Unauthorized Use</a:t>
          </a:r>
        </a:p>
      </dsp:txBody>
      <dsp:txXfrm>
        <a:off x="6787455" y="973172"/>
        <a:ext cx="3085207" cy="185112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98670-A6A8-4578-9D0F-8AD4B321FBC7}">
      <dsp:nvSpPr>
        <dsp:cNvPr id="0" name=""/>
        <dsp:cNvSpPr/>
      </dsp:nvSpPr>
      <dsp:spPr>
        <a:xfrm>
          <a:off x="280258" y="121843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19981-498D-42E3-8A82-80CB4EB1C99B}">
      <dsp:nvSpPr>
        <dsp:cNvPr id="0" name=""/>
        <dsp:cNvSpPr/>
      </dsp:nvSpPr>
      <dsp:spPr>
        <a:xfrm>
          <a:off x="449783" y="291368"/>
          <a:ext cx="468212" cy="4682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84DCB-BB5D-4B69-A705-967010440419}">
      <dsp:nvSpPr>
        <dsp:cNvPr id="0" name=""/>
        <dsp:cNvSpPr/>
      </dsp:nvSpPr>
      <dsp:spPr>
        <a:xfrm>
          <a:off x="1260506" y="121843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Intangible goods that exist in digital format. </a:t>
          </a:r>
        </a:p>
      </dsp:txBody>
      <dsp:txXfrm>
        <a:off x="1260506" y="121843"/>
        <a:ext cx="1902833" cy="807262"/>
      </dsp:txXfrm>
    </dsp:sp>
    <dsp:sp modelId="{7690547F-72D2-45BC-B5EC-7AB8FB3B4FFC}">
      <dsp:nvSpPr>
        <dsp:cNvPr id="0" name=""/>
        <dsp:cNvSpPr/>
      </dsp:nvSpPr>
      <dsp:spPr>
        <a:xfrm>
          <a:off x="3494894" y="121843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FC36D-FB98-4E1B-ADBC-EE93F06D2F4A}">
      <dsp:nvSpPr>
        <dsp:cNvPr id="0" name=""/>
        <dsp:cNvSpPr/>
      </dsp:nvSpPr>
      <dsp:spPr>
        <a:xfrm>
          <a:off x="3664419" y="291368"/>
          <a:ext cx="468212" cy="4682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CC4F5-F084-4BA3-98C0-A6C8BB8DF055}">
      <dsp:nvSpPr>
        <dsp:cNvPr id="0" name=""/>
        <dsp:cNvSpPr/>
      </dsp:nvSpPr>
      <dsp:spPr>
        <a:xfrm>
          <a:off x="4475142" y="121843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Software and Applications</a:t>
          </a:r>
        </a:p>
      </dsp:txBody>
      <dsp:txXfrm>
        <a:off x="4475142" y="121843"/>
        <a:ext cx="1902833" cy="807262"/>
      </dsp:txXfrm>
    </dsp:sp>
    <dsp:sp modelId="{1C810861-8D59-4185-AC4E-55C6414CB298}">
      <dsp:nvSpPr>
        <dsp:cNvPr id="0" name=""/>
        <dsp:cNvSpPr/>
      </dsp:nvSpPr>
      <dsp:spPr>
        <a:xfrm>
          <a:off x="6709530" y="121843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20CAE-9AC9-43F8-AC67-B8E3F51E515C}">
      <dsp:nvSpPr>
        <dsp:cNvPr id="0" name=""/>
        <dsp:cNvSpPr/>
      </dsp:nvSpPr>
      <dsp:spPr>
        <a:xfrm>
          <a:off x="6879055" y="291368"/>
          <a:ext cx="468212" cy="4682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E169D-32FD-4F06-BFC0-1FF19D6220D3}">
      <dsp:nvSpPr>
        <dsp:cNvPr id="0" name=""/>
        <dsp:cNvSpPr/>
      </dsp:nvSpPr>
      <dsp:spPr>
        <a:xfrm>
          <a:off x="7689778" y="121843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E-books and Digital Publications</a:t>
          </a:r>
        </a:p>
      </dsp:txBody>
      <dsp:txXfrm>
        <a:off x="7689778" y="121843"/>
        <a:ext cx="1902833" cy="807262"/>
      </dsp:txXfrm>
    </dsp:sp>
    <dsp:sp modelId="{CACD12DF-EBA5-4390-A0D4-32924E9E081C}">
      <dsp:nvSpPr>
        <dsp:cNvPr id="0" name=""/>
        <dsp:cNvSpPr/>
      </dsp:nvSpPr>
      <dsp:spPr>
        <a:xfrm>
          <a:off x="280258" y="1615668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933B0-BF94-4780-AC2B-221064BF7138}">
      <dsp:nvSpPr>
        <dsp:cNvPr id="0" name=""/>
        <dsp:cNvSpPr/>
      </dsp:nvSpPr>
      <dsp:spPr>
        <a:xfrm>
          <a:off x="449783" y="1785193"/>
          <a:ext cx="468212" cy="4682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2EE5F-F5D0-4FE0-8CE9-E59A542CC42D}">
      <dsp:nvSpPr>
        <dsp:cNvPr id="0" name=""/>
        <dsp:cNvSpPr/>
      </dsp:nvSpPr>
      <dsp:spPr>
        <a:xfrm>
          <a:off x="1260506" y="1615668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Digital Music and Audio</a:t>
          </a:r>
        </a:p>
      </dsp:txBody>
      <dsp:txXfrm>
        <a:off x="1260506" y="1615668"/>
        <a:ext cx="1902833" cy="807262"/>
      </dsp:txXfrm>
    </dsp:sp>
    <dsp:sp modelId="{5655B84E-CEA9-4344-8A8E-AB5DA6CDEB46}">
      <dsp:nvSpPr>
        <dsp:cNvPr id="0" name=""/>
        <dsp:cNvSpPr/>
      </dsp:nvSpPr>
      <dsp:spPr>
        <a:xfrm>
          <a:off x="3494894" y="1615668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B286E-6473-4684-A9A7-03512989F3CE}">
      <dsp:nvSpPr>
        <dsp:cNvPr id="0" name=""/>
        <dsp:cNvSpPr/>
      </dsp:nvSpPr>
      <dsp:spPr>
        <a:xfrm>
          <a:off x="3664419" y="1785193"/>
          <a:ext cx="468212" cy="46821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8C1DB-A64C-4B81-BCBF-6C7CC854A0B7}">
      <dsp:nvSpPr>
        <dsp:cNvPr id="0" name=""/>
        <dsp:cNvSpPr/>
      </dsp:nvSpPr>
      <dsp:spPr>
        <a:xfrm>
          <a:off x="4475142" y="1615668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Digital Video</a:t>
          </a:r>
        </a:p>
      </dsp:txBody>
      <dsp:txXfrm>
        <a:off x="4475142" y="1615668"/>
        <a:ext cx="1902833" cy="807262"/>
      </dsp:txXfrm>
    </dsp:sp>
    <dsp:sp modelId="{B86C4EED-FD2A-4D8E-9D03-2E78DCB25245}">
      <dsp:nvSpPr>
        <dsp:cNvPr id="0" name=""/>
        <dsp:cNvSpPr/>
      </dsp:nvSpPr>
      <dsp:spPr>
        <a:xfrm>
          <a:off x="6709530" y="1615668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25468-7BE5-464C-9077-024FD0118463}">
      <dsp:nvSpPr>
        <dsp:cNvPr id="0" name=""/>
        <dsp:cNvSpPr/>
      </dsp:nvSpPr>
      <dsp:spPr>
        <a:xfrm>
          <a:off x="6879055" y="1785193"/>
          <a:ext cx="468212" cy="46821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DBCBE-C9CC-46CD-AFA6-042705E71185}">
      <dsp:nvSpPr>
        <dsp:cNvPr id="0" name=""/>
        <dsp:cNvSpPr/>
      </dsp:nvSpPr>
      <dsp:spPr>
        <a:xfrm>
          <a:off x="7689778" y="1615668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Online Courses and Educational Materials</a:t>
          </a:r>
        </a:p>
      </dsp:txBody>
      <dsp:txXfrm>
        <a:off x="7689778" y="1615668"/>
        <a:ext cx="1902833" cy="807262"/>
      </dsp:txXfrm>
    </dsp:sp>
    <dsp:sp modelId="{803D42C1-C138-4B0F-8BA7-8F19156528A7}">
      <dsp:nvSpPr>
        <dsp:cNvPr id="0" name=""/>
        <dsp:cNvSpPr/>
      </dsp:nvSpPr>
      <dsp:spPr>
        <a:xfrm>
          <a:off x="280258" y="3109493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3F4A6-EC77-4CC2-AF20-947169E1F4E5}">
      <dsp:nvSpPr>
        <dsp:cNvPr id="0" name=""/>
        <dsp:cNvSpPr/>
      </dsp:nvSpPr>
      <dsp:spPr>
        <a:xfrm>
          <a:off x="449783" y="3279018"/>
          <a:ext cx="468212" cy="46821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9BDF0-C9AF-4396-B3CA-6633730D0F20}">
      <dsp:nvSpPr>
        <dsp:cNvPr id="0" name=""/>
        <dsp:cNvSpPr/>
      </dsp:nvSpPr>
      <dsp:spPr>
        <a:xfrm>
          <a:off x="1260506" y="3109493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Art and Graphics</a:t>
          </a:r>
        </a:p>
      </dsp:txBody>
      <dsp:txXfrm>
        <a:off x="1260506" y="3109493"/>
        <a:ext cx="1902833" cy="807262"/>
      </dsp:txXfrm>
    </dsp:sp>
    <dsp:sp modelId="{88B95C2D-BAEC-4E0C-AAB0-2179D06CF8B6}">
      <dsp:nvSpPr>
        <dsp:cNvPr id="0" name=""/>
        <dsp:cNvSpPr/>
      </dsp:nvSpPr>
      <dsp:spPr>
        <a:xfrm>
          <a:off x="3494894" y="3109493"/>
          <a:ext cx="807262" cy="8072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57E4C2-AF7E-4BF0-AD48-0EA6906E8663}">
      <dsp:nvSpPr>
        <dsp:cNvPr id="0" name=""/>
        <dsp:cNvSpPr/>
      </dsp:nvSpPr>
      <dsp:spPr>
        <a:xfrm>
          <a:off x="3664419" y="3279018"/>
          <a:ext cx="468212" cy="468212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6048C7-3A35-403A-BB96-490A400307D7}">
      <dsp:nvSpPr>
        <dsp:cNvPr id="0" name=""/>
        <dsp:cNvSpPr/>
      </dsp:nvSpPr>
      <dsp:spPr>
        <a:xfrm>
          <a:off x="4475142" y="3109493"/>
          <a:ext cx="1902833" cy="807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Games</a:t>
          </a:r>
        </a:p>
      </dsp:txBody>
      <dsp:txXfrm>
        <a:off x="4475142" y="3109493"/>
        <a:ext cx="1902833" cy="80726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510C6A-132C-427F-93DC-8802F816B8DF}">
      <dsp:nvSpPr>
        <dsp:cNvPr id="0" name=""/>
        <dsp:cNvSpPr/>
      </dsp:nvSpPr>
      <dsp:spPr>
        <a:xfrm>
          <a:off x="0" y="656603"/>
          <a:ext cx="6451943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What could happen to our IP and Digital Assets?</a:t>
          </a:r>
        </a:p>
      </dsp:txBody>
      <dsp:txXfrm>
        <a:off x="28100" y="684703"/>
        <a:ext cx="6395743" cy="519439"/>
      </dsp:txXfrm>
    </dsp:sp>
    <dsp:sp modelId="{C6C9C59C-FAE3-468C-9A7B-EBBB1DED9D98}">
      <dsp:nvSpPr>
        <dsp:cNvPr id="0" name=""/>
        <dsp:cNvSpPr/>
      </dsp:nvSpPr>
      <dsp:spPr>
        <a:xfrm>
          <a:off x="0" y="1301363"/>
          <a:ext cx="6451943" cy="575639"/>
        </a:xfrm>
        <a:prstGeom prst="roundRect">
          <a:avLst/>
        </a:prstGeom>
        <a:solidFill>
          <a:schemeClr val="accent5">
            <a:hueOff val="589196"/>
            <a:satOff val="-2817"/>
            <a:lumOff val="30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Breaches</a:t>
          </a:r>
        </a:p>
      </dsp:txBody>
      <dsp:txXfrm>
        <a:off x="28100" y="1329463"/>
        <a:ext cx="6395743" cy="519439"/>
      </dsp:txXfrm>
    </dsp:sp>
    <dsp:sp modelId="{54090E9A-F8CB-4C3B-923C-F42745774BB3}">
      <dsp:nvSpPr>
        <dsp:cNvPr id="0" name=""/>
        <dsp:cNvSpPr/>
      </dsp:nvSpPr>
      <dsp:spPr>
        <a:xfrm>
          <a:off x="0" y="1946123"/>
          <a:ext cx="6451943" cy="575639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Cyberattacks</a:t>
          </a:r>
        </a:p>
      </dsp:txBody>
      <dsp:txXfrm>
        <a:off x="28100" y="1974223"/>
        <a:ext cx="6395743" cy="519439"/>
      </dsp:txXfrm>
    </dsp:sp>
    <dsp:sp modelId="{CB58C443-D07B-46FE-84D7-3A54C8561420}">
      <dsp:nvSpPr>
        <dsp:cNvPr id="0" name=""/>
        <dsp:cNvSpPr/>
      </dsp:nvSpPr>
      <dsp:spPr>
        <a:xfrm>
          <a:off x="0" y="2590883"/>
          <a:ext cx="6451943" cy="575639"/>
        </a:xfrm>
        <a:prstGeom prst="roundRect">
          <a:avLst/>
        </a:prstGeom>
        <a:solidFill>
          <a:schemeClr val="accent5">
            <a:hueOff val="1767588"/>
            <a:satOff val="-8452"/>
            <a:lumOff val="92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Insider Threats</a:t>
          </a:r>
        </a:p>
      </dsp:txBody>
      <dsp:txXfrm>
        <a:off x="28100" y="2618983"/>
        <a:ext cx="6395743" cy="519439"/>
      </dsp:txXfrm>
    </dsp:sp>
    <dsp:sp modelId="{CBE3E186-673C-41D1-8C23-CF074E37A34F}">
      <dsp:nvSpPr>
        <dsp:cNvPr id="0" name=""/>
        <dsp:cNvSpPr/>
      </dsp:nvSpPr>
      <dsp:spPr>
        <a:xfrm>
          <a:off x="0" y="3235643"/>
          <a:ext cx="6451943" cy="575639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Loss</a:t>
          </a:r>
        </a:p>
      </dsp:txBody>
      <dsp:txXfrm>
        <a:off x="28100" y="3263743"/>
        <a:ext cx="6395743" cy="51943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51E4B-9F21-429D-BE26-D4A7EC4E965A}">
      <dsp:nvSpPr>
        <dsp:cNvPr id="0" name=""/>
        <dsp:cNvSpPr/>
      </dsp:nvSpPr>
      <dsp:spPr>
        <a:xfrm>
          <a:off x="1205" y="1193716"/>
          <a:ext cx="2820072" cy="14100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Technology</a:t>
          </a:r>
        </a:p>
      </dsp:txBody>
      <dsp:txXfrm>
        <a:off x="42504" y="1235015"/>
        <a:ext cx="2737474" cy="1327438"/>
      </dsp:txXfrm>
    </dsp:sp>
    <dsp:sp modelId="{9F4F2373-92E3-42F6-AB39-235F0E12DFB5}">
      <dsp:nvSpPr>
        <dsp:cNvPr id="0" name=""/>
        <dsp:cNvSpPr/>
      </dsp:nvSpPr>
      <dsp:spPr>
        <a:xfrm>
          <a:off x="3526295" y="1193716"/>
          <a:ext cx="2820072" cy="1410036"/>
        </a:xfrm>
        <a:prstGeom prst="roundRect">
          <a:avLst>
            <a:gd name="adj" fmla="val 10000"/>
          </a:avLst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Processes and Policies</a:t>
          </a:r>
        </a:p>
      </dsp:txBody>
      <dsp:txXfrm>
        <a:off x="3567594" y="1235015"/>
        <a:ext cx="2737474" cy="1327438"/>
      </dsp:txXfrm>
    </dsp:sp>
    <dsp:sp modelId="{B4C729D6-BB85-415A-B9D0-1E5D2EE19D46}">
      <dsp:nvSpPr>
        <dsp:cNvPr id="0" name=""/>
        <dsp:cNvSpPr/>
      </dsp:nvSpPr>
      <dsp:spPr>
        <a:xfrm>
          <a:off x="7051385" y="1193716"/>
          <a:ext cx="2820072" cy="1410036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105" tIns="52070" rIns="78105" bIns="5207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People</a:t>
          </a:r>
        </a:p>
      </dsp:txBody>
      <dsp:txXfrm>
        <a:off x="7092684" y="1235015"/>
        <a:ext cx="2737474" cy="1327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Data </a:t>
            </a:r>
            <a:r>
              <a:rPr lang="en-US"/>
              <a:t>and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83E8C22-504C-4CA6-B605-D045DFB6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9642" y="234760"/>
            <a:ext cx="4386138" cy="63870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910CA0-75B1-8F64-B747-7E5ED444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455" y="609599"/>
            <a:ext cx="3574471" cy="5403273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Data?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67450E-55EC-4621-8697-52443DDEA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680" y="240031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DE1A88-A17D-EFC7-8941-13D9A0048C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6631906"/>
              </p:ext>
            </p:extLst>
          </p:nvPr>
        </p:nvGraphicFramePr>
        <p:xfrm>
          <a:off x="862013" y="881063"/>
          <a:ext cx="6054725" cy="5132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598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5501-F6D5-B69B-3536-F99F2869B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Critical vs Non-Critical Data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363CD3AA-FFCD-6189-8C50-67912AB3FA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7048191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11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EF5C-1379-2B60-797B-7EB9A40B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3455-ABC5-880B-4691-251F1918A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4000" dirty="0"/>
              <a:t>“Big Data refers to the extremely large and complex datasets that are so large and grow so rapidly traditional data processing can not easily handle them.”</a:t>
            </a:r>
          </a:p>
        </p:txBody>
      </p:sp>
    </p:spTree>
    <p:extLst>
      <p:ext uri="{BB962C8B-B14F-4D97-AF65-F5344CB8AC3E}">
        <p14:creationId xmlns:p14="http://schemas.microsoft.com/office/powerpoint/2010/main" val="3978744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3E8C22-504C-4CA6-B605-D045DFB6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9642" y="234760"/>
            <a:ext cx="4386138" cy="63870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FAFF8-2839-7272-9A65-1AF109E6B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455" y="609599"/>
            <a:ext cx="3574471" cy="5403273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The 5 V’s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450E-55EC-4621-8697-52443DDEA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680" y="240031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6792903-CE50-36E1-D7F3-B9F1E6D95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894393"/>
              </p:ext>
            </p:extLst>
          </p:nvPr>
        </p:nvGraphicFramePr>
        <p:xfrm>
          <a:off x="862013" y="881063"/>
          <a:ext cx="6054725" cy="5132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024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1A8D-3E97-3F50-B434-B623EE90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Data Monetization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3AA2438-6183-58CE-03E6-CFC998C7CA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754245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1545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CDB0-B5AC-52C0-7F16-7E3A5976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Careful on Monetization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15BB75-A186-472F-6D59-92F5536818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2072883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088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84FA-1063-2572-C392-C0146F08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Data Analytics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036BFD-C8FA-E06A-5991-B0D2470801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769570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4042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99D5-33CD-5A4D-4FE2-FE9B84E1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Data Analytics Basic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F64CCC-E9A8-7181-6C56-BEEAAC069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583862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26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3E8C22-504C-4CA6-B605-D045DFB6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9642" y="234760"/>
            <a:ext cx="4386138" cy="63870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8939A-586B-E7ED-A7A1-966501FC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455" y="609599"/>
            <a:ext cx="3574471" cy="5403273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Data-driven Business Decisions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450E-55EC-4621-8697-52443DDEA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680" y="240031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4691B1-1E2D-EFE1-7E51-6E77D0A82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183700"/>
              </p:ext>
            </p:extLst>
          </p:nvPr>
        </p:nvGraphicFramePr>
        <p:xfrm>
          <a:off x="862013" y="881063"/>
          <a:ext cx="6054725" cy="5132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315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8615-F5A3-F374-E600-630F0429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Intellectual Property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81362B-A6BB-2C50-9075-8133C7564F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342094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720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93A6-60C8-0343-9635-035C3FA3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Why is IP important to have protections?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F39FF4-3AF0-8E96-4882-E7C795829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9261943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909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3EA4-B8F4-3ED6-0746-11399F9E7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Products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ECA57F-7A39-DBEB-4265-6F64F90E3A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9060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9921-42F0-D1EC-3967-8B4D7064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Digital Security Investments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494742-1E62-EBD5-09D1-7099C6547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335475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9585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F91B-6764-F6E3-9E12-113782314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/>
              <a:t>How do we protect these investments?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A74C3FD-438B-A345-8547-AD602A97B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00131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8196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14</TotalTime>
  <Words>325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Corbel</vt:lpstr>
      <vt:lpstr>Basis</vt:lpstr>
      <vt:lpstr>Chapter 3</vt:lpstr>
      <vt:lpstr>Data?</vt:lpstr>
      <vt:lpstr>Critical vs Non-Critical Data</vt:lpstr>
      <vt:lpstr>Big Data</vt:lpstr>
      <vt:lpstr>The 5 V’s</vt:lpstr>
      <vt:lpstr>Data Monetization</vt:lpstr>
      <vt:lpstr>Careful on Monetization</vt:lpstr>
      <vt:lpstr>Data Analytics</vt:lpstr>
      <vt:lpstr>Data Analytics Basic Process</vt:lpstr>
      <vt:lpstr>Data-driven Business Decisions</vt:lpstr>
      <vt:lpstr>Intellectual Property</vt:lpstr>
      <vt:lpstr>Why is IP important to have protections?</vt:lpstr>
      <vt:lpstr>Digital Products</vt:lpstr>
      <vt:lpstr>Digital Security Investments</vt:lpstr>
      <vt:lpstr>How do we protect these investments?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1</cp:revision>
  <dcterms:created xsi:type="dcterms:W3CDTF">2025-05-27T16:37:30Z</dcterms:created>
  <dcterms:modified xsi:type="dcterms:W3CDTF">2025-05-27T17:44:11Z</dcterms:modified>
</cp:coreProperties>
</file>