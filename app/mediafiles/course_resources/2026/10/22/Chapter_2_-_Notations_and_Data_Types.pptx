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5" r:id="rId3"/>
    <p:sldId id="266" r:id="rId4"/>
    <p:sldId id="268" r:id="rId5"/>
    <p:sldId id="267" r:id="rId6"/>
    <p:sldId id="269" r:id="rId7"/>
    <p:sldId id="270" r:id="rId8"/>
    <p:sldId id="271" r:id="rId9"/>
    <p:sldId id="272" r:id="rId10"/>
    <p:sldId id="273" r:id="rId11"/>
    <p:sldId id="289" r:id="rId12"/>
    <p:sldId id="274" r:id="rId13"/>
    <p:sldId id="275" r:id="rId14"/>
    <p:sldId id="276" r:id="rId15"/>
    <p:sldId id="277" r:id="rId16"/>
    <p:sldId id="279" r:id="rId17"/>
    <p:sldId id="280" r:id="rId18"/>
    <p:sldId id="281" r:id="rId19"/>
    <p:sldId id="282" r:id="rId20"/>
    <p:sldId id="283" r:id="rId21"/>
    <p:sldId id="278" r:id="rId22"/>
    <p:sldId id="284" r:id="rId23"/>
    <p:sldId id="285" r:id="rId24"/>
    <p:sldId id="286" r:id="rId25"/>
    <p:sldId id="287" r:id="rId26"/>
    <p:sldId id="288" r:id="rId27"/>
    <p:sldId id="264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13840D-611C-4B17-A692-7CF496DD0D9F}" v="16" dt="2025-05-27T15:33:56.990"/>
    <p1510:client id="{D368F08D-2FE1-4F32-AFF8-99E8258D343D}" v="66" dt="2025-05-27T16:30:14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0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kell, JT" userId="43ae342c-01b7-44d1-9e4c-5ccd6bbabb0e" providerId="ADAL" clId="{0713840D-611C-4B17-A692-7CF496DD0D9F}"/>
    <pc:docChg chg="custSel addSld modSld">
      <pc:chgData name="Haskell, JT" userId="43ae342c-01b7-44d1-9e4c-5ccd6bbabb0e" providerId="ADAL" clId="{0713840D-611C-4B17-A692-7CF496DD0D9F}" dt="2025-05-27T15:34:00.941" v="1351" actId="1076"/>
      <pc:docMkLst>
        <pc:docMk/>
      </pc:docMkLst>
      <pc:sldChg chg="modSp new mod">
        <pc:chgData name="Haskell, JT" userId="43ae342c-01b7-44d1-9e4c-5ccd6bbabb0e" providerId="ADAL" clId="{0713840D-611C-4B17-A692-7CF496DD0D9F}" dt="2025-05-27T15:30:40.456" v="1320"/>
        <pc:sldMkLst>
          <pc:docMk/>
          <pc:sldMk cId="409288186" sldId="256"/>
        </pc:sldMkLst>
        <pc:spChg chg="mod">
          <ac:chgData name="Haskell, JT" userId="43ae342c-01b7-44d1-9e4c-5ccd6bbabb0e" providerId="ADAL" clId="{0713840D-611C-4B17-A692-7CF496DD0D9F}" dt="2025-05-27T15:30:40.456" v="1320"/>
          <ac:spMkLst>
            <pc:docMk/>
            <pc:sldMk cId="409288186" sldId="256"/>
            <ac:spMk id="2" creationId="{848CE82C-BD33-E236-A89C-353C50ECAB9E}"/>
          </ac:spMkLst>
        </pc:spChg>
        <pc:spChg chg="mod">
          <ac:chgData name="Haskell, JT" userId="43ae342c-01b7-44d1-9e4c-5ccd6bbabb0e" providerId="ADAL" clId="{0713840D-611C-4B17-A692-7CF496DD0D9F}" dt="2025-05-27T15:30:40.456" v="1320"/>
          <ac:spMkLst>
            <pc:docMk/>
            <pc:sldMk cId="409288186" sldId="256"/>
            <ac:spMk id="3" creationId="{C2D6A4F0-EA2D-376B-20E7-F65A3F067D08}"/>
          </ac:spMkLst>
        </pc:spChg>
      </pc:sldChg>
      <pc:sldChg chg="addSp modSp new mod">
        <pc:chgData name="Haskell, JT" userId="43ae342c-01b7-44d1-9e4c-5ccd6bbabb0e" providerId="ADAL" clId="{0713840D-611C-4B17-A692-7CF496DD0D9F}" dt="2025-05-27T15:34:00.941" v="1351" actId="1076"/>
        <pc:sldMkLst>
          <pc:docMk/>
          <pc:sldMk cId="1389789272" sldId="257"/>
        </pc:sldMkLst>
        <pc:spChg chg="mod">
          <ac:chgData name="Haskell, JT" userId="43ae342c-01b7-44d1-9e4c-5ccd6bbabb0e" providerId="ADAL" clId="{0713840D-611C-4B17-A692-7CF496DD0D9F}" dt="2025-05-27T15:30:40.456" v="1320"/>
          <ac:spMkLst>
            <pc:docMk/>
            <pc:sldMk cId="1389789272" sldId="257"/>
            <ac:spMk id="2" creationId="{6A4B6E89-EE33-3CBF-9E6D-9D8C43181F3C}"/>
          </ac:spMkLst>
        </pc:spChg>
        <pc:spChg chg="mod">
          <ac:chgData name="Haskell, JT" userId="43ae342c-01b7-44d1-9e4c-5ccd6bbabb0e" providerId="ADAL" clId="{0713840D-611C-4B17-A692-7CF496DD0D9F}" dt="2025-05-27T15:30:40.456" v="1320"/>
          <ac:spMkLst>
            <pc:docMk/>
            <pc:sldMk cId="1389789272" sldId="257"/>
            <ac:spMk id="3" creationId="{664A5FF3-5EF0-B722-E31D-AF192423B568}"/>
          </ac:spMkLst>
        </pc:spChg>
        <pc:picChg chg="add mod">
          <ac:chgData name="Haskell, JT" userId="43ae342c-01b7-44d1-9e4c-5ccd6bbabb0e" providerId="ADAL" clId="{0713840D-611C-4B17-A692-7CF496DD0D9F}" dt="2025-05-27T15:34:00.941" v="1351" actId="1076"/>
          <ac:picMkLst>
            <pc:docMk/>
            <pc:sldMk cId="1389789272" sldId="257"/>
            <ac:picMk id="5" creationId="{A93C8381-99FA-39F6-E832-F7BA197D43C2}"/>
          </ac:picMkLst>
        </pc:picChg>
      </pc:sldChg>
      <pc:sldChg chg="addSp delSp modSp new mod">
        <pc:chgData name="Haskell, JT" userId="43ae342c-01b7-44d1-9e4c-5ccd6bbabb0e" providerId="ADAL" clId="{0713840D-611C-4B17-A692-7CF496DD0D9F}" dt="2025-05-27T15:32:29.891" v="1333" actId="1076"/>
        <pc:sldMkLst>
          <pc:docMk/>
          <pc:sldMk cId="4063643800" sldId="258"/>
        </pc:sldMkLst>
        <pc:spChg chg="mod">
          <ac:chgData name="Haskell, JT" userId="43ae342c-01b7-44d1-9e4c-5ccd6bbabb0e" providerId="ADAL" clId="{0713840D-611C-4B17-A692-7CF496DD0D9F}" dt="2025-05-27T15:30:40.456" v="1320"/>
          <ac:spMkLst>
            <pc:docMk/>
            <pc:sldMk cId="4063643800" sldId="258"/>
            <ac:spMk id="2" creationId="{F8A32CD6-16CB-B3D1-BC6A-74CF717E340F}"/>
          </ac:spMkLst>
        </pc:spChg>
        <pc:spChg chg="mod">
          <ac:chgData name="Haskell, JT" userId="43ae342c-01b7-44d1-9e4c-5ccd6bbabb0e" providerId="ADAL" clId="{0713840D-611C-4B17-A692-7CF496DD0D9F}" dt="2025-05-27T15:30:40.456" v="1320"/>
          <ac:spMkLst>
            <pc:docMk/>
            <pc:sldMk cId="4063643800" sldId="258"/>
            <ac:spMk id="3" creationId="{34152D35-2F44-7705-9620-30F2354E01BE}"/>
          </ac:spMkLst>
        </pc:spChg>
        <pc:picChg chg="add del mod">
          <ac:chgData name="Haskell, JT" userId="43ae342c-01b7-44d1-9e4c-5ccd6bbabb0e" providerId="ADAL" clId="{0713840D-611C-4B17-A692-7CF496DD0D9F}" dt="2025-05-27T15:32:02.907" v="1324" actId="478"/>
          <ac:picMkLst>
            <pc:docMk/>
            <pc:sldMk cId="4063643800" sldId="258"/>
            <ac:picMk id="1026" creationId="{CFDF2742-CD4B-34A2-9DB1-430E40DAA46E}"/>
          </ac:picMkLst>
        </pc:picChg>
        <pc:picChg chg="add mod">
          <ac:chgData name="Haskell, JT" userId="43ae342c-01b7-44d1-9e4c-5ccd6bbabb0e" providerId="ADAL" clId="{0713840D-611C-4B17-A692-7CF496DD0D9F}" dt="2025-05-27T15:32:29.891" v="1333" actId="1076"/>
          <ac:picMkLst>
            <pc:docMk/>
            <pc:sldMk cId="4063643800" sldId="258"/>
            <ac:picMk id="1028" creationId="{95680225-5962-F7CB-19AD-1EC84103D760}"/>
          </ac:picMkLst>
        </pc:picChg>
      </pc:sldChg>
      <pc:sldChg chg="addSp delSp modSp new mod setBg">
        <pc:chgData name="Haskell, JT" userId="43ae342c-01b7-44d1-9e4c-5ccd6bbabb0e" providerId="ADAL" clId="{0713840D-611C-4B17-A692-7CF496DD0D9F}" dt="2025-05-27T15:32:48.098" v="1342" actId="14100"/>
        <pc:sldMkLst>
          <pc:docMk/>
          <pc:sldMk cId="2376987349" sldId="259"/>
        </pc:sldMkLst>
        <pc:spChg chg="mod">
          <ac:chgData name="Haskell, JT" userId="43ae342c-01b7-44d1-9e4c-5ccd6bbabb0e" providerId="ADAL" clId="{0713840D-611C-4B17-A692-7CF496DD0D9F}" dt="2025-05-27T15:32:48.098" v="1342" actId="14100"/>
          <ac:spMkLst>
            <pc:docMk/>
            <pc:sldMk cId="2376987349" sldId="259"/>
            <ac:spMk id="2" creationId="{159D82DB-788B-C7DF-D94B-4E2E52D94D82}"/>
          </ac:spMkLst>
        </pc:spChg>
        <pc:spChg chg="del mod">
          <ac:chgData name="Haskell, JT" userId="43ae342c-01b7-44d1-9e4c-5ccd6bbabb0e" providerId="ADAL" clId="{0713840D-611C-4B17-A692-7CF496DD0D9F}" dt="2025-05-27T15:32:35.762" v="1334" actId="26606"/>
          <ac:spMkLst>
            <pc:docMk/>
            <pc:sldMk cId="2376987349" sldId="259"/>
            <ac:spMk id="3" creationId="{CDEEA26D-CE61-D248-4EB0-C34DCCD826A2}"/>
          </ac:spMkLst>
        </pc:spChg>
        <pc:graphicFrameChg chg="add">
          <ac:chgData name="Haskell, JT" userId="43ae342c-01b7-44d1-9e4c-5ccd6bbabb0e" providerId="ADAL" clId="{0713840D-611C-4B17-A692-7CF496DD0D9F}" dt="2025-05-27T15:32:35.762" v="1334" actId="26606"/>
          <ac:graphicFrameMkLst>
            <pc:docMk/>
            <pc:sldMk cId="2376987349" sldId="259"/>
            <ac:graphicFrameMk id="5" creationId="{60F89385-882C-74C1-C9A9-761F707C9CAC}"/>
          </ac:graphicFrameMkLst>
        </pc:graphicFrameChg>
      </pc:sldChg>
      <pc:sldChg chg="addSp delSp modSp new mod setBg">
        <pc:chgData name="Haskell, JT" userId="43ae342c-01b7-44d1-9e4c-5ccd6bbabb0e" providerId="ADAL" clId="{0713840D-611C-4B17-A692-7CF496DD0D9F}" dt="2025-05-27T15:32:53.800" v="1343" actId="26606"/>
        <pc:sldMkLst>
          <pc:docMk/>
          <pc:sldMk cId="3930750513" sldId="260"/>
        </pc:sldMkLst>
        <pc:spChg chg="mod">
          <ac:chgData name="Haskell, JT" userId="43ae342c-01b7-44d1-9e4c-5ccd6bbabb0e" providerId="ADAL" clId="{0713840D-611C-4B17-A692-7CF496DD0D9F}" dt="2025-05-27T15:32:53.800" v="1343" actId="26606"/>
          <ac:spMkLst>
            <pc:docMk/>
            <pc:sldMk cId="3930750513" sldId="260"/>
            <ac:spMk id="2" creationId="{F3F80C0C-80B9-6719-E8BA-433BA6C264D8}"/>
          </ac:spMkLst>
        </pc:spChg>
        <pc:spChg chg="del mod">
          <ac:chgData name="Haskell, JT" userId="43ae342c-01b7-44d1-9e4c-5ccd6bbabb0e" providerId="ADAL" clId="{0713840D-611C-4B17-A692-7CF496DD0D9F}" dt="2025-05-27T15:32:53.800" v="1343" actId="26606"/>
          <ac:spMkLst>
            <pc:docMk/>
            <pc:sldMk cId="3930750513" sldId="260"/>
            <ac:spMk id="3" creationId="{F3C5AF23-DB7C-C5C1-5C73-1B7A2B7C5963}"/>
          </ac:spMkLst>
        </pc:spChg>
        <pc:graphicFrameChg chg="add">
          <ac:chgData name="Haskell, JT" userId="43ae342c-01b7-44d1-9e4c-5ccd6bbabb0e" providerId="ADAL" clId="{0713840D-611C-4B17-A692-7CF496DD0D9F}" dt="2025-05-27T15:32:53.800" v="1343" actId="26606"/>
          <ac:graphicFrameMkLst>
            <pc:docMk/>
            <pc:sldMk cId="3930750513" sldId="260"/>
            <ac:graphicFrameMk id="5" creationId="{04C16EC8-CCD0-9A1C-7702-DF85408DBC97}"/>
          </ac:graphicFrameMkLst>
        </pc:graphicFrameChg>
      </pc:sldChg>
      <pc:sldChg chg="addSp delSp modSp new mod setBg">
        <pc:chgData name="Haskell, JT" userId="43ae342c-01b7-44d1-9e4c-5ccd6bbabb0e" providerId="ADAL" clId="{0713840D-611C-4B17-A692-7CF496DD0D9F}" dt="2025-05-27T15:32:59.163" v="1344" actId="26606"/>
        <pc:sldMkLst>
          <pc:docMk/>
          <pc:sldMk cId="807041248" sldId="261"/>
        </pc:sldMkLst>
        <pc:spChg chg="mod">
          <ac:chgData name="Haskell, JT" userId="43ae342c-01b7-44d1-9e4c-5ccd6bbabb0e" providerId="ADAL" clId="{0713840D-611C-4B17-A692-7CF496DD0D9F}" dt="2025-05-27T15:32:59.163" v="1344" actId="26606"/>
          <ac:spMkLst>
            <pc:docMk/>
            <pc:sldMk cId="807041248" sldId="261"/>
            <ac:spMk id="2" creationId="{E7B85BD8-233B-477D-95A9-8716FD09FD1D}"/>
          </ac:spMkLst>
        </pc:spChg>
        <pc:spChg chg="del mod">
          <ac:chgData name="Haskell, JT" userId="43ae342c-01b7-44d1-9e4c-5ccd6bbabb0e" providerId="ADAL" clId="{0713840D-611C-4B17-A692-7CF496DD0D9F}" dt="2025-05-27T15:32:59.163" v="1344" actId="26606"/>
          <ac:spMkLst>
            <pc:docMk/>
            <pc:sldMk cId="807041248" sldId="261"/>
            <ac:spMk id="3" creationId="{295C4C3F-C8F8-AD03-00CC-4AD3F46EC257}"/>
          </ac:spMkLst>
        </pc:spChg>
        <pc:graphicFrameChg chg="add">
          <ac:chgData name="Haskell, JT" userId="43ae342c-01b7-44d1-9e4c-5ccd6bbabb0e" providerId="ADAL" clId="{0713840D-611C-4B17-A692-7CF496DD0D9F}" dt="2025-05-27T15:32:59.163" v="1344" actId="26606"/>
          <ac:graphicFrameMkLst>
            <pc:docMk/>
            <pc:sldMk cId="807041248" sldId="261"/>
            <ac:graphicFrameMk id="5" creationId="{C785A413-1300-9ACB-5D6D-ED1350D9DC8E}"/>
          </ac:graphicFrameMkLst>
        </pc:graphicFrameChg>
      </pc:sldChg>
      <pc:sldChg chg="addSp delSp modSp new mod">
        <pc:chgData name="Haskell, JT" userId="43ae342c-01b7-44d1-9e4c-5ccd6bbabb0e" providerId="ADAL" clId="{0713840D-611C-4B17-A692-7CF496DD0D9F}" dt="2025-05-27T15:33:09.126" v="1345" actId="26606"/>
        <pc:sldMkLst>
          <pc:docMk/>
          <pc:sldMk cId="703109982" sldId="262"/>
        </pc:sldMkLst>
        <pc:spChg chg="mod">
          <ac:chgData name="Haskell, JT" userId="43ae342c-01b7-44d1-9e4c-5ccd6bbabb0e" providerId="ADAL" clId="{0713840D-611C-4B17-A692-7CF496DD0D9F}" dt="2025-05-27T15:30:40.456" v="1320"/>
          <ac:spMkLst>
            <pc:docMk/>
            <pc:sldMk cId="703109982" sldId="262"/>
            <ac:spMk id="2" creationId="{0C9152B2-0DE3-BA71-B001-97E785E75144}"/>
          </ac:spMkLst>
        </pc:spChg>
        <pc:spChg chg="del mod">
          <ac:chgData name="Haskell, JT" userId="43ae342c-01b7-44d1-9e4c-5ccd6bbabb0e" providerId="ADAL" clId="{0713840D-611C-4B17-A692-7CF496DD0D9F}" dt="2025-05-27T15:33:09.126" v="1345" actId="26606"/>
          <ac:spMkLst>
            <pc:docMk/>
            <pc:sldMk cId="703109982" sldId="262"/>
            <ac:spMk id="3" creationId="{4BEB0B5E-9428-3804-3773-E635D7C867C6}"/>
          </ac:spMkLst>
        </pc:spChg>
        <pc:graphicFrameChg chg="add">
          <ac:chgData name="Haskell, JT" userId="43ae342c-01b7-44d1-9e4c-5ccd6bbabb0e" providerId="ADAL" clId="{0713840D-611C-4B17-A692-7CF496DD0D9F}" dt="2025-05-27T15:33:09.126" v="1345" actId="26606"/>
          <ac:graphicFrameMkLst>
            <pc:docMk/>
            <pc:sldMk cId="703109982" sldId="262"/>
            <ac:graphicFrameMk id="5" creationId="{CA4648F6-B139-07F3-5917-CF75B05DEC11}"/>
          </ac:graphicFrameMkLst>
        </pc:graphicFrameChg>
      </pc:sldChg>
      <pc:sldChg chg="addSp delSp modSp new mod setBg">
        <pc:chgData name="Haskell, JT" userId="43ae342c-01b7-44d1-9e4c-5ccd6bbabb0e" providerId="ADAL" clId="{0713840D-611C-4B17-A692-7CF496DD0D9F}" dt="2025-05-27T15:33:14.964" v="1346" actId="26606"/>
        <pc:sldMkLst>
          <pc:docMk/>
          <pc:sldMk cId="357286628" sldId="263"/>
        </pc:sldMkLst>
        <pc:spChg chg="mod">
          <ac:chgData name="Haskell, JT" userId="43ae342c-01b7-44d1-9e4c-5ccd6bbabb0e" providerId="ADAL" clId="{0713840D-611C-4B17-A692-7CF496DD0D9F}" dt="2025-05-27T15:33:14.964" v="1346" actId="26606"/>
          <ac:spMkLst>
            <pc:docMk/>
            <pc:sldMk cId="357286628" sldId="263"/>
            <ac:spMk id="2" creationId="{DE8B66E8-895F-D822-98BD-F89F961F3819}"/>
          </ac:spMkLst>
        </pc:spChg>
        <pc:spChg chg="del mod">
          <ac:chgData name="Haskell, JT" userId="43ae342c-01b7-44d1-9e4c-5ccd6bbabb0e" providerId="ADAL" clId="{0713840D-611C-4B17-A692-7CF496DD0D9F}" dt="2025-05-27T15:33:14.964" v="1346" actId="26606"/>
          <ac:spMkLst>
            <pc:docMk/>
            <pc:sldMk cId="357286628" sldId="263"/>
            <ac:spMk id="3" creationId="{BEDF9B60-8A6E-1653-6F65-4CF880438D5E}"/>
          </ac:spMkLst>
        </pc:spChg>
        <pc:graphicFrameChg chg="add">
          <ac:chgData name="Haskell, JT" userId="43ae342c-01b7-44d1-9e4c-5ccd6bbabb0e" providerId="ADAL" clId="{0713840D-611C-4B17-A692-7CF496DD0D9F}" dt="2025-05-27T15:33:14.964" v="1346" actId="26606"/>
          <ac:graphicFrameMkLst>
            <pc:docMk/>
            <pc:sldMk cId="357286628" sldId="263"/>
            <ac:graphicFrameMk id="5" creationId="{18CBAC62-3FA5-54BF-4E52-FCAB0A67A419}"/>
          </ac:graphicFrameMkLst>
        </pc:graphicFrameChg>
      </pc:sldChg>
      <pc:sldChg chg="addSp delSp modSp new mod setBg setClrOvrMap">
        <pc:chgData name="Haskell, JT" userId="43ae342c-01b7-44d1-9e4c-5ccd6bbabb0e" providerId="ADAL" clId="{0713840D-611C-4B17-A692-7CF496DD0D9F}" dt="2025-05-27T15:33:19.436" v="1347" actId="26606"/>
        <pc:sldMkLst>
          <pc:docMk/>
          <pc:sldMk cId="1665520183" sldId="264"/>
        </pc:sldMkLst>
        <pc:spChg chg="mod">
          <ac:chgData name="Haskell, JT" userId="43ae342c-01b7-44d1-9e4c-5ccd6bbabb0e" providerId="ADAL" clId="{0713840D-611C-4B17-A692-7CF496DD0D9F}" dt="2025-05-27T15:33:19.436" v="1347" actId="26606"/>
          <ac:spMkLst>
            <pc:docMk/>
            <pc:sldMk cId="1665520183" sldId="264"/>
            <ac:spMk id="2" creationId="{75DF571B-FEF0-2773-10E0-49EF98FF66F9}"/>
          </ac:spMkLst>
        </pc:spChg>
        <pc:spChg chg="del mod">
          <ac:chgData name="Haskell, JT" userId="43ae342c-01b7-44d1-9e4c-5ccd6bbabb0e" providerId="ADAL" clId="{0713840D-611C-4B17-A692-7CF496DD0D9F}" dt="2025-05-27T15:33:19.436" v="1347" actId="26606"/>
          <ac:spMkLst>
            <pc:docMk/>
            <pc:sldMk cId="1665520183" sldId="264"/>
            <ac:spMk id="3" creationId="{383272B0-7A3E-9184-65F1-F445A1A9A15E}"/>
          </ac:spMkLst>
        </pc:spChg>
        <pc:spChg chg="add">
          <ac:chgData name="Haskell, JT" userId="43ae342c-01b7-44d1-9e4c-5ccd6bbabb0e" providerId="ADAL" clId="{0713840D-611C-4B17-A692-7CF496DD0D9F}" dt="2025-05-27T15:33:19.436" v="1347" actId="26606"/>
          <ac:spMkLst>
            <pc:docMk/>
            <pc:sldMk cId="1665520183" sldId="264"/>
            <ac:spMk id="8" creationId="{C79B1AF8-A94D-4E21-A2A0-7F161E1E8110}"/>
          </ac:spMkLst>
        </pc:spChg>
        <pc:spChg chg="add">
          <ac:chgData name="Haskell, JT" userId="43ae342c-01b7-44d1-9e4c-5ccd6bbabb0e" providerId="ADAL" clId="{0713840D-611C-4B17-A692-7CF496DD0D9F}" dt="2025-05-27T15:33:19.436" v="1347" actId="26606"/>
          <ac:spMkLst>
            <pc:docMk/>
            <pc:sldMk cId="1665520183" sldId="264"/>
            <ac:spMk id="10" creationId="{5E10CB9E-4C45-46DB-835A-2C29CE29A625}"/>
          </ac:spMkLst>
        </pc:spChg>
        <pc:spChg chg="add">
          <ac:chgData name="Haskell, JT" userId="43ae342c-01b7-44d1-9e4c-5ccd6bbabb0e" providerId="ADAL" clId="{0713840D-611C-4B17-A692-7CF496DD0D9F}" dt="2025-05-27T15:33:19.436" v="1347" actId="26606"/>
          <ac:spMkLst>
            <pc:docMk/>
            <pc:sldMk cId="1665520183" sldId="264"/>
            <ac:spMk id="14" creationId="{B0513689-D00A-4D15-B8A3-AA50EC4B2BB9}"/>
          </ac:spMkLst>
        </pc:spChg>
        <pc:cxnChg chg="add">
          <ac:chgData name="Haskell, JT" userId="43ae342c-01b7-44d1-9e4c-5ccd6bbabb0e" providerId="ADAL" clId="{0713840D-611C-4B17-A692-7CF496DD0D9F}" dt="2025-05-27T15:33:19.436" v="1347" actId="26606"/>
          <ac:cxnSpMkLst>
            <pc:docMk/>
            <pc:sldMk cId="1665520183" sldId="264"/>
            <ac:cxnSpMk id="12" creationId="{2C1AF0B9-E97D-4D5D-BA2D-1C0BDE3A5EAE}"/>
          </ac:cxnSpMkLst>
        </pc:cxnChg>
      </pc:sldChg>
    </pc:docChg>
  </pc:docChgLst>
  <pc:docChgLst>
    <pc:chgData name="Haskell, JT" userId="43ae342c-01b7-44d1-9e4c-5ccd6bbabb0e" providerId="ADAL" clId="{D368F08D-2FE1-4F32-AFF8-99E8258D343D}"/>
    <pc:docChg chg="undo custSel addSld delSld modSld sldOrd">
      <pc:chgData name="Haskell, JT" userId="43ae342c-01b7-44d1-9e4c-5ccd6bbabb0e" providerId="ADAL" clId="{D368F08D-2FE1-4F32-AFF8-99E8258D343D}" dt="2025-05-27T16:36:32.178" v="4805" actId="26606"/>
      <pc:docMkLst>
        <pc:docMk/>
      </pc:docMkLst>
      <pc:sldChg chg="modSp mod">
        <pc:chgData name="Haskell, JT" userId="43ae342c-01b7-44d1-9e4c-5ccd6bbabb0e" providerId="ADAL" clId="{D368F08D-2FE1-4F32-AFF8-99E8258D343D}" dt="2025-05-27T15:35:09.583" v="25" actId="20577"/>
        <pc:sldMkLst>
          <pc:docMk/>
          <pc:sldMk cId="409288186" sldId="256"/>
        </pc:sldMkLst>
        <pc:spChg chg="mod">
          <ac:chgData name="Haskell, JT" userId="43ae342c-01b7-44d1-9e4c-5ccd6bbabb0e" providerId="ADAL" clId="{D368F08D-2FE1-4F32-AFF8-99E8258D343D}" dt="2025-05-27T15:35:02.333" v="1" actId="20577"/>
          <ac:spMkLst>
            <pc:docMk/>
            <pc:sldMk cId="409288186" sldId="256"/>
            <ac:spMk id="2" creationId="{848CE82C-BD33-E236-A89C-353C50ECAB9E}"/>
          </ac:spMkLst>
        </pc:spChg>
        <pc:spChg chg="mod">
          <ac:chgData name="Haskell, JT" userId="43ae342c-01b7-44d1-9e4c-5ccd6bbabb0e" providerId="ADAL" clId="{D368F08D-2FE1-4F32-AFF8-99E8258D343D}" dt="2025-05-27T15:35:09.583" v="25" actId="20577"/>
          <ac:spMkLst>
            <pc:docMk/>
            <pc:sldMk cId="409288186" sldId="256"/>
            <ac:spMk id="3" creationId="{C2D6A4F0-EA2D-376B-20E7-F65A3F067D08}"/>
          </ac:spMkLst>
        </pc:spChg>
      </pc:sldChg>
      <pc:sldChg chg="del">
        <pc:chgData name="Haskell, JT" userId="43ae342c-01b7-44d1-9e4c-5ccd6bbabb0e" providerId="ADAL" clId="{D368F08D-2FE1-4F32-AFF8-99E8258D343D}" dt="2025-05-27T15:35:17.167" v="26" actId="47"/>
        <pc:sldMkLst>
          <pc:docMk/>
          <pc:sldMk cId="1389789272" sldId="257"/>
        </pc:sldMkLst>
      </pc:sldChg>
      <pc:sldChg chg="del">
        <pc:chgData name="Haskell, JT" userId="43ae342c-01b7-44d1-9e4c-5ccd6bbabb0e" providerId="ADAL" clId="{D368F08D-2FE1-4F32-AFF8-99E8258D343D}" dt="2025-05-27T15:35:17.167" v="26" actId="47"/>
        <pc:sldMkLst>
          <pc:docMk/>
          <pc:sldMk cId="4063643800" sldId="258"/>
        </pc:sldMkLst>
      </pc:sldChg>
      <pc:sldChg chg="del">
        <pc:chgData name="Haskell, JT" userId="43ae342c-01b7-44d1-9e4c-5ccd6bbabb0e" providerId="ADAL" clId="{D368F08D-2FE1-4F32-AFF8-99E8258D343D}" dt="2025-05-27T15:35:17.167" v="26" actId="47"/>
        <pc:sldMkLst>
          <pc:docMk/>
          <pc:sldMk cId="2376987349" sldId="259"/>
        </pc:sldMkLst>
      </pc:sldChg>
      <pc:sldChg chg="del">
        <pc:chgData name="Haskell, JT" userId="43ae342c-01b7-44d1-9e4c-5ccd6bbabb0e" providerId="ADAL" clId="{D368F08D-2FE1-4F32-AFF8-99E8258D343D}" dt="2025-05-27T15:35:17.167" v="26" actId="47"/>
        <pc:sldMkLst>
          <pc:docMk/>
          <pc:sldMk cId="3930750513" sldId="260"/>
        </pc:sldMkLst>
      </pc:sldChg>
      <pc:sldChg chg="del">
        <pc:chgData name="Haskell, JT" userId="43ae342c-01b7-44d1-9e4c-5ccd6bbabb0e" providerId="ADAL" clId="{D368F08D-2FE1-4F32-AFF8-99E8258D343D}" dt="2025-05-27T15:35:17.167" v="26" actId="47"/>
        <pc:sldMkLst>
          <pc:docMk/>
          <pc:sldMk cId="807041248" sldId="261"/>
        </pc:sldMkLst>
      </pc:sldChg>
      <pc:sldChg chg="del">
        <pc:chgData name="Haskell, JT" userId="43ae342c-01b7-44d1-9e4c-5ccd6bbabb0e" providerId="ADAL" clId="{D368F08D-2FE1-4F32-AFF8-99E8258D343D}" dt="2025-05-27T15:35:17.167" v="26" actId="47"/>
        <pc:sldMkLst>
          <pc:docMk/>
          <pc:sldMk cId="703109982" sldId="262"/>
        </pc:sldMkLst>
      </pc:sldChg>
      <pc:sldChg chg="del">
        <pc:chgData name="Haskell, JT" userId="43ae342c-01b7-44d1-9e4c-5ccd6bbabb0e" providerId="ADAL" clId="{D368F08D-2FE1-4F32-AFF8-99E8258D343D}" dt="2025-05-27T15:35:17.167" v="26" actId="47"/>
        <pc:sldMkLst>
          <pc:docMk/>
          <pc:sldMk cId="357286628" sldId="263"/>
        </pc:sldMkLst>
      </pc:sldChg>
      <pc:sldChg chg="addSp delSp modSp new mod setBg">
        <pc:chgData name="Haskell, JT" userId="43ae342c-01b7-44d1-9e4c-5ccd6bbabb0e" providerId="ADAL" clId="{D368F08D-2FE1-4F32-AFF8-99E8258D343D}" dt="2025-05-27T15:46:01.130" v="1350" actId="26606"/>
        <pc:sldMkLst>
          <pc:docMk/>
          <pc:sldMk cId="3509651694" sldId="265"/>
        </pc:sldMkLst>
        <pc:spChg chg="mod">
          <ac:chgData name="Haskell, JT" userId="43ae342c-01b7-44d1-9e4c-5ccd6bbabb0e" providerId="ADAL" clId="{D368F08D-2FE1-4F32-AFF8-99E8258D343D}" dt="2025-05-27T15:46:01.130" v="1350" actId="26606"/>
          <ac:spMkLst>
            <pc:docMk/>
            <pc:sldMk cId="3509651694" sldId="265"/>
            <ac:spMk id="2" creationId="{171E1895-E084-8191-05C1-7F95ACBB98CE}"/>
          </ac:spMkLst>
        </pc:spChg>
        <pc:spChg chg="del mod">
          <ac:chgData name="Haskell, JT" userId="43ae342c-01b7-44d1-9e4c-5ccd6bbabb0e" providerId="ADAL" clId="{D368F08D-2FE1-4F32-AFF8-99E8258D343D}" dt="2025-05-27T15:46:01.130" v="1350" actId="26606"/>
          <ac:spMkLst>
            <pc:docMk/>
            <pc:sldMk cId="3509651694" sldId="265"/>
            <ac:spMk id="3" creationId="{618D584F-4DAF-9EEF-761D-D273E8193213}"/>
          </ac:spMkLst>
        </pc:spChg>
        <pc:graphicFrameChg chg="add">
          <ac:chgData name="Haskell, JT" userId="43ae342c-01b7-44d1-9e4c-5ccd6bbabb0e" providerId="ADAL" clId="{D368F08D-2FE1-4F32-AFF8-99E8258D343D}" dt="2025-05-27T15:46:01.130" v="1350" actId="26606"/>
          <ac:graphicFrameMkLst>
            <pc:docMk/>
            <pc:sldMk cId="3509651694" sldId="265"/>
            <ac:graphicFrameMk id="5" creationId="{717D08DA-5800-BF6B-A3FB-4C657B9FAA5E}"/>
          </ac:graphicFrameMkLst>
        </pc:graphicFrameChg>
      </pc:sldChg>
      <pc:sldChg chg="addSp delSp modSp new mod setBg modClrScheme chgLayout">
        <pc:chgData name="Haskell, JT" userId="43ae342c-01b7-44d1-9e4c-5ccd6bbabb0e" providerId="ADAL" clId="{D368F08D-2FE1-4F32-AFF8-99E8258D343D}" dt="2025-05-27T15:37:36.804" v="395" actId="26606"/>
        <pc:sldMkLst>
          <pc:docMk/>
          <pc:sldMk cId="3086919926" sldId="266"/>
        </pc:sldMkLst>
        <pc:spChg chg="mod ord">
          <ac:chgData name="Haskell, JT" userId="43ae342c-01b7-44d1-9e4c-5ccd6bbabb0e" providerId="ADAL" clId="{D368F08D-2FE1-4F32-AFF8-99E8258D343D}" dt="2025-05-27T15:37:36.804" v="395" actId="26606"/>
          <ac:spMkLst>
            <pc:docMk/>
            <pc:sldMk cId="3086919926" sldId="266"/>
            <ac:spMk id="2" creationId="{F9C5F255-869F-480D-A7F6-D441E02167A3}"/>
          </ac:spMkLst>
        </pc:spChg>
        <pc:spChg chg="mod ord">
          <ac:chgData name="Haskell, JT" userId="43ae342c-01b7-44d1-9e4c-5ccd6bbabb0e" providerId="ADAL" clId="{D368F08D-2FE1-4F32-AFF8-99E8258D343D}" dt="2025-05-27T15:37:36.804" v="395" actId="26606"/>
          <ac:spMkLst>
            <pc:docMk/>
            <pc:sldMk cId="3086919926" sldId="266"/>
            <ac:spMk id="3" creationId="{729FDD73-B647-D81E-952F-F462077D7A56}"/>
          </ac:spMkLst>
        </pc:spChg>
        <pc:spChg chg="add del mod ord">
          <ac:chgData name="Haskell, JT" userId="43ae342c-01b7-44d1-9e4c-5ccd6bbabb0e" providerId="ADAL" clId="{D368F08D-2FE1-4F32-AFF8-99E8258D343D}" dt="2025-05-27T15:37:31.057" v="394" actId="22"/>
          <ac:spMkLst>
            <pc:docMk/>
            <pc:sldMk cId="3086919926" sldId="266"/>
            <ac:spMk id="4" creationId="{8438BB3F-5489-0DC2-0D77-287BD52DD4CB}"/>
          </ac:spMkLst>
        </pc:spChg>
        <pc:spChg chg="add">
          <ac:chgData name="Haskell, JT" userId="43ae342c-01b7-44d1-9e4c-5ccd6bbabb0e" providerId="ADAL" clId="{D368F08D-2FE1-4F32-AFF8-99E8258D343D}" dt="2025-05-27T15:37:36.804" v="395" actId="26606"/>
          <ac:spMkLst>
            <pc:docMk/>
            <pc:sldMk cId="3086919926" sldId="266"/>
            <ac:spMk id="11" creationId="{368A5362-EC3B-4BE3-804B-E6B289AF8A36}"/>
          </ac:spMkLst>
        </pc:spChg>
        <pc:picChg chg="add mod ord">
          <ac:chgData name="Haskell, JT" userId="43ae342c-01b7-44d1-9e4c-5ccd6bbabb0e" providerId="ADAL" clId="{D368F08D-2FE1-4F32-AFF8-99E8258D343D}" dt="2025-05-27T15:37:36.804" v="395" actId="26606"/>
          <ac:picMkLst>
            <pc:docMk/>
            <pc:sldMk cId="3086919926" sldId="266"/>
            <ac:picMk id="6" creationId="{C2D03400-D10D-873A-4A66-16768E79BC5D}"/>
          </ac:picMkLst>
        </pc:picChg>
      </pc:sldChg>
      <pc:sldChg chg="addSp delSp modSp new mod ord setBg">
        <pc:chgData name="Haskell, JT" userId="43ae342c-01b7-44d1-9e4c-5ccd6bbabb0e" providerId="ADAL" clId="{D368F08D-2FE1-4F32-AFF8-99E8258D343D}" dt="2025-05-27T15:52:13.701" v="2219" actId="20577"/>
        <pc:sldMkLst>
          <pc:docMk/>
          <pc:sldMk cId="167143236" sldId="267"/>
        </pc:sldMkLst>
        <pc:spChg chg="mod">
          <ac:chgData name="Haskell, JT" userId="43ae342c-01b7-44d1-9e4c-5ccd6bbabb0e" providerId="ADAL" clId="{D368F08D-2FE1-4F32-AFF8-99E8258D343D}" dt="2025-05-27T15:50:43.715" v="1940" actId="26606"/>
          <ac:spMkLst>
            <pc:docMk/>
            <pc:sldMk cId="167143236" sldId="267"/>
            <ac:spMk id="2" creationId="{DE565659-4D3B-ECB8-F62E-604D6E500241}"/>
          </ac:spMkLst>
        </pc:spChg>
        <pc:spChg chg="mod ord">
          <ac:chgData name="Haskell, JT" userId="43ae342c-01b7-44d1-9e4c-5ccd6bbabb0e" providerId="ADAL" clId="{D368F08D-2FE1-4F32-AFF8-99E8258D343D}" dt="2025-05-27T15:52:13.701" v="2219" actId="20577"/>
          <ac:spMkLst>
            <pc:docMk/>
            <pc:sldMk cId="167143236" sldId="267"/>
            <ac:spMk id="3" creationId="{BC8E85FC-8897-1E4D-44AD-A127D1CD96E8}"/>
          </ac:spMkLst>
        </pc:spChg>
        <pc:spChg chg="del">
          <ac:chgData name="Haskell, JT" userId="43ae342c-01b7-44d1-9e4c-5ccd6bbabb0e" providerId="ADAL" clId="{D368F08D-2FE1-4F32-AFF8-99E8258D343D}" dt="2025-05-27T15:50:41.543" v="1939" actId="22"/>
          <ac:spMkLst>
            <pc:docMk/>
            <pc:sldMk cId="167143236" sldId="267"/>
            <ac:spMk id="4" creationId="{1130045E-4006-D09E-9A0D-6BF4EE313B66}"/>
          </ac:spMkLst>
        </pc:spChg>
        <pc:spChg chg="add">
          <ac:chgData name="Haskell, JT" userId="43ae342c-01b7-44d1-9e4c-5ccd6bbabb0e" providerId="ADAL" clId="{D368F08D-2FE1-4F32-AFF8-99E8258D343D}" dt="2025-05-27T15:50:43.715" v="1940" actId="26606"/>
          <ac:spMkLst>
            <pc:docMk/>
            <pc:sldMk cId="167143236" sldId="267"/>
            <ac:spMk id="11" creationId="{368A5362-EC3B-4BE3-804B-E6B289AF8A36}"/>
          </ac:spMkLst>
        </pc:spChg>
        <pc:picChg chg="add mod ord">
          <ac:chgData name="Haskell, JT" userId="43ae342c-01b7-44d1-9e4c-5ccd6bbabb0e" providerId="ADAL" clId="{D368F08D-2FE1-4F32-AFF8-99E8258D343D}" dt="2025-05-27T15:50:43.715" v="1940" actId="26606"/>
          <ac:picMkLst>
            <pc:docMk/>
            <pc:sldMk cId="167143236" sldId="267"/>
            <ac:picMk id="6" creationId="{874BA481-D84F-D50D-3593-F484F9D99EB3}"/>
          </ac:picMkLst>
        </pc:picChg>
      </pc:sldChg>
      <pc:sldChg chg="addSp delSp modSp new mod setBg">
        <pc:chgData name="Haskell, JT" userId="43ae342c-01b7-44d1-9e4c-5ccd6bbabb0e" providerId="ADAL" clId="{D368F08D-2FE1-4F32-AFF8-99E8258D343D}" dt="2025-05-27T15:49:00.712" v="1664" actId="26606"/>
        <pc:sldMkLst>
          <pc:docMk/>
          <pc:sldMk cId="1231142163" sldId="268"/>
        </pc:sldMkLst>
        <pc:spChg chg="mod">
          <ac:chgData name="Haskell, JT" userId="43ae342c-01b7-44d1-9e4c-5ccd6bbabb0e" providerId="ADAL" clId="{D368F08D-2FE1-4F32-AFF8-99E8258D343D}" dt="2025-05-27T15:49:00.712" v="1664" actId="26606"/>
          <ac:spMkLst>
            <pc:docMk/>
            <pc:sldMk cId="1231142163" sldId="268"/>
            <ac:spMk id="2" creationId="{7A72EBF9-542B-3E1C-583D-4B84F1A5A5BD}"/>
          </ac:spMkLst>
        </pc:spChg>
        <pc:spChg chg="mod ord">
          <ac:chgData name="Haskell, JT" userId="43ae342c-01b7-44d1-9e4c-5ccd6bbabb0e" providerId="ADAL" clId="{D368F08D-2FE1-4F32-AFF8-99E8258D343D}" dt="2025-05-27T15:49:00.712" v="1664" actId="26606"/>
          <ac:spMkLst>
            <pc:docMk/>
            <pc:sldMk cId="1231142163" sldId="268"/>
            <ac:spMk id="3" creationId="{EE0AD4A5-CC49-0B4E-7A0D-41003C62A4A8}"/>
          </ac:spMkLst>
        </pc:spChg>
        <pc:spChg chg="add del">
          <ac:chgData name="Haskell, JT" userId="43ae342c-01b7-44d1-9e4c-5ccd6bbabb0e" providerId="ADAL" clId="{D368F08D-2FE1-4F32-AFF8-99E8258D343D}" dt="2025-05-27T15:48:43.224" v="1659"/>
          <ac:spMkLst>
            <pc:docMk/>
            <pc:sldMk cId="1231142163" sldId="268"/>
            <ac:spMk id="4" creationId="{BDA2536B-D900-87BA-C708-1A6EB93F474B}"/>
          </ac:spMkLst>
        </pc:spChg>
        <pc:spChg chg="add del mod">
          <ac:chgData name="Haskell, JT" userId="43ae342c-01b7-44d1-9e4c-5ccd6bbabb0e" providerId="ADAL" clId="{D368F08D-2FE1-4F32-AFF8-99E8258D343D}" dt="2025-05-27T15:48:39.207" v="1656" actId="478"/>
          <ac:spMkLst>
            <pc:docMk/>
            <pc:sldMk cId="1231142163" sldId="268"/>
            <ac:spMk id="8" creationId="{C4AE0E2E-BA33-20C8-08DD-7E294354EB9E}"/>
          </ac:spMkLst>
        </pc:spChg>
        <pc:spChg chg="add del">
          <ac:chgData name="Haskell, JT" userId="43ae342c-01b7-44d1-9e4c-5ccd6bbabb0e" providerId="ADAL" clId="{D368F08D-2FE1-4F32-AFF8-99E8258D343D}" dt="2025-05-27T15:48:40.196" v="1657" actId="26606"/>
          <ac:spMkLst>
            <pc:docMk/>
            <pc:sldMk cId="1231142163" sldId="268"/>
            <ac:spMk id="11" creationId="{368A5362-EC3B-4BE3-804B-E6B289AF8A36}"/>
          </ac:spMkLst>
        </pc:spChg>
        <pc:spChg chg="add del">
          <ac:chgData name="Haskell, JT" userId="43ae342c-01b7-44d1-9e4c-5ccd6bbabb0e" providerId="ADAL" clId="{D368F08D-2FE1-4F32-AFF8-99E8258D343D}" dt="2025-05-27T15:49:00.712" v="1664" actId="26606"/>
          <ac:spMkLst>
            <pc:docMk/>
            <pc:sldMk cId="1231142163" sldId="268"/>
            <ac:spMk id="1033" creationId="{368A5362-EC3B-4BE3-804B-E6B289AF8A36}"/>
          </ac:spMkLst>
        </pc:spChg>
        <pc:spChg chg="add">
          <ac:chgData name="Haskell, JT" userId="43ae342c-01b7-44d1-9e4c-5ccd6bbabb0e" providerId="ADAL" clId="{D368F08D-2FE1-4F32-AFF8-99E8258D343D}" dt="2025-05-27T15:49:00.712" v="1664" actId="26606"/>
          <ac:spMkLst>
            <pc:docMk/>
            <pc:sldMk cId="1231142163" sldId="268"/>
            <ac:spMk id="1038" creationId="{6C0DD7BF-8F3D-4D34-A37A-85563D3D62FF}"/>
          </ac:spMkLst>
        </pc:spChg>
        <pc:picChg chg="add del mod ord">
          <ac:chgData name="Haskell, JT" userId="43ae342c-01b7-44d1-9e4c-5ccd6bbabb0e" providerId="ADAL" clId="{D368F08D-2FE1-4F32-AFF8-99E8258D343D}" dt="2025-05-27T15:48:41.982" v="1658" actId="22"/>
          <ac:picMkLst>
            <pc:docMk/>
            <pc:sldMk cId="1231142163" sldId="268"/>
            <ac:picMk id="6" creationId="{55909C1D-B987-2A2B-61D6-1772368C1F08}"/>
          </ac:picMkLst>
        </pc:picChg>
        <pc:picChg chg="add">
          <ac:chgData name="Haskell, JT" userId="43ae342c-01b7-44d1-9e4c-5ccd6bbabb0e" providerId="ADAL" clId="{D368F08D-2FE1-4F32-AFF8-99E8258D343D}" dt="2025-05-27T15:48:36.534" v="1655"/>
          <ac:picMkLst>
            <pc:docMk/>
            <pc:sldMk cId="1231142163" sldId="268"/>
            <ac:picMk id="1026" creationId="{0962FF61-8711-F339-E8CD-2020D0F1623A}"/>
          </ac:picMkLst>
        </pc:picChg>
        <pc:picChg chg="add mod ord">
          <ac:chgData name="Haskell, JT" userId="43ae342c-01b7-44d1-9e4c-5ccd6bbabb0e" providerId="ADAL" clId="{D368F08D-2FE1-4F32-AFF8-99E8258D343D}" dt="2025-05-27T15:49:00.712" v="1664" actId="26606"/>
          <ac:picMkLst>
            <pc:docMk/>
            <pc:sldMk cId="1231142163" sldId="268"/>
            <ac:picMk id="1028" creationId="{7AFCE24C-A0D0-6BC5-F7A0-1CA8F82D3540}"/>
          </ac:picMkLst>
        </pc:picChg>
      </pc:sldChg>
      <pc:sldChg chg="addSp delSp modSp new mod setBg">
        <pc:chgData name="Haskell, JT" userId="43ae342c-01b7-44d1-9e4c-5ccd6bbabb0e" providerId="ADAL" clId="{D368F08D-2FE1-4F32-AFF8-99E8258D343D}" dt="2025-05-27T15:52:01.936" v="2215" actId="26606"/>
        <pc:sldMkLst>
          <pc:docMk/>
          <pc:sldMk cId="1108653713" sldId="269"/>
        </pc:sldMkLst>
        <pc:spChg chg="mod">
          <ac:chgData name="Haskell, JT" userId="43ae342c-01b7-44d1-9e4c-5ccd6bbabb0e" providerId="ADAL" clId="{D368F08D-2FE1-4F32-AFF8-99E8258D343D}" dt="2025-05-27T15:52:01.936" v="2215" actId="26606"/>
          <ac:spMkLst>
            <pc:docMk/>
            <pc:sldMk cId="1108653713" sldId="269"/>
            <ac:spMk id="2" creationId="{756A9F09-C0FF-01B9-41B7-04504B2BB62D}"/>
          </ac:spMkLst>
        </pc:spChg>
        <pc:spChg chg="mod ord">
          <ac:chgData name="Haskell, JT" userId="43ae342c-01b7-44d1-9e4c-5ccd6bbabb0e" providerId="ADAL" clId="{D368F08D-2FE1-4F32-AFF8-99E8258D343D}" dt="2025-05-27T15:52:01.936" v="2215" actId="26606"/>
          <ac:spMkLst>
            <pc:docMk/>
            <pc:sldMk cId="1108653713" sldId="269"/>
            <ac:spMk id="3" creationId="{1D1E1731-6E80-A48B-830F-6EBA93F7D5A6}"/>
          </ac:spMkLst>
        </pc:spChg>
        <pc:spChg chg="del">
          <ac:chgData name="Haskell, JT" userId="43ae342c-01b7-44d1-9e4c-5ccd6bbabb0e" providerId="ADAL" clId="{D368F08D-2FE1-4F32-AFF8-99E8258D343D}" dt="2025-05-27T15:51:55.146" v="2214" actId="22"/>
          <ac:spMkLst>
            <pc:docMk/>
            <pc:sldMk cId="1108653713" sldId="269"/>
            <ac:spMk id="4" creationId="{EDC78F6D-C434-10A9-15FF-F430FCBEF89E}"/>
          </ac:spMkLst>
        </pc:spChg>
        <pc:spChg chg="add">
          <ac:chgData name="Haskell, JT" userId="43ae342c-01b7-44d1-9e4c-5ccd6bbabb0e" providerId="ADAL" clId="{D368F08D-2FE1-4F32-AFF8-99E8258D343D}" dt="2025-05-27T15:52:01.936" v="2215" actId="26606"/>
          <ac:spMkLst>
            <pc:docMk/>
            <pc:sldMk cId="1108653713" sldId="269"/>
            <ac:spMk id="11" creationId="{368A5362-EC3B-4BE3-804B-E6B289AF8A36}"/>
          </ac:spMkLst>
        </pc:spChg>
        <pc:picChg chg="add mod ord">
          <ac:chgData name="Haskell, JT" userId="43ae342c-01b7-44d1-9e4c-5ccd6bbabb0e" providerId="ADAL" clId="{D368F08D-2FE1-4F32-AFF8-99E8258D343D}" dt="2025-05-27T15:52:01.936" v="2215" actId="26606"/>
          <ac:picMkLst>
            <pc:docMk/>
            <pc:sldMk cId="1108653713" sldId="269"/>
            <ac:picMk id="6" creationId="{30E111B1-2AD8-8CF8-3CCE-C8A6B7399EF6}"/>
          </ac:picMkLst>
        </pc:picChg>
      </pc:sldChg>
      <pc:sldChg chg="addSp delSp modSp new mod setBg modClrScheme chgLayout">
        <pc:chgData name="Haskell, JT" userId="43ae342c-01b7-44d1-9e4c-5ccd6bbabb0e" providerId="ADAL" clId="{D368F08D-2FE1-4F32-AFF8-99E8258D343D}" dt="2025-05-27T15:39:52.265" v="602" actId="20577"/>
        <pc:sldMkLst>
          <pc:docMk/>
          <pc:sldMk cId="1319433921" sldId="270"/>
        </pc:sldMkLst>
        <pc:spChg chg="mod ord">
          <ac:chgData name="Haskell, JT" userId="43ae342c-01b7-44d1-9e4c-5ccd6bbabb0e" providerId="ADAL" clId="{D368F08D-2FE1-4F32-AFF8-99E8258D343D}" dt="2025-05-27T15:39:45.954" v="600" actId="26606"/>
          <ac:spMkLst>
            <pc:docMk/>
            <pc:sldMk cId="1319433921" sldId="270"/>
            <ac:spMk id="2" creationId="{D8B6FBF7-D7D0-1E98-FA7D-F5D324483925}"/>
          </ac:spMkLst>
        </pc:spChg>
        <pc:spChg chg="del mod ord">
          <ac:chgData name="Haskell, JT" userId="43ae342c-01b7-44d1-9e4c-5ccd6bbabb0e" providerId="ADAL" clId="{D368F08D-2FE1-4F32-AFF8-99E8258D343D}" dt="2025-05-27T15:39:45.954" v="600" actId="26606"/>
          <ac:spMkLst>
            <pc:docMk/>
            <pc:sldMk cId="1319433921" sldId="270"/>
            <ac:spMk id="3" creationId="{AB570977-AC00-8C4C-5896-42915F5B57F6}"/>
          </ac:spMkLst>
        </pc:spChg>
        <pc:spChg chg="del">
          <ac:chgData name="Haskell, JT" userId="43ae342c-01b7-44d1-9e4c-5ccd6bbabb0e" providerId="ADAL" clId="{D368F08D-2FE1-4F32-AFF8-99E8258D343D}" dt="2025-05-27T15:39:19.371" v="599" actId="700"/>
          <ac:spMkLst>
            <pc:docMk/>
            <pc:sldMk cId="1319433921" sldId="270"/>
            <ac:spMk id="4" creationId="{A4F64479-1273-F10C-F900-318D7A1309F5}"/>
          </ac:spMkLst>
        </pc:spChg>
        <pc:graphicFrameChg chg="add mod">
          <ac:chgData name="Haskell, JT" userId="43ae342c-01b7-44d1-9e4c-5ccd6bbabb0e" providerId="ADAL" clId="{D368F08D-2FE1-4F32-AFF8-99E8258D343D}" dt="2025-05-27T15:39:52.265" v="602" actId="20577"/>
          <ac:graphicFrameMkLst>
            <pc:docMk/>
            <pc:sldMk cId="1319433921" sldId="270"/>
            <ac:graphicFrameMk id="5" creationId="{C80E7451-0043-0A13-212F-E75568233E44}"/>
          </ac:graphicFrameMkLst>
        </pc:graphicFrameChg>
      </pc:sldChg>
      <pc:sldChg chg="modSp new mod">
        <pc:chgData name="Haskell, JT" userId="43ae342c-01b7-44d1-9e4c-5ccd6bbabb0e" providerId="ADAL" clId="{D368F08D-2FE1-4F32-AFF8-99E8258D343D}" dt="2025-05-27T16:04:27.374" v="2666" actId="947"/>
        <pc:sldMkLst>
          <pc:docMk/>
          <pc:sldMk cId="1227638531" sldId="271"/>
        </pc:sldMkLst>
        <pc:spChg chg="mod">
          <ac:chgData name="Haskell, JT" userId="43ae342c-01b7-44d1-9e4c-5ccd6bbabb0e" providerId="ADAL" clId="{D368F08D-2FE1-4F32-AFF8-99E8258D343D}" dt="2025-05-27T15:40:04.655" v="610" actId="20577"/>
          <ac:spMkLst>
            <pc:docMk/>
            <pc:sldMk cId="1227638531" sldId="271"/>
            <ac:spMk id="2" creationId="{AC61002C-D8A0-1479-7CCD-EC3224009924}"/>
          </ac:spMkLst>
        </pc:spChg>
        <pc:spChg chg="mod">
          <ac:chgData name="Haskell, JT" userId="43ae342c-01b7-44d1-9e4c-5ccd6bbabb0e" providerId="ADAL" clId="{D368F08D-2FE1-4F32-AFF8-99E8258D343D}" dt="2025-05-27T16:04:27.374" v="2666" actId="947"/>
          <ac:spMkLst>
            <pc:docMk/>
            <pc:sldMk cId="1227638531" sldId="271"/>
            <ac:spMk id="3" creationId="{7A8BAE47-7AC6-CEB7-C80B-CF12E2F5A5C2}"/>
          </ac:spMkLst>
        </pc:spChg>
      </pc:sldChg>
      <pc:sldChg chg="modSp new mod">
        <pc:chgData name="Haskell, JT" userId="43ae342c-01b7-44d1-9e4c-5ccd6bbabb0e" providerId="ADAL" clId="{D368F08D-2FE1-4F32-AFF8-99E8258D343D}" dt="2025-05-27T15:57:12.309" v="2526" actId="947"/>
        <pc:sldMkLst>
          <pc:docMk/>
          <pc:sldMk cId="589692591" sldId="272"/>
        </pc:sldMkLst>
        <pc:spChg chg="mod">
          <ac:chgData name="Haskell, JT" userId="43ae342c-01b7-44d1-9e4c-5ccd6bbabb0e" providerId="ADAL" clId="{D368F08D-2FE1-4F32-AFF8-99E8258D343D}" dt="2025-05-27T15:40:10.774" v="617" actId="20577"/>
          <ac:spMkLst>
            <pc:docMk/>
            <pc:sldMk cId="589692591" sldId="272"/>
            <ac:spMk id="2" creationId="{FD5B264B-FF2D-F87B-90F5-CD81B4B4F584}"/>
          </ac:spMkLst>
        </pc:spChg>
        <pc:spChg chg="mod">
          <ac:chgData name="Haskell, JT" userId="43ae342c-01b7-44d1-9e4c-5ccd6bbabb0e" providerId="ADAL" clId="{D368F08D-2FE1-4F32-AFF8-99E8258D343D}" dt="2025-05-27T15:57:12.309" v="2526" actId="947"/>
          <ac:spMkLst>
            <pc:docMk/>
            <pc:sldMk cId="589692591" sldId="272"/>
            <ac:spMk id="3" creationId="{5CECDB14-DEF7-231E-5C6B-2F8C8E271776}"/>
          </ac:spMkLst>
        </pc:spChg>
      </pc:sldChg>
      <pc:sldChg chg="addSp delSp modSp new mod setBg">
        <pc:chgData name="Haskell, JT" userId="43ae342c-01b7-44d1-9e4c-5ccd6bbabb0e" providerId="ADAL" clId="{D368F08D-2FE1-4F32-AFF8-99E8258D343D}" dt="2025-05-27T16:36:32.178" v="4805" actId="26606"/>
        <pc:sldMkLst>
          <pc:docMk/>
          <pc:sldMk cId="2666422366" sldId="273"/>
        </pc:sldMkLst>
        <pc:spChg chg="mod">
          <ac:chgData name="Haskell, JT" userId="43ae342c-01b7-44d1-9e4c-5ccd6bbabb0e" providerId="ADAL" clId="{D368F08D-2FE1-4F32-AFF8-99E8258D343D}" dt="2025-05-27T16:36:32.178" v="4805" actId="26606"/>
          <ac:spMkLst>
            <pc:docMk/>
            <pc:sldMk cId="2666422366" sldId="273"/>
            <ac:spMk id="2" creationId="{A67C563A-9D1C-E352-51E0-3E8E8E402C4A}"/>
          </ac:spMkLst>
        </pc:spChg>
        <pc:spChg chg="del mod">
          <ac:chgData name="Haskell, JT" userId="43ae342c-01b7-44d1-9e4c-5ccd6bbabb0e" providerId="ADAL" clId="{D368F08D-2FE1-4F32-AFF8-99E8258D343D}" dt="2025-05-27T16:36:32.178" v="4805" actId="26606"/>
          <ac:spMkLst>
            <pc:docMk/>
            <pc:sldMk cId="2666422366" sldId="273"/>
            <ac:spMk id="3" creationId="{B5E756F0-DBA9-4D7B-1123-756F0A081C7F}"/>
          </ac:spMkLst>
        </pc:spChg>
        <pc:graphicFrameChg chg="add">
          <ac:chgData name="Haskell, JT" userId="43ae342c-01b7-44d1-9e4c-5ccd6bbabb0e" providerId="ADAL" clId="{D368F08D-2FE1-4F32-AFF8-99E8258D343D}" dt="2025-05-27T16:36:32.178" v="4805" actId="26606"/>
          <ac:graphicFrameMkLst>
            <pc:docMk/>
            <pc:sldMk cId="2666422366" sldId="273"/>
            <ac:graphicFrameMk id="5" creationId="{38864013-0884-187E-0EAA-106F5189A672}"/>
          </ac:graphicFrameMkLst>
        </pc:graphicFrameChg>
      </pc:sldChg>
      <pc:sldChg chg="modSp new mod">
        <pc:chgData name="Haskell, JT" userId="43ae342c-01b7-44d1-9e4c-5ccd6bbabb0e" providerId="ADAL" clId="{D368F08D-2FE1-4F32-AFF8-99E8258D343D}" dt="2025-05-27T16:06:30.100" v="2801" actId="6549"/>
        <pc:sldMkLst>
          <pc:docMk/>
          <pc:sldMk cId="703393065" sldId="274"/>
        </pc:sldMkLst>
        <pc:spChg chg="mod">
          <ac:chgData name="Haskell, JT" userId="43ae342c-01b7-44d1-9e4c-5ccd6bbabb0e" providerId="ADAL" clId="{D368F08D-2FE1-4F32-AFF8-99E8258D343D}" dt="2025-05-27T15:40:23.782" v="635" actId="20577"/>
          <ac:spMkLst>
            <pc:docMk/>
            <pc:sldMk cId="703393065" sldId="274"/>
            <ac:spMk id="2" creationId="{4E3905E2-95A2-685B-C278-8D98CCFDEA00}"/>
          </ac:spMkLst>
        </pc:spChg>
        <pc:spChg chg="mod">
          <ac:chgData name="Haskell, JT" userId="43ae342c-01b7-44d1-9e4c-5ccd6bbabb0e" providerId="ADAL" clId="{D368F08D-2FE1-4F32-AFF8-99E8258D343D}" dt="2025-05-27T16:06:30.100" v="2801" actId="6549"/>
          <ac:spMkLst>
            <pc:docMk/>
            <pc:sldMk cId="703393065" sldId="274"/>
            <ac:spMk id="3" creationId="{361FFBAD-8137-D610-B9D4-BFC7FF06B418}"/>
          </ac:spMkLst>
        </pc:spChg>
      </pc:sldChg>
      <pc:sldChg chg="addSp delSp modSp new mod setBg">
        <pc:chgData name="Haskell, JT" userId="43ae342c-01b7-44d1-9e4c-5ccd6bbabb0e" providerId="ADAL" clId="{D368F08D-2FE1-4F32-AFF8-99E8258D343D}" dt="2025-05-27T16:09:01.717" v="3026" actId="20577"/>
        <pc:sldMkLst>
          <pc:docMk/>
          <pc:sldMk cId="3103756205" sldId="275"/>
        </pc:sldMkLst>
        <pc:spChg chg="mod">
          <ac:chgData name="Haskell, JT" userId="43ae342c-01b7-44d1-9e4c-5ccd6bbabb0e" providerId="ADAL" clId="{D368F08D-2FE1-4F32-AFF8-99E8258D343D}" dt="2025-05-27T16:08:43.174" v="3023" actId="26606"/>
          <ac:spMkLst>
            <pc:docMk/>
            <pc:sldMk cId="3103756205" sldId="275"/>
            <ac:spMk id="2" creationId="{0ED21070-C2AF-7D5E-BB64-2E9D72A77EAF}"/>
          </ac:spMkLst>
        </pc:spChg>
        <pc:spChg chg="del mod">
          <ac:chgData name="Haskell, JT" userId="43ae342c-01b7-44d1-9e4c-5ccd6bbabb0e" providerId="ADAL" clId="{D368F08D-2FE1-4F32-AFF8-99E8258D343D}" dt="2025-05-27T16:08:43.174" v="3023" actId="26606"/>
          <ac:spMkLst>
            <pc:docMk/>
            <pc:sldMk cId="3103756205" sldId="275"/>
            <ac:spMk id="3" creationId="{19941E5E-E3D7-E02B-FCEA-079AFC40322E}"/>
          </ac:spMkLst>
        </pc:spChg>
        <pc:graphicFrameChg chg="add mod">
          <ac:chgData name="Haskell, JT" userId="43ae342c-01b7-44d1-9e4c-5ccd6bbabb0e" providerId="ADAL" clId="{D368F08D-2FE1-4F32-AFF8-99E8258D343D}" dt="2025-05-27T16:09:01.717" v="3026" actId="20577"/>
          <ac:graphicFrameMkLst>
            <pc:docMk/>
            <pc:sldMk cId="3103756205" sldId="275"/>
            <ac:graphicFrameMk id="5" creationId="{8A87FE80-FBB2-7D4F-CE6C-5DC697AADBD3}"/>
          </ac:graphicFrameMkLst>
        </pc:graphicFrameChg>
      </pc:sldChg>
      <pc:sldChg chg="addSp delSp modSp new mod setBg">
        <pc:chgData name="Haskell, JT" userId="43ae342c-01b7-44d1-9e4c-5ccd6bbabb0e" providerId="ADAL" clId="{D368F08D-2FE1-4F32-AFF8-99E8258D343D}" dt="2025-05-27T16:20:27.990" v="3345"/>
        <pc:sldMkLst>
          <pc:docMk/>
          <pc:sldMk cId="4094322681" sldId="276"/>
        </pc:sldMkLst>
        <pc:spChg chg="mod">
          <ac:chgData name="Haskell, JT" userId="43ae342c-01b7-44d1-9e4c-5ccd6bbabb0e" providerId="ADAL" clId="{D368F08D-2FE1-4F32-AFF8-99E8258D343D}" dt="2025-05-27T16:18:55.722" v="3327" actId="26606"/>
          <ac:spMkLst>
            <pc:docMk/>
            <pc:sldMk cId="4094322681" sldId="276"/>
            <ac:spMk id="2" creationId="{5AC57BAA-D9D4-EA80-B400-BCCCABE5D842}"/>
          </ac:spMkLst>
        </pc:spChg>
        <pc:spChg chg="del mod">
          <ac:chgData name="Haskell, JT" userId="43ae342c-01b7-44d1-9e4c-5ccd6bbabb0e" providerId="ADAL" clId="{D368F08D-2FE1-4F32-AFF8-99E8258D343D}" dt="2025-05-27T16:18:55.722" v="3327" actId="26606"/>
          <ac:spMkLst>
            <pc:docMk/>
            <pc:sldMk cId="4094322681" sldId="276"/>
            <ac:spMk id="3" creationId="{521866DB-2BA9-ACE3-9363-FA0BB220CA76}"/>
          </ac:spMkLst>
        </pc:spChg>
        <pc:spChg chg="add">
          <ac:chgData name="Haskell, JT" userId="43ae342c-01b7-44d1-9e4c-5ccd6bbabb0e" providerId="ADAL" clId="{D368F08D-2FE1-4F32-AFF8-99E8258D343D}" dt="2025-05-27T16:15:04.509" v="3195"/>
          <ac:spMkLst>
            <pc:docMk/>
            <pc:sldMk cId="4094322681" sldId="276"/>
            <ac:spMk id="4" creationId="{C052EFB9-BB7F-E4CC-1616-C3B09B865839}"/>
          </ac:spMkLst>
        </pc:spChg>
        <pc:spChg chg="add del mod">
          <ac:chgData name="Haskell, JT" userId="43ae342c-01b7-44d1-9e4c-5ccd6bbabb0e" providerId="ADAL" clId="{D368F08D-2FE1-4F32-AFF8-99E8258D343D}" dt="2025-05-27T16:18:55.727" v="3329"/>
          <ac:spMkLst>
            <pc:docMk/>
            <pc:sldMk cId="4094322681" sldId="276"/>
            <ac:spMk id="5" creationId="{9814B26A-D828-FA8C-AF54-45345D75D3AD}"/>
          </ac:spMkLst>
        </pc:spChg>
        <pc:graphicFrameChg chg="add mod">
          <ac:chgData name="Haskell, JT" userId="43ae342c-01b7-44d1-9e4c-5ccd6bbabb0e" providerId="ADAL" clId="{D368F08D-2FE1-4F32-AFF8-99E8258D343D}" dt="2025-05-27T16:20:27.990" v="3345"/>
          <ac:graphicFrameMkLst>
            <pc:docMk/>
            <pc:sldMk cId="4094322681" sldId="276"/>
            <ac:graphicFrameMk id="7" creationId="{C54A91B6-CFB9-3A63-22BE-AC6FDA411FF3}"/>
          </ac:graphicFrameMkLst>
        </pc:graphicFrameChg>
      </pc:sldChg>
      <pc:sldChg chg="addSp modSp new mod setBg">
        <pc:chgData name="Haskell, JT" userId="43ae342c-01b7-44d1-9e4c-5ccd6bbabb0e" providerId="ADAL" clId="{D368F08D-2FE1-4F32-AFF8-99E8258D343D}" dt="2025-05-27T16:21:18.025" v="3347" actId="113"/>
        <pc:sldMkLst>
          <pc:docMk/>
          <pc:sldMk cId="661280770" sldId="277"/>
        </pc:sldMkLst>
        <pc:spChg chg="mod">
          <ac:chgData name="Haskell, JT" userId="43ae342c-01b7-44d1-9e4c-5ccd6bbabb0e" providerId="ADAL" clId="{D368F08D-2FE1-4F32-AFF8-99E8258D343D}" dt="2025-05-27T16:20:49.838" v="3346" actId="26606"/>
          <ac:spMkLst>
            <pc:docMk/>
            <pc:sldMk cId="661280770" sldId="277"/>
            <ac:spMk id="2" creationId="{DE1C0BC4-559E-6225-9735-D32650877679}"/>
          </ac:spMkLst>
        </pc:spChg>
        <pc:spChg chg="mod">
          <ac:chgData name="Haskell, JT" userId="43ae342c-01b7-44d1-9e4c-5ccd6bbabb0e" providerId="ADAL" clId="{D368F08D-2FE1-4F32-AFF8-99E8258D343D}" dt="2025-05-27T16:21:18.025" v="3347" actId="113"/>
          <ac:spMkLst>
            <pc:docMk/>
            <pc:sldMk cId="661280770" sldId="277"/>
            <ac:spMk id="3" creationId="{A7C407DD-072C-8C0E-CB23-6AB8E934B506}"/>
          </ac:spMkLst>
        </pc:spChg>
        <pc:picChg chg="add">
          <ac:chgData name="Haskell, JT" userId="43ae342c-01b7-44d1-9e4c-5ccd6bbabb0e" providerId="ADAL" clId="{D368F08D-2FE1-4F32-AFF8-99E8258D343D}" dt="2025-05-27T16:20:49.838" v="3346" actId="26606"/>
          <ac:picMkLst>
            <pc:docMk/>
            <pc:sldMk cId="661280770" sldId="277"/>
            <ac:picMk id="7" creationId="{EB83FE10-CBF4-8DAD-4652-2504AFB7B8BD}"/>
          </ac:picMkLst>
        </pc:picChg>
      </pc:sldChg>
      <pc:sldChg chg="addSp delSp modSp new mod setBg">
        <pc:chgData name="Haskell, JT" userId="43ae342c-01b7-44d1-9e4c-5ccd6bbabb0e" providerId="ADAL" clId="{D368F08D-2FE1-4F32-AFF8-99E8258D343D}" dt="2025-05-27T16:30:14.645" v="3872" actId="20577"/>
        <pc:sldMkLst>
          <pc:docMk/>
          <pc:sldMk cId="1806464068" sldId="278"/>
        </pc:sldMkLst>
        <pc:spChg chg="mod">
          <ac:chgData name="Haskell, JT" userId="43ae342c-01b7-44d1-9e4c-5ccd6bbabb0e" providerId="ADAL" clId="{D368F08D-2FE1-4F32-AFF8-99E8258D343D}" dt="2025-05-27T16:29:45.155" v="3856" actId="26606"/>
          <ac:spMkLst>
            <pc:docMk/>
            <pc:sldMk cId="1806464068" sldId="278"/>
            <ac:spMk id="2" creationId="{39BA7D5A-DDF0-7595-0E71-26C5F8D64710}"/>
          </ac:spMkLst>
        </pc:spChg>
        <pc:spChg chg="del mod">
          <ac:chgData name="Haskell, JT" userId="43ae342c-01b7-44d1-9e4c-5ccd6bbabb0e" providerId="ADAL" clId="{D368F08D-2FE1-4F32-AFF8-99E8258D343D}" dt="2025-05-27T16:29:45.155" v="3856" actId="26606"/>
          <ac:spMkLst>
            <pc:docMk/>
            <pc:sldMk cId="1806464068" sldId="278"/>
            <ac:spMk id="3" creationId="{31B1CC4D-7E5D-E008-D148-BA41A760CA0C}"/>
          </ac:spMkLst>
        </pc:spChg>
        <pc:graphicFrameChg chg="add mod">
          <ac:chgData name="Haskell, JT" userId="43ae342c-01b7-44d1-9e4c-5ccd6bbabb0e" providerId="ADAL" clId="{D368F08D-2FE1-4F32-AFF8-99E8258D343D}" dt="2025-05-27T16:30:14.645" v="3872" actId="20577"/>
          <ac:graphicFrameMkLst>
            <pc:docMk/>
            <pc:sldMk cId="1806464068" sldId="278"/>
            <ac:graphicFrameMk id="5" creationId="{10A70C34-1C2A-045B-21E0-E3797F348F18}"/>
          </ac:graphicFrameMkLst>
        </pc:graphicFrameChg>
      </pc:sldChg>
      <pc:sldChg chg="addSp delSp modSp new mod modClrScheme chgLayout">
        <pc:chgData name="Haskell, JT" userId="43ae342c-01b7-44d1-9e4c-5ccd6bbabb0e" providerId="ADAL" clId="{D368F08D-2FE1-4F32-AFF8-99E8258D343D}" dt="2025-05-27T16:23:58.059" v="3429" actId="20577"/>
        <pc:sldMkLst>
          <pc:docMk/>
          <pc:sldMk cId="2691251818" sldId="279"/>
        </pc:sldMkLst>
        <pc:spChg chg="mod ord">
          <ac:chgData name="Haskell, JT" userId="43ae342c-01b7-44d1-9e4c-5ccd6bbabb0e" providerId="ADAL" clId="{D368F08D-2FE1-4F32-AFF8-99E8258D343D}" dt="2025-05-27T16:22:07.048" v="3410" actId="700"/>
          <ac:spMkLst>
            <pc:docMk/>
            <pc:sldMk cId="2691251818" sldId="279"/>
            <ac:spMk id="2" creationId="{CE2C4A2C-5792-28DC-B277-B905E8059F91}"/>
          </ac:spMkLst>
        </pc:spChg>
        <pc:spChg chg="del mod ord">
          <ac:chgData name="Haskell, JT" userId="43ae342c-01b7-44d1-9e4c-5ccd6bbabb0e" providerId="ADAL" clId="{D368F08D-2FE1-4F32-AFF8-99E8258D343D}" dt="2025-05-27T16:22:55.188" v="3411" actId="26606"/>
          <ac:spMkLst>
            <pc:docMk/>
            <pc:sldMk cId="2691251818" sldId="279"/>
            <ac:spMk id="3" creationId="{85371B2C-CACA-1005-FBA7-E669CB15B29D}"/>
          </ac:spMkLst>
        </pc:spChg>
        <pc:spChg chg="add mod ord">
          <ac:chgData name="Haskell, JT" userId="43ae342c-01b7-44d1-9e4c-5ccd6bbabb0e" providerId="ADAL" clId="{D368F08D-2FE1-4F32-AFF8-99E8258D343D}" dt="2025-05-27T16:23:14.134" v="3419"/>
          <ac:spMkLst>
            <pc:docMk/>
            <pc:sldMk cId="2691251818" sldId="279"/>
            <ac:spMk id="4" creationId="{47B2750A-246C-C623-478D-0C2801CA43B4}"/>
          </ac:spMkLst>
        </pc:spChg>
        <pc:graphicFrameChg chg="add mod">
          <ac:chgData name="Haskell, JT" userId="43ae342c-01b7-44d1-9e4c-5ccd6bbabb0e" providerId="ADAL" clId="{D368F08D-2FE1-4F32-AFF8-99E8258D343D}" dt="2025-05-27T16:23:58.059" v="3429" actId="20577"/>
          <ac:graphicFrameMkLst>
            <pc:docMk/>
            <pc:sldMk cId="2691251818" sldId="279"/>
            <ac:graphicFrameMk id="5" creationId="{2F103DE5-2FB3-21AF-C15A-EF876D5FB4A5}"/>
          </ac:graphicFrameMkLst>
        </pc:graphicFrameChg>
        <pc:graphicFrameChg chg="add">
          <ac:chgData name="Haskell, JT" userId="43ae342c-01b7-44d1-9e4c-5ccd6bbabb0e" providerId="ADAL" clId="{D368F08D-2FE1-4F32-AFF8-99E8258D343D}" dt="2025-05-27T16:22:55.188" v="3411" actId="26606"/>
          <ac:graphicFrameMkLst>
            <pc:docMk/>
            <pc:sldMk cId="2691251818" sldId="279"/>
            <ac:graphicFrameMk id="6" creationId="{993B6121-5DB5-4BA4-A924-5E8AF30F4234}"/>
          </ac:graphicFrameMkLst>
        </pc:graphicFrameChg>
      </pc:sldChg>
      <pc:sldChg chg="addSp delSp modSp new mod setBg modClrScheme delDesignElem chgLayout">
        <pc:chgData name="Haskell, JT" userId="43ae342c-01b7-44d1-9e4c-5ccd6bbabb0e" providerId="ADAL" clId="{D368F08D-2FE1-4F32-AFF8-99E8258D343D}" dt="2025-05-27T16:26:49.829" v="3511" actId="26606"/>
        <pc:sldMkLst>
          <pc:docMk/>
          <pc:sldMk cId="2622431813" sldId="280"/>
        </pc:sldMkLst>
        <pc:spChg chg="mod ord">
          <ac:chgData name="Haskell, JT" userId="43ae342c-01b7-44d1-9e4c-5ccd6bbabb0e" providerId="ADAL" clId="{D368F08D-2FE1-4F32-AFF8-99E8258D343D}" dt="2025-05-27T16:26:49.829" v="3511" actId="26606"/>
          <ac:spMkLst>
            <pc:docMk/>
            <pc:sldMk cId="2622431813" sldId="280"/>
            <ac:spMk id="2" creationId="{B2A4E94E-2F37-EA42-0B08-6A5B67944E93}"/>
          </ac:spMkLst>
        </pc:spChg>
        <pc:spChg chg="del mod ord">
          <ac:chgData name="Haskell, JT" userId="43ae342c-01b7-44d1-9e4c-5ccd6bbabb0e" providerId="ADAL" clId="{D368F08D-2FE1-4F32-AFF8-99E8258D343D}" dt="2025-05-27T16:26:19.533" v="3507" actId="12084"/>
          <ac:spMkLst>
            <pc:docMk/>
            <pc:sldMk cId="2622431813" sldId="280"/>
            <ac:spMk id="3" creationId="{F32A19B1-C821-85C5-8AAF-F3560467E03C}"/>
          </ac:spMkLst>
        </pc:spChg>
        <pc:spChg chg="add del mod ord">
          <ac:chgData name="Haskell, JT" userId="43ae342c-01b7-44d1-9e4c-5ccd6bbabb0e" providerId="ADAL" clId="{D368F08D-2FE1-4F32-AFF8-99E8258D343D}" dt="2025-05-27T16:24:50.173" v="3471"/>
          <ac:spMkLst>
            <pc:docMk/>
            <pc:sldMk cId="2622431813" sldId="280"/>
            <ac:spMk id="4" creationId="{5DF418D8-31B2-168A-5577-F860C6B66127}"/>
          </ac:spMkLst>
        </pc:spChg>
        <pc:spChg chg="add del mod">
          <ac:chgData name="Haskell, JT" userId="43ae342c-01b7-44d1-9e4c-5ccd6bbabb0e" providerId="ADAL" clId="{D368F08D-2FE1-4F32-AFF8-99E8258D343D}" dt="2025-05-27T16:25:38.461" v="3506" actId="700"/>
          <ac:spMkLst>
            <pc:docMk/>
            <pc:sldMk cId="2622431813" sldId="280"/>
            <ac:spMk id="5" creationId="{DD17B7F3-BF2C-748A-7EA5-7234804175E0}"/>
          </ac:spMkLst>
        </pc:spChg>
        <pc:spChg chg="add del">
          <ac:chgData name="Haskell, JT" userId="43ae342c-01b7-44d1-9e4c-5ccd6bbabb0e" providerId="ADAL" clId="{D368F08D-2FE1-4F32-AFF8-99E8258D343D}" dt="2025-05-27T16:25:38.461" v="3506" actId="700"/>
          <ac:spMkLst>
            <pc:docMk/>
            <pc:sldMk cId="2622431813" sldId="280"/>
            <ac:spMk id="3079" creationId="{368A5362-EC3B-4BE3-804B-E6B289AF8A36}"/>
          </ac:spMkLst>
        </pc:spChg>
        <pc:graphicFrameChg chg="add mod ord modGraphic">
          <ac:chgData name="Haskell, JT" userId="43ae342c-01b7-44d1-9e4c-5ccd6bbabb0e" providerId="ADAL" clId="{D368F08D-2FE1-4F32-AFF8-99E8258D343D}" dt="2025-05-27T16:26:49.829" v="3511" actId="26606"/>
          <ac:graphicFrameMkLst>
            <pc:docMk/>
            <pc:sldMk cId="2622431813" sldId="280"/>
            <ac:graphicFrameMk id="6" creationId="{E401FDDD-60BE-E7EA-3909-7AE51CEF8D26}"/>
          </ac:graphicFrameMkLst>
        </pc:graphicFrameChg>
        <pc:picChg chg="add mod">
          <ac:chgData name="Haskell, JT" userId="43ae342c-01b7-44d1-9e4c-5ccd6bbabb0e" providerId="ADAL" clId="{D368F08D-2FE1-4F32-AFF8-99E8258D343D}" dt="2025-05-27T16:26:49.829" v="3511" actId="26606"/>
          <ac:picMkLst>
            <pc:docMk/>
            <pc:sldMk cId="2622431813" sldId="280"/>
            <ac:picMk id="7" creationId="{2F200EA1-D1A9-26E8-1A70-2CB3C8AE42CF}"/>
          </ac:picMkLst>
        </pc:picChg>
        <pc:picChg chg="add del mod">
          <ac:chgData name="Haskell, JT" userId="43ae342c-01b7-44d1-9e4c-5ccd6bbabb0e" providerId="ADAL" clId="{D368F08D-2FE1-4F32-AFF8-99E8258D343D}" dt="2025-05-27T16:25:30.436" v="3505" actId="21"/>
          <ac:picMkLst>
            <pc:docMk/>
            <pc:sldMk cId="2622431813" sldId="280"/>
            <ac:picMk id="3074" creationId="{2F200EA1-D1A9-26E8-1A70-2CB3C8AE42CF}"/>
          </ac:picMkLst>
        </pc:picChg>
      </pc:sldChg>
      <pc:sldChg chg="addSp delSp modSp new mod setBg">
        <pc:chgData name="Haskell, JT" userId="43ae342c-01b7-44d1-9e4c-5ccd6bbabb0e" providerId="ADAL" clId="{D368F08D-2FE1-4F32-AFF8-99E8258D343D}" dt="2025-05-27T16:27:37.923" v="3606" actId="26606"/>
        <pc:sldMkLst>
          <pc:docMk/>
          <pc:sldMk cId="1955523650" sldId="281"/>
        </pc:sldMkLst>
        <pc:spChg chg="mod">
          <ac:chgData name="Haskell, JT" userId="43ae342c-01b7-44d1-9e4c-5ccd6bbabb0e" providerId="ADAL" clId="{D368F08D-2FE1-4F32-AFF8-99E8258D343D}" dt="2025-05-27T16:27:37.923" v="3606" actId="26606"/>
          <ac:spMkLst>
            <pc:docMk/>
            <pc:sldMk cId="1955523650" sldId="281"/>
            <ac:spMk id="2" creationId="{83B34A02-81B4-77EA-A37E-6625598DC086}"/>
          </ac:spMkLst>
        </pc:spChg>
        <pc:spChg chg="del mod">
          <ac:chgData name="Haskell, JT" userId="43ae342c-01b7-44d1-9e4c-5ccd6bbabb0e" providerId="ADAL" clId="{D368F08D-2FE1-4F32-AFF8-99E8258D343D}" dt="2025-05-27T16:27:37.923" v="3606" actId="26606"/>
          <ac:spMkLst>
            <pc:docMk/>
            <pc:sldMk cId="1955523650" sldId="281"/>
            <ac:spMk id="3" creationId="{F9ECF1ED-E516-3B11-E998-E710F1093F21}"/>
          </ac:spMkLst>
        </pc:spChg>
        <pc:graphicFrameChg chg="add">
          <ac:chgData name="Haskell, JT" userId="43ae342c-01b7-44d1-9e4c-5ccd6bbabb0e" providerId="ADAL" clId="{D368F08D-2FE1-4F32-AFF8-99E8258D343D}" dt="2025-05-27T16:27:37.923" v="3606" actId="26606"/>
          <ac:graphicFrameMkLst>
            <pc:docMk/>
            <pc:sldMk cId="1955523650" sldId="281"/>
            <ac:graphicFrameMk id="5" creationId="{FB98CBE2-1190-E2DB-798D-2ECD2E5D1677}"/>
          </ac:graphicFrameMkLst>
        </pc:graphicFrameChg>
      </pc:sldChg>
      <pc:sldChg chg="addSp delSp modSp new mod setBg">
        <pc:chgData name="Haskell, JT" userId="43ae342c-01b7-44d1-9e4c-5ccd6bbabb0e" providerId="ADAL" clId="{D368F08D-2FE1-4F32-AFF8-99E8258D343D}" dt="2025-05-27T16:29:00.517" v="3758" actId="20577"/>
        <pc:sldMkLst>
          <pc:docMk/>
          <pc:sldMk cId="3308680017" sldId="282"/>
        </pc:sldMkLst>
        <pc:spChg chg="mod">
          <ac:chgData name="Haskell, JT" userId="43ae342c-01b7-44d1-9e4c-5ccd6bbabb0e" providerId="ADAL" clId="{D368F08D-2FE1-4F32-AFF8-99E8258D343D}" dt="2025-05-27T16:28:53.689" v="3757" actId="26606"/>
          <ac:spMkLst>
            <pc:docMk/>
            <pc:sldMk cId="3308680017" sldId="282"/>
            <ac:spMk id="2" creationId="{3FB16A28-0A5F-C490-F1DB-A940C7E0E4E8}"/>
          </ac:spMkLst>
        </pc:spChg>
        <pc:spChg chg="del mod">
          <ac:chgData name="Haskell, JT" userId="43ae342c-01b7-44d1-9e4c-5ccd6bbabb0e" providerId="ADAL" clId="{D368F08D-2FE1-4F32-AFF8-99E8258D343D}" dt="2025-05-27T16:28:53.689" v="3757" actId="26606"/>
          <ac:spMkLst>
            <pc:docMk/>
            <pc:sldMk cId="3308680017" sldId="282"/>
            <ac:spMk id="3" creationId="{7D9465FE-0009-9A15-1686-9E1BCEBA90BA}"/>
          </ac:spMkLst>
        </pc:spChg>
        <pc:spChg chg="add">
          <ac:chgData name="Haskell, JT" userId="43ae342c-01b7-44d1-9e4c-5ccd6bbabb0e" providerId="ADAL" clId="{D368F08D-2FE1-4F32-AFF8-99E8258D343D}" dt="2025-05-27T16:28:53.689" v="3757" actId="26606"/>
          <ac:spMkLst>
            <pc:docMk/>
            <pc:sldMk cId="3308680017" sldId="282"/>
            <ac:spMk id="9" creationId="{B83E8C22-504C-4CA6-B605-D045DFB6D21F}"/>
          </ac:spMkLst>
        </pc:spChg>
        <pc:spChg chg="add">
          <ac:chgData name="Haskell, JT" userId="43ae342c-01b7-44d1-9e4c-5ccd6bbabb0e" providerId="ADAL" clId="{D368F08D-2FE1-4F32-AFF8-99E8258D343D}" dt="2025-05-27T16:28:53.689" v="3757" actId="26606"/>
          <ac:spMkLst>
            <pc:docMk/>
            <pc:sldMk cId="3308680017" sldId="282"/>
            <ac:spMk id="11" creationId="{AD67450E-55EC-4621-8697-52443DDEAA3A}"/>
          </ac:spMkLst>
        </pc:spChg>
        <pc:graphicFrameChg chg="add mod">
          <ac:chgData name="Haskell, JT" userId="43ae342c-01b7-44d1-9e4c-5ccd6bbabb0e" providerId="ADAL" clId="{D368F08D-2FE1-4F32-AFF8-99E8258D343D}" dt="2025-05-27T16:29:00.517" v="3758" actId="20577"/>
          <ac:graphicFrameMkLst>
            <pc:docMk/>
            <pc:sldMk cId="3308680017" sldId="282"/>
            <ac:graphicFrameMk id="5" creationId="{6CB6CF0B-427B-3947-2A2F-436A429C0EE9}"/>
          </ac:graphicFrameMkLst>
        </pc:graphicFrameChg>
      </pc:sldChg>
      <pc:sldChg chg="addSp delSp modSp new mod setBg">
        <pc:chgData name="Haskell, JT" userId="43ae342c-01b7-44d1-9e4c-5ccd6bbabb0e" providerId="ADAL" clId="{D368F08D-2FE1-4F32-AFF8-99E8258D343D}" dt="2025-05-27T16:29:38.901" v="3855" actId="26606"/>
        <pc:sldMkLst>
          <pc:docMk/>
          <pc:sldMk cId="1336095567" sldId="283"/>
        </pc:sldMkLst>
        <pc:spChg chg="mod">
          <ac:chgData name="Haskell, JT" userId="43ae342c-01b7-44d1-9e4c-5ccd6bbabb0e" providerId="ADAL" clId="{D368F08D-2FE1-4F32-AFF8-99E8258D343D}" dt="2025-05-27T16:29:38.901" v="3855" actId="26606"/>
          <ac:spMkLst>
            <pc:docMk/>
            <pc:sldMk cId="1336095567" sldId="283"/>
            <ac:spMk id="2" creationId="{2B02FD02-E6E2-C6DD-2870-0C8AE260D1C2}"/>
          </ac:spMkLst>
        </pc:spChg>
        <pc:spChg chg="del mod">
          <ac:chgData name="Haskell, JT" userId="43ae342c-01b7-44d1-9e4c-5ccd6bbabb0e" providerId="ADAL" clId="{D368F08D-2FE1-4F32-AFF8-99E8258D343D}" dt="2025-05-27T16:29:38.901" v="3855" actId="26606"/>
          <ac:spMkLst>
            <pc:docMk/>
            <pc:sldMk cId="1336095567" sldId="283"/>
            <ac:spMk id="3" creationId="{88C2D54F-7DB4-9F8F-A910-908D245C85E5}"/>
          </ac:spMkLst>
        </pc:spChg>
        <pc:graphicFrameChg chg="add">
          <ac:chgData name="Haskell, JT" userId="43ae342c-01b7-44d1-9e4c-5ccd6bbabb0e" providerId="ADAL" clId="{D368F08D-2FE1-4F32-AFF8-99E8258D343D}" dt="2025-05-27T16:29:38.901" v="3855" actId="26606"/>
          <ac:graphicFrameMkLst>
            <pc:docMk/>
            <pc:sldMk cId="1336095567" sldId="283"/>
            <ac:graphicFrameMk id="5" creationId="{CD606170-E5B6-3F53-FFDC-8766F217FBCC}"/>
          </ac:graphicFrameMkLst>
        </pc:graphicFrameChg>
      </pc:sldChg>
      <pc:sldChg chg="addSp delSp modSp new mod setBg">
        <pc:chgData name="Haskell, JT" userId="43ae342c-01b7-44d1-9e4c-5ccd6bbabb0e" providerId="ADAL" clId="{D368F08D-2FE1-4F32-AFF8-99E8258D343D}" dt="2025-05-27T16:32:47.849" v="4222" actId="26606"/>
        <pc:sldMkLst>
          <pc:docMk/>
          <pc:sldMk cId="1809965910" sldId="284"/>
        </pc:sldMkLst>
        <pc:spChg chg="mod">
          <ac:chgData name="Haskell, JT" userId="43ae342c-01b7-44d1-9e4c-5ccd6bbabb0e" providerId="ADAL" clId="{D368F08D-2FE1-4F32-AFF8-99E8258D343D}" dt="2025-05-27T16:32:47.849" v="4222" actId="26606"/>
          <ac:spMkLst>
            <pc:docMk/>
            <pc:sldMk cId="1809965910" sldId="284"/>
            <ac:spMk id="2" creationId="{4F923F24-C481-351C-3F7F-24785CF44851}"/>
          </ac:spMkLst>
        </pc:spChg>
        <pc:spChg chg="del mod">
          <ac:chgData name="Haskell, JT" userId="43ae342c-01b7-44d1-9e4c-5ccd6bbabb0e" providerId="ADAL" clId="{D368F08D-2FE1-4F32-AFF8-99E8258D343D}" dt="2025-05-27T16:32:47.849" v="4222" actId="26606"/>
          <ac:spMkLst>
            <pc:docMk/>
            <pc:sldMk cId="1809965910" sldId="284"/>
            <ac:spMk id="3" creationId="{FE9D6E70-2BF7-73D4-3CF0-0437E888015E}"/>
          </ac:spMkLst>
        </pc:spChg>
        <pc:graphicFrameChg chg="add">
          <ac:chgData name="Haskell, JT" userId="43ae342c-01b7-44d1-9e4c-5ccd6bbabb0e" providerId="ADAL" clId="{D368F08D-2FE1-4F32-AFF8-99E8258D343D}" dt="2025-05-27T16:32:47.849" v="4222" actId="26606"/>
          <ac:graphicFrameMkLst>
            <pc:docMk/>
            <pc:sldMk cId="1809965910" sldId="284"/>
            <ac:graphicFrameMk id="5" creationId="{1F1F3AE9-3475-949F-BE2B-C4E0CDD2140F}"/>
          </ac:graphicFrameMkLst>
        </pc:graphicFrameChg>
      </pc:sldChg>
      <pc:sldChg chg="addSp delSp modSp new mod">
        <pc:chgData name="Haskell, JT" userId="43ae342c-01b7-44d1-9e4c-5ccd6bbabb0e" providerId="ADAL" clId="{D368F08D-2FE1-4F32-AFF8-99E8258D343D}" dt="2025-05-27T16:32:55.429" v="4223" actId="26606"/>
        <pc:sldMkLst>
          <pc:docMk/>
          <pc:sldMk cId="134395277" sldId="285"/>
        </pc:sldMkLst>
        <pc:spChg chg="mod">
          <ac:chgData name="Haskell, JT" userId="43ae342c-01b7-44d1-9e4c-5ccd6bbabb0e" providerId="ADAL" clId="{D368F08D-2FE1-4F32-AFF8-99E8258D343D}" dt="2025-05-27T15:44:49.980" v="1310" actId="20577"/>
          <ac:spMkLst>
            <pc:docMk/>
            <pc:sldMk cId="134395277" sldId="285"/>
            <ac:spMk id="2" creationId="{A2B2D942-0699-24E2-B89C-B66EB8DB6DA0}"/>
          </ac:spMkLst>
        </pc:spChg>
        <pc:spChg chg="del mod">
          <ac:chgData name="Haskell, JT" userId="43ae342c-01b7-44d1-9e4c-5ccd6bbabb0e" providerId="ADAL" clId="{D368F08D-2FE1-4F32-AFF8-99E8258D343D}" dt="2025-05-27T16:32:55.429" v="4223" actId="26606"/>
          <ac:spMkLst>
            <pc:docMk/>
            <pc:sldMk cId="134395277" sldId="285"/>
            <ac:spMk id="3" creationId="{1A93F3A4-DDED-EBDE-E9CC-7FFDC5F5EBB5}"/>
          </ac:spMkLst>
        </pc:spChg>
        <pc:graphicFrameChg chg="add">
          <ac:chgData name="Haskell, JT" userId="43ae342c-01b7-44d1-9e4c-5ccd6bbabb0e" providerId="ADAL" clId="{D368F08D-2FE1-4F32-AFF8-99E8258D343D}" dt="2025-05-27T16:32:55.429" v="4223" actId="26606"/>
          <ac:graphicFrameMkLst>
            <pc:docMk/>
            <pc:sldMk cId="134395277" sldId="285"/>
            <ac:graphicFrameMk id="5" creationId="{7D472AFE-39D1-E671-C0E3-D8FA03A61A11}"/>
          </ac:graphicFrameMkLst>
        </pc:graphicFrameChg>
      </pc:sldChg>
      <pc:sldChg chg="addSp delSp modSp new mod setBg">
        <pc:chgData name="Haskell, JT" userId="43ae342c-01b7-44d1-9e4c-5ccd6bbabb0e" providerId="ADAL" clId="{D368F08D-2FE1-4F32-AFF8-99E8258D343D}" dt="2025-05-27T16:34:14.943" v="4429" actId="26606"/>
        <pc:sldMkLst>
          <pc:docMk/>
          <pc:sldMk cId="2107505007" sldId="286"/>
        </pc:sldMkLst>
        <pc:spChg chg="mod">
          <ac:chgData name="Haskell, JT" userId="43ae342c-01b7-44d1-9e4c-5ccd6bbabb0e" providerId="ADAL" clId="{D368F08D-2FE1-4F32-AFF8-99E8258D343D}" dt="2025-05-27T16:34:14.943" v="4429" actId="26606"/>
          <ac:spMkLst>
            <pc:docMk/>
            <pc:sldMk cId="2107505007" sldId="286"/>
            <ac:spMk id="2" creationId="{F65D2F53-A7CA-7C8F-2F13-1D74D7D3D82F}"/>
          </ac:spMkLst>
        </pc:spChg>
        <pc:spChg chg="del mod">
          <ac:chgData name="Haskell, JT" userId="43ae342c-01b7-44d1-9e4c-5ccd6bbabb0e" providerId="ADAL" clId="{D368F08D-2FE1-4F32-AFF8-99E8258D343D}" dt="2025-05-27T16:34:14.943" v="4429" actId="26606"/>
          <ac:spMkLst>
            <pc:docMk/>
            <pc:sldMk cId="2107505007" sldId="286"/>
            <ac:spMk id="3" creationId="{943EC9E1-59D3-3E59-C8B6-59E5DF1526F9}"/>
          </ac:spMkLst>
        </pc:spChg>
        <pc:graphicFrameChg chg="add">
          <ac:chgData name="Haskell, JT" userId="43ae342c-01b7-44d1-9e4c-5ccd6bbabb0e" providerId="ADAL" clId="{D368F08D-2FE1-4F32-AFF8-99E8258D343D}" dt="2025-05-27T16:34:14.943" v="4429" actId="26606"/>
          <ac:graphicFrameMkLst>
            <pc:docMk/>
            <pc:sldMk cId="2107505007" sldId="286"/>
            <ac:graphicFrameMk id="5" creationId="{16713EE8-79F9-0DE5-190A-D1AC8D5F2173}"/>
          </ac:graphicFrameMkLst>
        </pc:graphicFrameChg>
      </pc:sldChg>
      <pc:sldChg chg="addSp delSp modSp new mod setBg">
        <pc:chgData name="Haskell, JT" userId="43ae342c-01b7-44d1-9e4c-5ccd6bbabb0e" providerId="ADAL" clId="{D368F08D-2FE1-4F32-AFF8-99E8258D343D}" dt="2025-05-27T16:35:15.726" v="4615" actId="26606"/>
        <pc:sldMkLst>
          <pc:docMk/>
          <pc:sldMk cId="427403864" sldId="287"/>
        </pc:sldMkLst>
        <pc:spChg chg="mod">
          <ac:chgData name="Haskell, JT" userId="43ae342c-01b7-44d1-9e4c-5ccd6bbabb0e" providerId="ADAL" clId="{D368F08D-2FE1-4F32-AFF8-99E8258D343D}" dt="2025-05-27T16:35:15.726" v="4615" actId="26606"/>
          <ac:spMkLst>
            <pc:docMk/>
            <pc:sldMk cId="427403864" sldId="287"/>
            <ac:spMk id="2" creationId="{DA227322-325D-00E3-C2F3-3F37F5F86D2C}"/>
          </ac:spMkLst>
        </pc:spChg>
        <pc:spChg chg="del mod">
          <ac:chgData name="Haskell, JT" userId="43ae342c-01b7-44d1-9e4c-5ccd6bbabb0e" providerId="ADAL" clId="{D368F08D-2FE1-4F32-AFF8-99E8258D343D}" dt="2025-05-27T16:35:15.726" v="4615" actId="26606"/>
          <ac:spMkLst>
            <pc:docMk/>
            <pc:sldMk cId="427403864" sldId="287"/>
            <ac:spMk id="3" creationId="{0ED3B4BB-48EB-D8B0-6CBD-BE77CB85E080}"/>
          </ac:spMkLst>
        </pc:spChg>
        <pc:graphicFrameChg chg="add">
          <ac:chgData name="Haskell, JT" userId="43ae342c-01b7-44d1-9e4c-5ccd6bbabb0e" providerId="ADAL" clId="{D368F08D-2FE1-4F32-AFF8-99E8258D343D}" dt="2025-05-27T16:35:15.726" v="4615" actId="26606"/>
          <ac:graphicFrameMkLst>
            <pc:docMk/>
            <pc:sldMk cId="427403864" sldId="287"/>
            <ac:graphicFrameMk id="5" creationId="{59F0EA7B-E884-1284-EB87-AB68920F5B68}"/>
          </ac:graphicFrameMkLst>
        </pc:graphicFrameChg>
      </pc:sldChg>
      <pc:sldChg chg="addSp delSp modSp new mod setBg">
        <pc:chgData name="Haskell, JT" userId="43ae342c-01b7-44d1-9e4c-5ccd6bbabb0e" providerId="ADAL" clId="{D368F08D-2FE1-4F32-AFF8-99E8258D343D}" dt="2025-05-27T16:36:07.504" v="4804" actId="26606"/>
        <pc:sldMkLst>
          <pc:docMk/>
          <pc:sldMk cId="3753056121" sldId="288"/>
        </pc:sldMkLst>
        <pc:spChg chg="mod">
          <ac:chgData name="Haskell, JT" userId="43ae342c-01b7-44d1-9e4c-5ccd6bbabb0e" providerId="ADAL" clId="{D368F08D-2FE1-4F32-AFF8-99E8258D343D}" dt="2025-05-27T16:36:07.504" v="4804" actId="26606"/>
          <ac:spMkLst>
            <pc:docMk/>
            <pc:sldMk cId="3753056121" sldId="288"/>
            <ac:spMk id="2" creationId="{BE1FAD9E-C092-81B7-BF05-8595BEBFB895}"/>
          </ac:spMkLst>
        </pc:spChg>
        <pc:spChg chg="add del mod">
          <ac:chgData name="Haskell, JT" userId="43ae342c-01b7-44d1-9e4c-5ccd6bbabb0e" providerId="ADAL" clId="{D368F08D-2FE1-4F32-AFF8-99E8258D343D}" dt="2025-05-27T16:36:07.504" v="4804" actId="26606"/>
          <ac:spMkLst>
            <pc:docMk/>
            <pc:sldMk cId="3753056121" sldId="288"/>
            <ac:spMk id="3" creationId="{5EBC3A0E-3035-33B2-9E1E-57381DE618F1}"/>
          </ac:spMkLst>
        </pc:spChg>
        <pc:graphicFrameChg chg="add del">
          <ac:chgData name="Haskell, JT" userId="43ae342c-01b7-44d1-9e4c-5ccd6bbabb0e" providerId="ADAL" clId="{D368F08D-2FE1-4F32-AFF8-99E8258D343D}" dt="2025-05-27T16:36:07.491" v="4803" actId="26606"/>
          <ac:graphicFrameMkLst>
            <pc:docMk/>
            <pc:sldMk cId="3753056121" sldId="288"/>
            <ac:graphicFrameMk id="5" creationId="{FD05D8C8-8536-689A-0353-95192EEB0C40}"/>
          </ac:graphicFrameMkLst>
        </pc:graphicFrameChg>
        <pc:graphicFrameChg chg="add">
          <ac:chgData name="Haskell, JT" userId="43ae342c-01b7-44d1-9e4c-5ccd6bbabb0e" providerId="ADAL" clId="{D368F08D-2FE1-4F32-AFF8-99E8258D343D}" dt="2025-05-27T16:36:07.504" v="4804" actId="26606"/>
          <ac:graphicFrameMkLst>
            <pc:docMk/>
            <pc:sldMk cId="3753056121" sldId="288"/>
            <ac:graphicFrameMk id="7" creationId="{A5C68A50-ECD0-2EC9-2273-04A1BE59F468}"/>
          </ac:graphicFrameMkLst>
        </pc:graphicFrameChg>
      </pc:sldChg>
      <pc:sldChg chg="modSp new mod">
        <pc:chgData name="Haskell, JT" userId="43ae342c-01b7-44d1-9e4c-5ccd6bbabb0e" providerId="ADAL" clId="{D368F08D-2FE1-4F32-AFF8-99E8258D343D}" dt="2025-05-27T16:04:02.981" v="2663" actId="20577"/>
        <pc:sldMkLst>
          <pc:docMk/>
          <pc:sldMk cId="363806240" sldId="289"/>
        </pc:sldMkLst>
        <pc:spChg chg="mod">
          <ac:chgData name="Haskell, JT" userId="43ae342c-01b7-44d1-9e4c-5ccd6bbabb0e" providerId="ADAL" clId="{D368F08D-2FE1-4F32-AFF8-99E8258D343D}" dt="2025-05-27T16:02:53.747" v="2648" actId="20577"/>
          <ac:spMkLst>
            <pc:docMk/>
            <pc:sldMk cId="363806240" sldId="289"/>
            <ac:spMk id="2" creationId="{65F8AF78-E9B2-6126-ABB9-CF2A0EA14E89}"/>
          </ac:spMkLst>
        </pc:spChg>
        <pc:spChg chg="mod">
          <ac:chgData name="Haskell, JT" userId="43ae342c-01b7-44d1-9e4c-5ccd6bbabb0e" providerId="ADAL" clId="{D368F08D-2FE1-4F32-AFF8-99E8258D343D}" dt="2025-05-27T16:04:02.981" v="2663" actId="20577"/>
          <ac:spMkLst>
            <pc:docMk/>
            <pc:sldMk cId="363806240" sldId="289"/>
            <ac:spMk id="3" creationId="{CF3DDA90-9187-B2C5-85E4-8BD679996C5B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0xkP_FQUsuM" TargetMode="Externa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0xkP_FQUsuM" TargetMode="External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4DBDBB-4082-43D1-A179-D4922C6C7A8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E4C67AA-5878-440A-88C3-FB9B35536F2A}">
      <dgm:prSet/>
      <dgm:spPr/>
      <dgm:t>
        <a:bodyPr/>
        <a:lstStyle/>
        <a:p>
          <a:r>
            <a:rPr lang="en-US"/>
            <a:t>Every computer!</a:t>
          </a:r>
        </a:p>
      </dgm:t>
    </dgm:pt>
    <dgm:pt modelId="{E9B52816-AB09-4D39-B304-AF0582557094}" type="parTrans" cxnId="{45CD1C6C-E218-4DC9-B1B6-FEA5E849C1B7}">
      <dgm:prSet/>
      <dgm:spPr/>
      <dgm:t>
        <a:bodyPr/>
        <a:lstStyle/>
        <a:p>
          <a:endParaRPr lang="en-US"/>
        </a:p>
      </dgm:t>
    </dgm:pt>
    <dgm:pt modelId="{F26F8215-A4A1-4115-A3F6-5F3A62B2F76A}" type="sibTrans" cxnId="{45CD1C6C-E218-4DC9-B1B6-FEA5E849C1B7}">
      <dgm:prSet/>
      <dgm:spPr/>
      <dgm:t>
        <a:bodyPr/>
        <a:lstStyle/>
        <a:p>
          <a:endParaRPr lang="en-US"/>
        </a:p>
      </dgm:t>
    </dgm:pt>
    <dgm:pt modelId="{430F6ACD-E908-40DD-B7FF-81CC52B2EA4E}">
      <dgm:prSet/>
      <dgm:spPr/>
      <dgm:t>
        <a:bodyPr/>
        <a:lstStyle/>
        <a:p>
          <a:r>
            <a:rPr lang="en-US"/>
            <a:t>No matter how simple or complex</a:t>
          </a:r>
        </a:p>
      </dgm:t>
    </dgm:pt>
    <dgm:pt modelId="{486DB83B-3639-46B3-9A66-0005AAB07D20}" type="parTrans" cxnId="{A4C72D3A-8220-4830-883D-E1EC48BFB3E9}">
      <dgm:prSet/>
      <dgm:spPr/>
      <dgm:t>
        <a:bodyPr/>
        <a:lstStyle/>
        <a:p>
          <a:endParaRPr lang="en-US"/>
        </a:p>
      </dgm:t>
    </dgm:pt>
    <dgm:pt modelId="{0684A8F7-CA51-4CE3-8391-F7111EFFD3A5}" type="sibTrans" cxnId="{A4C72D3A-8220-4830-883D-E1EC48BFB3E9}">
      <dgm:prSet/>
      <dgm:spPr/>
      <dgm:t>
        <a:bodyPr/>
        <a:lstStyle/>
        <a:p>
          <a:endParaRPr lang="en-US"/>
        </a:p>
      </dgm:t>
    </dgm:pt>
    <dgm:pt modelId="{262C26E5-CAB1-463F-A57C-1758D722341E}">
      <dgm:prSet/>
      <dgm:spPr/>
      <dgm:t>
        <a:bodyPr/>
        <a:lstStyle/>
        <a:p>
          <a:r>
            <a:rPr lang="en-US"/>
            <a:t>Four basic operations:</a:t>
          </a:r>
        </a:p>
      </dgm:t>
    </dgm:pt>
    <dgm:pt modelId="{ED9D7E7E-BCD7-46CD-8AA3-B939B1F1CF59}" type="parTrans" cxnId="{B139F084-50FD-4F8A-9059-352F374FADD3}">
      <dgm:prSet/>
      <dgm:spPr/>
      <dgm:t>
        <a:bodyPr/>
        <a:lstStyle/>
        <a:p>
          <a:endParaRPr lang="en-US"/>
        </a:p>
      </dgm:t>
    </dgm:pt>
    <dgm:pt modelId="{6ADA8D49-8E70-47D6-A595-D7595107D6DD}" type="sibTrans" cxnId="{B139F084-50FD-4F8A-9059-352F374FADD3}">
      <dgm:prSet/>
      <dgm:spPr/>
      <dgm:t>
        <a:bodyPr/>
        <a:lstStyle/>
        <a:p>
          <a:endParaRPr lang="en-US"/>
        </a:p>
      </dgm:t>
    </dgm:pt>
    <dgm:pt modelId="{0DE35257-FDF8-442E-BC75-146C99848889}">
      <dgm:prSet/>
      <dgm:spPr/>
      <dgm:t>
        <a:bodyPr/>
        <a:lstStyle/>
        <a:p>
          <a:r>
            <a:rPr lang="en-US"/>
            <a:t>Input</a:t>
          </a:r>
        </a:p>
      </dgm:t>
    </dgm:pt>
    <dgm:pt modelId="{6A49360B-BCE4-442B-AF49-10D40C5CC1CA}" type="parTrans" cxnId="{42E4C2E6-C781-4E9D-A056-6E6A50123B9E}">
      <dgm:prSet/>
      <dgm:spPr/>
      <dgm:t>
        <a:bodyPr/>
        <a:lstStyle/>
        <a:p>
          <a:endParaRPr lang="en-US"/>
        </a:p>
      </dgm:t>
    </dgm:pt>
    <dgm:pt modelId="{8C891293-6C5B-4619-9C42-428D75E28FDE}" type="sibTrans" cxnId="{42E4C2E6-C781-4E9D-A056-6E6A50123B9E}">
      <dgm:prSet/>
      <dgm:spPr/>
      <dgm:t>
        <a:bodyPr/>
        <a:lstStyle/>
        <a:p>
          <a:endParaRPr lang="en-US"/>
        </a:p>
      </dgm:t>
    </dgm:pt>
    <dgm:pt modelId="{27A50B45-C315-412D-B670-7E6E6D66D976}">
      <dgm:prSet/>
      <dgm:spPr/>
      <dgm:t>
        <a:bodyPr/>
        <a:lstStyle/>
        <a:p>
          <a:r>
            <a:rPr lang="en-US"/>
            <a:t>Output</a:t>
          </a:r>
        </a:p>
      </dgm:t>
    </dgm:pt>
    <dgm:pt modelId="{F81A5D2A-E44E-45D7-8179-BD25A3E52594}" type="parTrans" cxnId="{376BEA11-5E5C-4799-B08C-AA37AF99A863}">
      <dgm:prSet/>
      <dgm:spPr/>
      <dgm:t>
        <a:bodyPr/>
        <a:lstStyle/>
        <a:p>
          <a:endParaRPr lang="en-US"/>
        </a:p>
      </dgm:t>
    </dgm:pt>
    <dgm:pt modelId="{2812B187-C1EC-4C45-8A92-28D2DE7D6FAF}" type="sibTrans" cxnId="{376BEA11-5E5C-4799-B08C-AA37AF99A863}">
      <dgm:prSet/>
      <dgm:spPr/>
      <dgm:t>
        <a:bodyPr/>
        <a:lstStyle/>
        <a:p>
          <a:endParaRPr lang="en-US"/>
        </a:p>
      </dgm:t>
    </dgm:pt>
    <dgm:pt modelId="{DF581D3E-7882-44D4-920B-A1AD3ACAC43E}">
      <dgm:prSet/>
      <dgm:spPr/>
      <dgm:t>
        <a:bodyPr/>
        <a:lstStyle/>
        <a:p>
          <a:r>
            <a:rPr lang="en-US"/>
            <a:t>Processing </a:t>
          </a:r>
        </a:p>
      </dgm:t>
    </dgm:pt>
    <dgm:pt modelId="{2657E62F-E987-424E-B484-0D0CDB34CA43}" type="parTrans" cxnId="{72CAC2B8-CF01-400C-8304-DC6DCF547F41}">
      <dgm:prSet/>
      <dgm:spPr/>
      <dgm:t>
        <a:bodyPr/>
        <a:lstStyle/>
        <a:p>
          <a:endParaRPr lang="en-US"/>
        </a:p>
      </dgm:t>
    </dgm:pt>
    <dgm:pt modelId="{A409C493-D294-4FC3-BCDF-61A945AE0FB9}" type="sibTrans" cxnId="{72CAC2B8-CF01-400C-8304-DC6DCF547F41}">
      <dgm:prSet/>
      <dgm:spPr/>
      <dgm:t>
        <a:bodyPr/>
        <a:lstStyle/>
        <a:p>
          <a:endParaRPr lang="en-US"/>
        </a:p>
      </dgm:t>
    </dgm:pt>
    <dgm:pt modelId="{5CE11BA9-07A0-4E8A-9127-30AC3647AB0D}">
      <dgm:prSet/>
      <dgm:spPr/>
      <dgm:t>
        <a:bodyPr/>
        <a:lstStyle/>
        <a:p>
          <a:r>
            <a:rPr lang="en-US"/>
            <a:t>Storage</a:t>
          </a:r>
        </a:p>
      </dgm:t>
    </dgm:pt>
    <dgm:pt modelId="{C5FCF8E9-88AE-4F83-BA19-1AFB332D7B5D}" type="parTrans" cxnId="{5128E3DA-B6BA-4845-8DA1-E741A7A39F60}">
      <dgm:prSet/>
      <dgm:spPr/>
      <dgm:t>
        <a:bodyPr/>
        <a:lstStyle/>
        <a:p>
          <a:endParaRPr lang="en-US"/>
        </a:p>
      </dgm:t>
    </dgm:pt>
    <dgm:pt modelId="{0CCE1C44-B26D-46E5-B2BD-3F19E4DC53B3}" type="sibTrans" cxnId="{5128E3DA-B6BA-4845-8DA1-E741A7A39F60}">
      <dgm:prSet/>
      <dgm:spPr/>
      <dgm:t>
        <a:bodyPr/>
        <a:lstStyle/>
        <a:p>
          <a:endParaRPr lang="en-US"/>
        </a:p>
      </dgm:t>
    </dgm:pt>
    <dgm:pt modelId="{D057AAF7-5FE5-4D1F-A807-16BBF166FA9E}" type="pres">
      <dgm:prSet presAssocID="{4A4DBDBB-4082-43D1-A179-D4922C6C7A82}" presName="linear" presStyleCnt="0">
        <dgm:presLayoutVars>
          <dgm:animLvl val="lvl"/>
          <dgm:resizeHandles val="exact"/>
        </dgm:presLayoutVars>
      </dgm:prSet>
      <dgm:spPr/>
    </dgm:pt>
    <dgm:pt modelId="{5705C90B-12C5-4F86-BAAD-C937814466F9}" type="pres">
      <dgm:prSet presAssocID="{5E4C67AA-5878-440A-88C3-FB9B35536F2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FFA250C-377C-4286-B891-97AC8C8F37A9}" type="pres">
      <dgm:prSet presAssocID="{F26F8215-A4A1-4115-A3F6-5F3A62B2F76A}" presName="spacer" presStyleCnt="0"/>
      <dgm:spPr/>
    </dgm:pt>
    <dgm:pt modelId="{505B3458-937B-426F-8CE7-28F00343D40B}" type="pres">
      <dgm:prSet presAssocID="{430F6ACD-E908-40DD-B7FF-81CC52B2EA4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A1C9E36-C1E2-4788-B2BE-E98605505F0E}" type="pres">
      <dgm:prSet presAssocID="{0684A8F7-CA51-4CE3-8391-F7111EFFD3A5}" presName="spacer" presStyleCnt="0"/>
      <dgm:spPr/>
    </dgm:pt>
    <dgm:pt modelId="{B97EB115-3770-4A21-BE45-92C3DB676475}" type="pres">
      <dgm:prSet presAssocID="{262C26E5-CAB1-463F-A57C-1758D722341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1245206-3C8C-4D7D-935B-EABE903F16D3}" type="pres">
      <dgm:prSet presAssocID="{262C26E5-CAB1-463F-A57C-1758D722341E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76BEA11-5E5C-4799-B08C-AA37AF99A863}" srcId="{262C26E5-CAB1-463F-A57C-1758D722341E}" destId="{27A50B45-C315-412D-B670-7E6E6D66D976}" srcOrd="1" destOrd="0" parTransId="{F81A5D2A-E44E-45D7-8179-BD25A3E52594}" sibTransId="{2812B187-C1EC-4C45-8A92-28D2DE7D6FAF}"/>
    <dgm:cxn modelId="{C9193415-17EA-4B52-B1E9-F9330F796554}" type="presOf" srcId="{4A4DBDBB-4082-43D1-A179-D4922C6C7A82}" destId="{D057AAF7-5FE5-4D1F-A807-16BBF166FA9E}" srcOrd="0" destOrd="0" presId="urn:microsoft.com/office/officeart/2005/8/layout/vList2"/>
    <dgm:cxn modelId="{A24C9328-3843-4A6D-B217-C1FE7F9DEF97}" type="presOf" srcId="{5E4C67AA-5878-440A-88C3-FB9B35536F2A}" destId="{5705C90B-12C5-4F86-BAAD-C937814466F9}" srcOrd="0" destOrd="0" presId="urn:microsoft.com/office/officeart/2005/8/layout/vList2"/>
    <dgm:cxn modelId="{CCDA222E-8D83-48BF-B722-54D7BE2DB5F5}" type="presOf" srcId="{430F6ACD-E908-40DD-B7FF-81CC52B2EA4E}" destId="{505B3458-937B-426F-8CE7-28F00343D40B}" srcOrd="0" destOrd="0" presId="urn:microsoft.com/office/officeart/2005/8/layout/vList2"/>
    <dgm:cxn modelId="{9A56E737-2CA1-4089-961E-FFD18FB9ADDA}" type="presOf" srcId="{262C26E5-CAB1-463F-A57C-1758D722341E}" destId="{B97EB115-3770-4A21-BE45-92C3DB676475}" srcOrd="0" destOrd="0" presId="urn:microsoft.com/office/officeart/2005/8/layout/vList2"/>
    <dgm:cxn modelId="{A4C72D3A-8220-4830-883D-E1EC48BFB3E9}" srcId="{4A4DBDBB-4082-43D1-A179-D4922C6C7A82}" destId="{430F6ACD-E908-40DD-B7FF-81CC52B2EA4E}" srcOrd="1" destOrd="0" parTransId="{486DB83B-3639-46B3-9A66-0005AAB07D20}" sibTransId="{0684A8F7-CA51-4CE3-8391-F7111EFFD3A5}"/>
    <dgm:cxn modelId="{E6D18A3D-308F-4394-9CAC-A881493B50CD}" type="presOf" srcId="{5CE11BA9-07A0-4E8A-9127-30AC3647AB0D}" destId="{01245206-3C8C-4D7D-935B-EABE903F16D3}" srcOrd="0" destOrd="3" presId="urn:microsoft.com/office/officeart/2005/8/layout/vList2"/>
    <dgm:cxn modelId="{88B5DE42-2EB6-4B76-9091-431DF45D7759}" type="presOf" srcId="{27A50B45-C315-412D-B670-7E6E6D66D976}" destId="{01245206-3C8C-4D7D-935B-EABE903F16D3}" srcOrd="0" destOrd="1" presId="urn:microsoft.com/office/officeart/2005/8/layout/vList2"/>
    <dgm:cxn modelId="{6052626B-E878-48C4-BC18-83BE359275E8}" type="presOf" srcId="{0DE35257-FDF8-442E-BC75-146C99848889}" destId="{01245206-3C8C-4D7D-935B-EABE903F16D3}" srcOrd="0" destOrd="0" presId="urn:microsoft.com/office/officeart/2005/8/layout/vList2"/>
    <dgm:cxn modelId="{45CD1C6C-E218-4DC9-B1B6-FEA5E849C1B7}" srcId="{4A4DBDBB-4082-43D1-A179-D4922C6C7A82}" destId="{5E4C67AA-5878-440A-88C3-FB9B35536F2A}" srcOrd="0" destOrd="0" parTransId="{E9B52816-AB09-4D39-B304-AF0582557094}" sibTransId="{F26F8215-A4A1-4115-A3F6-5F3A62B2F76A}"/>
    <dgm:cxn modelId="{B139F084-50FD-4F8A-9059-352F374FADD3}" srcId="{4A4DBDBB-4082-43D1-A179-D4922C6C7A82}" destId="{262C26E5-CAB1-463F-A57C-1758D722341E}" srcOrd="2" destOrd="0" parTransId="{ED9D7E7E-BCD7-46CD-8AA3-B939B1F1CF59}" sibTransId="{6ADA8D49-8E70-47D6-A595-D7595107D6DD}"/>
    <dgm:cxn modelId="{897C0F92-4811-4E6B-A997-351DAC890761}" type="presOf" srcId="{DF581D3E-7882-44D4-920B-A1AD3ACAC43E}" destId="{01245206-3C8C-4D7D-935B-EABE903F16D3}" srcOrd="0" destOrd="2" presId="urn:microsoft.com/office/officeart/2005/8/layout/vList2"/>
    <dgm:cxn modelId="{72CAC2B8-CF01-400C-8304-DC6DCF547F41}" srcId="{262C26E5-CAB1-463F-A57C-1758D722341E}" destId="{DF581D3E-7882-44D4-920B-A1AD3ACAC43E}" srcOrd="2" destOrd="0" parTransId="{2657E62F-E987-424E-B484-0D0CDB34CA43}" sibTransId="{A409C493-D294-4FC3-BCDF-61A945AE0FB9}"/>
    <dgm:cxn modelId="{5128E3DA-B6BA-4845-8DA1-E741A7A39F60}" srcId="{262C26E5-CAB1-463F-A57C-1758D722341E}" destId="{5CE11BA9-07A0-4E8A-9127-30AC3647AB0D}" srcOrd="3" destOrd="0" parTransId="{C5FCF8E9-88AE-4F83-BA19-1AFB332D7B5D}" sibTransId="{0CCE1C44-B26D-46E5-B2BD-3F19E4DC53B3}"/>
    <dgm:cxn modelId="{42E4C2E6-C781-4E9D-A056-6E6A50123B9E}" srcId="{262C26E5-CAB1-463F-A57C-1758D722341E}" destId="{0DE35257-FDF8-442E-BC75-146C99848889}" srcOrd="0" destOrd="0" parTransId="{6A49360B-BCE4-442B-AF49-10D40C5CC1CA}" sibTransId="{8C891293-6C5B-4619-9C42-428D75E28FDE}"/>
    <dgm:cxn modelId="{D073AE67-408E-4F53-B864-9F0C1CB48BB2}" type="presParOf" srcId="{D057AAF7-5FE5-4D1F-A807-16BBF166FA9E}" destId="{5705C90B-12C5-4F86-BAAD-C937814466F9}" srcOrd="0" destOrd="0" presId="urn:microsoft.com/office/officeart/2005/8/layout/vList2"/>
    <dgm:cxn modelId="{C3B5F7CD-226C-4110-A077-108BEBBFF44C}" type="presParOf" srcId="{D057AAF7-5FE5-4D1F-A807-16BBF166FA9E}" destId="{FFFA250C-377C-4286-B891-97AC8C8F37A9}" srcOrd="1" destOrd="0" presId="urn:microsoft.com/office/officeart/2005/8/layout/vList2"/>
    <dgm:cxn modelId="{C98B31A5-7A6B-49BD-8610-79783ACF9C51}" type="presParOf" srcId="{D057AAF7-5FE5-4D1F-A807-16BBF166FA9E}" destId="{505B3458-937B-426F-8CE7-28F00343D40B}" srcOrd="2" destOrd="0" presId="urn:microsoft.com/office/officeart/2005/8/layout/vList2"/>
    <dgm:cxn modelId="{DE0DB8B3-24A0-4810-9F2F-C5485B0C06CD}" type="presParOf" srcId="{D057AAF7-5FE5-4D1F-A807-16BBF166FA9E}" destId="{FA1C9E36-C1E2-4788-B2BE-E98605505F0E}" srcOrd="3" destOrd="0" presId="urn:microsoft.com/office/officeart/2005/8/layout/vList2"/>
    <dgm:cxn modelId="{83895E51-9FA8-4771-93B7-26BBE5E360FA}" type="presParOf" srcId="{D057AAF7-5FE5-4D1F-A807-16BBF166FA9E}" destId="{B97EB115-3770-4A21-BE45-92C3DB676475}" srcOrd="4" destOrd="0" presId="urn:microsoft.com/office/officeart/2005/8/layout/vList2"/>
    <dgm:cxn modelId="{B26DD3F9-5F4E-4E70-B208-B609C4952C08}" type="presParOf" srcId="{D057AAF7-5FE5-4D1F-A807-16BBF166FA9E}" destId="{01245206-3C8C-4D7D-935B-EABE903F16D3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E308E7-62EC-4697-9F0F-737009654FF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6A22E73-8CE4-4542-85D9-FBE28B3A4722}">
      <dgm:prSet/>
      <dgm:spPr/>
      <dgm:t>
        <a:bodyPr/>
        <a:lstStyle/>
        <a:p>
          <a:r>
            <a:rPr lang="en-US"/>
            <a:t>A way of writing down numbers. </a:t>
          </a:r>
        </a:p>
      </dgm:t>
    </dgm:pt>
    <dgm:pt modelId="{6D8B0ED0-9BBD-4D60-BC1D-1708843C36F1}" type="parTrans" cxnId="{C8A0329E-DF6C-4363-BEF3-281FB828FC48}">
      <dgm:prSet/>
      <dgm:spPr/>
      <dgm:t>
        <a:bodyPr/>
        <a:lstStyle/>
        <a:p>
          <a:endParaRPr lang="en-US"/>
        </a:p>
      </dgm:t>
    </dgm:pt>
    <dgm:pt modelId="{4B34CCBB-3B41-46F7-9FDE-CE207E243CC2}" type="sibTrans" cxnId="{C8A0329E-DF6C-4363-BEF3-281FB828FC48}">
      <dgm:prSet/>
      <dgm:spPr/>
      <dgm:t>
        <a:bodyPr/>
        <a:lstStyle/>
        <a:p>
          <a:endParaRPr lang="en-US"/>
        </a:p>
      </dgm:t>
    </dgm:pt>
    <dgm:pt modelId="{2028C545-B24A-4F52-AEAF-B6DE7C526A24}">
      <dgm:prSet/>
      <dgm:spPr/>
      <dgm:t>
        <a:bodyPr/>
        <a:lstStyle/>
        <a:p>
          <a:r>
            <a:rPr lang="en-US"/>
            <a:t>How data is stored.</a:t>
          </a:r>
        </a:p>
      </dgm:t>
    </dgm:pt>
    <dgm:pt modelId="{4CFA1235-387D-45EB-BD3F-6EB0442ABDCF}" type="parTrans" cxnId="{659E1FCD-3D9D-47E9-9C75-2F4EC2F6EC53}">
      <dgm:prSet/>
      <dgm:spPr/>
      <dgm:t>
        <a:bodyPr/>
        <a:lstStyle/>
        <a:p>
          <a:endParaRPr lang="en-US"/>
        </a:p>
      </dgm:t>
    </dgm:pt>
    <dgm:pt modelId="{4904CC67-FA81-437A-A0FB-CE061CB9CD96}" type="sibTrans" cxnId="{659E1FCD-3D9D-47E9-9C75-2F4EC2F6EC53}">
      <dgm:prSet/>
      <dgm:spPr/>
      <dgm:t>
        <a:bodyPr/>
        <a:lstStyle/>
        <a:p>
          <a:endParaRPr lang="en-US"/>
        </a:p>
      </dgm:t>
    </dgm:pt>
    <dgm:pt modelId="{794ACCA4-4930-4BB1-A1E0-1503AA531D80}">
      <dgm:prSet/>
      <dgm:spPr/>
      <dgm:t>
        <a:bodyPr/>
        <a:lstStyle/>
        <a:p>
          <a:r>
            <a:rPr lang="en-US" dirty="0"/>
            <a:t>4 Main notational systems</a:t>
          </a:r>
        </a:p>
      </dgm:t>
    </dgm:pt>
    <dgm:pt modelId="{AA121E2B-CC6A-4036-8910-EF214D89061B}" type="parTrans" cxnId="{6132C5EA-135E-4205-A097-DFA6CBD762CA}">
      <dgm:prSet/>
      <dgm:spPr/>
      <dgm:t>
        <a:bodyPr/>
        <a:lstStyle/>
        <a:p>
          <a:endParaRPr lang="en-US"/>
        </a:p>
      </dgm:t>
    </dgm:pt>
    <dgm:pt modelId="{AF8BE730-B569-423B-8F87-9BC5B32019F3}" type="sibTrans" cxnId="{6132C5EA-135E-4205-A097-DFA6CBD762CA}">
      <dgm:prSet/>
      <dgm:spPr/>
      <dgm:t>
        <a:bodyPr/>
        <a:lstStyle/>
        <a:p>
          <a:endParaRPr lang="en-US"/>
        </a:p>
      </dgm:t>
    </dgm:pt>
    <dgm:pt modelId="{C15F8941-B74C-4D2E-A9F9-757A43E9F290}">
      <dgm:prSet/>
      <dgm:spPr/>
      <dgm:t>
        <a:bodyPr/>
        <a:lstStyle/>
        <a:p>
          <a:r>
            <a:rPr lang="en-US"/>
            <a:t>Decimal	</a:t>
          </a:r>
        </a:p>
      </dgm:t>
    </dgm:pt>
    <dgm:pt modelId="{DF99C528-5C0E-4644-8966-58ED4EB78159}" type="parTrans" cxnId="{38D39BA7-6AF9-4FEC-82B1-13AA7682DF5A}">
      <dgm:prSet/>
      <dgm:spPr/>
      <dgm:t>
        <a:bodyPr/>
        <a:lstStyle/>
        <a:p>
          <a:endParaRPr lang="en-US"/>
        </a:p>
      </dgm:t>
    </dgm:pt>
    <dgm:pt modelId="{E94D9991-6A28-4C07-A387-73B6CB93F739}" type="sibTrans" cxnId="{38D39BA7-6AF9-4FEC-82B1-13AA7682DF5A}">
      <dgm:prSet/>
      <dgm:spPr/>
      <dgm:t>
        <a:bodyPr/>
        <a:lstStyle/>
        <a:p>
          <a:endParaRPr lang="en-US"/>
        </a:p>
      </dgm:t>
    </dgm:pt>
    <dgm:pt modelId="{4D9AB883-08C3-407B-914B-2B0D76471264}">
      <dgm:prSet/>
      <dgm:spPr/>
      <dgm:t>
        <a:bodyPr/>
        <a:lstStyle/>
        <a:p>
          <a:r>
            <a:rPr lang="en-US"/>
            <a:t>Binary</a:t>
          </a:r>
        </a:p>
      </dgm:t>
    </dgm:pt>
    <dgm:pt modelId="{E40F8988-943F-4E07-A5AB-0EA2CF76E127}" type="parTrans" cxnId="{F9E58F66-676D-4CC0-896A-B4DF8A7CE86A}">
      <dgm:prSet/>
      <dgm:spPr/>
      <dgm:t>
        <a:bodyPr/>
        <a:lstStyle/>
        <a:p>
          <a:endParaRPr lang="en-US"/>
        </a:p>
      </dgm:t>
    </dgm:pt>
    <dgm:pt modelId="{19F8828A-9F36-45BC-936F-3E6C5FF9761A}" type="sibTrans" cxnId="{F9E58F66-676D-4CC0-896A-B4DF8A7CE86A}">
      <dgm:prSet/>
      <dgm:spPr/>
      <dgm:t>
        <a:bodyPr/>
        <a:lstStyle/>
        <a:p>
          <a:endParaRPr lang="en-US"/>
        </a:p>
      </dgm:t>
    </dgm:pt>
    <dgm:pt modelId="{9A25666E-D6B3-438F-99B9-03D470376E42}">
      <dgm:prSet/>
      <dgm:spPr/>
      <dgm:t>
        <a:bodyPr/>
        <a:lstStyle/>
        <a:p>
          <a:r>
            <a:rPr lang="en-US"/>
            <a:t>Hexadecimal</a:t>
          </a:r>
        </a:p>
      </dgm:t>
    </dgm:pt>
    <dgm:pt modelId="{579ACDD1-E408-4ECC-AF82-2B7113782F57}" type="parTrans" cxnId="{B1627E98-60EB-4958-B65D-756AB129A316}">
      <dgm:prSet/>
      <dgm:spPr/>
      <dgm:t>
        <a:bodyPr/>
        <a:lstStyle/>
        <a:p>
          <a:endParaRPr lang="en-US"/>
        </a:p>
      </dgm:t>
    </dgm:pt>
    <dgm:pt modelId="{31F558A0-CF3B-41E4-A6C1-342E32490580}" type="sibTrans" cxnId="{B1627E98-60EB-4958-B65D-756AB129A316}">
      <dgm:prSet/>
      <dgm:spPr/>
      <dgm:t>
        <a:bodyPr/>
        <a:lstStyle/>
        <a:p>
          <a:endParaRPr lang="en-US"/>
        </a:p>
      </dgm:t>
    </dgm:pt>
    <dgm:pt modelId="{BC656B2D-5429-45E4-BD74-77AF31CF821D}">
      <dgm:prSet/>
      <dgm:spPr/>
      <dgm:t>
        <a:bodyPr/>
        <a:lstStyle/>
        <a:p>
          <a:r>
            <a:rPr lang="en-US"/>
            <a:t>Octal</a:t>
          </a:r>
        </a:p>
      </dgm:t>
    </dgm:pt>
    <dgm:pt modelId="{1AA4721A-A42E-406E-81CA-2A2F85F5C7AC}" type="parTrans" cxnId="{CCFE66CE-958D-4146-94BC-C165E5C5C332}">
      <dgm:prSet/>
      <dgm:spPr/>
      <dgm:t>
        <a:bodyPr/>
        <a:lstStyle/>
        <a:p>
          <a:endParaRPr lang="en-US"/>
        </a:p>
      </dgm:t>
    </dgm:pt>
    <dgm:pt modelId="{6760D824-6049-4EE8-84E1-A3A370A0FF89}" type="sibTrans" cxnId="{CCFE66CE-958D-4146-94BC-C165E5C5C332}">
      <dgm:prSet/>
      <dgm:spPr/>
      <dgm:t>
        <a:bodyPr/>
        <a:lstStyle/>
        <a:p>
          <a:endParaRPr lang="en-US"/>
        </a:p>
      </dgm:t>
    </dgm:pt>
    <dgm:pt modelId="{A87A4AD9-B1DF-4A04-A472-9EC8995249B7}" type="pres">
      <dgm:prSet presAssocID="{04E308E7-62EC-4697-9F0F-737009654FF8}" presName="root" presStyleCnt="0">
        <dgm:presLayoutVars>
          <dgm:dir/>
          <dgm:resizeHandles val="exact"/>
        </dgm:presLayoutVars>
      </dgm:prSet>
      <dgm:spPr/>
    </dgm:pt>
    <dgm:pt modelId="{37EFED8E-9F5E-441E-BB8F-0E660E19D02F}" type="pres">
      <dgm:prSet presAssocID="{46A22E73-8CE4-4542-85D9-FBE28B3A4722}" presName="compNode" presStyleCnt="0"/>
      <dgm:spPr/>
    </dgm:pt>
    <dgm:pt modelId="{04258762-3F6B-45E5-A3C2-E6ABD88D0420}" type="pres">
      <dgm:prSet presAssocID="{46A22E73-8CE4-4542-85D9-FBE28B3A4722}" presName="bgRect" presStyleLbl="bgShp" presStyleIdx="0" presStyleCnt="3"/>
      <dgm:spPr/>
    </dgm:pt>
    <dgm:pt modelId="{C74EDB73-320F-4F05-A895-9AAB448A9C87}" type="pres">
      <dgm:prSet presAssocID="{46A22E73-8CE4-4542-85D9-FBE28B3A472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9A037FC-A73C-4147-B0C4-BDD78B30F343}" type="pres">
      <dgm:prSet presAssocID="{46A22E73-8CE4-4542-85D9-FBE28B3A4722}" presName="spaceRect" presStyleCnt="0"/>
      <dgm:spPr/>
    </dgm:pt>
    <dgm:pt modelId="{AF087233-96A2-42E4-AF13-BE67C3719601}" type="pres">
      <dgm:prSet presAssocID="{46A22E73-8CE4-4542-85D9-FBE28B3A4722}" presName="parTx" presStyleLbl="revTx" presStyleIdx="0" presStyleCnt="4">
        <dgm:presLayoutVars>
          <dgm:chMax val="0"/>
          <dgm:chPref val="0"/>
        </dgm:presLayoutVars>
      </dgm:prSet>
      <dgm:spPr/>
    </dgm:pt>
    <dgm:pt modelId="{AD9CEF17-025D-4A4D-BD1F-23AB28F3CCE2}" type="pres">
      <dgm:prSet presAssocID="{4B34CCBB-3B41-46F7-9FDE-CE207E243CC2}" presName="sibTrans" presStyleCnt="0"/>
      <dgm:spPr/>
    </dgm:pt>
    <dgm:pt modelId="{FB8A764E-DB83-4104-B0A5-90219C64F9A5}" type="pres">
      <dgm:prSet presAssocID="{2028C545-B24A-4F52-AEAF-B6DE7C526A24}" presName="compNode" presStyleCnt="0"/>
      <dgm:spPr/>
    </dgm:pt>
    <dgm:pt modelId="{FD7A14A2-F073-464D-A62A-CEC4032AE91B}" type="pres">
      <dgm:prSet presAssocID="{2028C545-B24A-4F52-AEAF-B6DE7C526A24}" presName="bgRect" presStyleLbl="bgShp" presStyleIdx="1" presStyleCnt="3"/>
      <dgm:spPr/>
    </dgm:pt>
    <dgm:pt modelId="{AACB5218-CBF0-4991-AEA1-B582E2F023E0}" type="pres">
      <dgm:prSet presAssocID="{2028C545-B24A-4F52-AEAF-B6DE7C526A2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ACD994D-3ECE-471F-A101-CD57998BD78C}" type="pres">
      <dgm:prSet presAssocID="{2028C545-B24A-4F52-AEAF-B6DE7C526A24}" presName="spaceRect" presStyleCnt="0"/>
      <dgm:spPr/>
    </dgm:pt>
    <dgm:pt modelId="{357028D3-C19A-45A4-A138-BE65C1CADAD5}" type="pres">
      <dgm:prSet presAssocID="{2028C545-B24A-4F52-AEAF-B6DE7C526A24}" presName="parTx" presStyleLbl="revTx" presStyleIdx="1" presStyleCnt="4">
        <dgm:presLayoutVars>
          <dgm:chMax val="0"/>
          <dgm:chPref val="0"/>
        </dgm:presLayoutVars>
      </dgm:prSet>
      <dgm:spPr/>
    </dgm:pt>
    <dgm:pt modelId="{688298EA-47EA-46C8-BA28-E9CEF49F50F7}" type="pres">
      <dgm:prSet presAssocID="{4904CC67-FA81-437A-A0FB-CE061CB9CD96}" presName="sibTrans" presStyleCnt="0"/>
      <dgm:spPr/>
    </dgm:pt>
    <dgm:pt modelId="{05A47618-620A-4E43-B3BD-0516DFD6D786}" type="pres">
      <dgm:prSet presAssocID="{794ACCA4-4930-4BB1-A1E0-1503AA531D80}" presName="compNode" presStyleCnt="0"/>
      <dgm:spPr/>
    </dgm:pt>
    <dgm:pt modelId="{E292C911-B654-4DF0-A729-097812042654}" type="pres">
      <dgm:prSet presAssocID="{794ACCA4-4930-4BB1-A1E0-1503AA531D80}" presName="bgRect" presStyleLbl="bgShp" presStyleIdx="2" presStyleCnt="3"/>
      <dgm:spPr/>
    </dgm:pt>
    <dgm:pt modelId="{C1751490-EA6E-4116-B6E1-6F53D83EDA31}" type="pres">
      <dgm:prSet presAssocID="{794ACCA4-4930-4BB1-A1E0-1503AA531D8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A7A9A8A4-2EBE-49CA-9958-02AE53D3694E}" type="pres">
      <dgm:prSet presAssocID="{794ACCA4-4930-4BB1-A1E0-1503AA531D80}" presName="spaceRect" presStyleCnt="0"/>
      <dgm:spPr/>
    </dgm:pt>
    <dgm:pt modelId="{3A8A026F-A219-4CFA-BDE4-17069C1A62B9}" type="pres">
      <dgm:prSet presAssocID="{794ACCA4-4930-4BB1-A1E0-1503AA531D80}" presName="parTx" presStyleLbl="revTx" presStyleIdx="2" presStyleCnt="4">
        <dgm:presLayoutVars>
          <dgm:chMax val="0"/>
          <dgm:chPref val="0"/>
        </dgm:presLayoutVars>
      </dgm:prSet>
      <dgm:spPr/>
    </dgm:pt>
    <dgm:pt modelId="{DC2CC33B-2580-462A-800E-9A2B3E72F3F3}" type="pres">
      <dgm:prSet presAssocID="{794ACCA4-4930-4BB1-A1E0-1503AA531D80}" presName="desTx" presStyleLbl="revTx" presStyleIdx="3" presStyleCnt="4">
        <dgm:presLayoutVars/>
      </dgm:prSet>
      <dgm:spPr/>
    </dgm:pt>
  </dgm:ptLst>
  <dgm:cxnLst>
    <dgm:cxn modelId="{0375A710-EF3A-473D-964B-E11EFE7B6698}" type="presOf" srcId="{2028C545-B24A-4F52-AEAF-B6DE7C526A24}" destId="{357028D3-C19A-45A4-A138-BE65C1CADAD5}" srcOrd="0" destOrd="0" presId="urn:microsoft.com/office/officeart/2018/2/layout/IconVerticalSolidList"/>
    <dgm:cxn modelId="{F737E833-B0C7-4422-8C03-B6929FC27E35}" type="presOf" srcId="{BC656B2D-5429-45E4-BD74-77AF31CF821D}" destId="{DC2CC33B-2580-462A-800E-9A2B3E72F3F3}" srcOrd="0" destOrd="3" presId="urn:microsoft.com/office/officeart/2018/2/layout/IconVerticalSolidList"/>
    <dgm:cxn modelId="{03400D3A-78B2-4F72-BB36-12508E49B8BF}" type="presOf" srcId="{04E308E7-62EC-4697-9F0F-737009654FF8}" destId="{A87A4AD9-B1DF-4A04-A472-9EC8995249B7}" srcOrd="0" destOrd="0" presId="urn:microsoft.com/office/officeart/2018/2/layout/IconVerticalSolidList"/>
    <dgm:cxn modelId="{D303103A-1851-4E28-90A9-94B046DAEE9F}" type="presOf" srcId="{C15F8941-B74C-4D2E-A9F9-757A43E9F290}" destId="{DC2CC33B-2580-462A-800E-9A2B3E72F3F3}" srcOrd="0" destOrd="0" presId="urn:microsoft.com/office/officeart/2018/2/layout/IconVerticalSolidList"/>
    <dgm:cxn modelId="{F5E89C5D-3416-4F3D-88B0-41E8C4CE9AB6}" type="presOf" srcId="{9A25666E-D6B3-438F-99B9-03D470376E42}" destId="{DC2CC33B-2580-462A-800E-9A2B3E72F3F3}" srcOrd="0" destOrd="2" presId="urn:microsoft.com/office/officeart/2018/2/layout/IconVerticalSolidList"/>
    <dgm:cxn modelId="{F9E58F66-676D-4CC0-896A-B4DF8A7CE86A}" srcId="{794ACCA4-4930-4BB1-A1E0-1503AA531D80}" destId="{4D9AB883-08C3-407B-914B-2B0D76471264}" srcOrd="1" destOrd="0" parTransId="{E40F8988-943F-4E07-A5AB-0EA2CF76E127}" sibTransId="{19F8828A-9F36-45BC-936F-3E6C5FF9761A}"/>
    <dgm:cxn modelId="{3E37D855-85A9-4BC5-852A-529584154099}" type="presOf" srcId="{794ACCA4-4930-4BB1-A1E0-1503AA531D80}" destId="{3A8A026F-A219-4CFA-BDE4-17069C1A62B9}" srcOrd="0" destOrd="0" presId="urn:microsoft.com/office/officeart/2018/2/layout/IconVerticalSolidList"/>
    <dgm:cxn modelId="{F31EC278-EB66-4564-85C6-DED44F18C004}" type="presOf" srcId="{4D9AB883-08C3-407B-914B-2B0D76471264}" destId="{DC2CC33B-2580-462A-800E-9A2B3E72F3F3}" srcOrd="0" destOrd="1" presId="urn:microsoft.com/office/officeart/2018/2/layout/IconVerticalSolidList"/>
    <dgm:cxn modelId="{B1627E98-60EB-4958-B65D-756AB129A316}" srcId="{794ACCA4-4930-4BB1-A1E0-1503AA531D80}" destId="{9A25666E-D6B3-438F-99B9-03D470376E42}" srcOrd="2" destOrd="0" parTransId="{579ACDD1-E408-4ECC-AF82-2B7113782F57}" sibTransId="{31F558A0-CF3B-41E4-A6C1-342E32490580}"/>
    <dgm:cxn modelId="{C8A0329E-DF6C-4363-BEF3-281FB828FC48}" srcId="{04E308E7-62EC-4697-9F0F-737009654FF8}" destId="{46A22E73-8CE4-4542-85D9-FBE28B3A4722}" srcOrd="0" destOrd="0" parTransId="{6D8B0ED0-9BBD-4D60-BC1D-1708843C36F1}" sibTransId="{4B34CCBB-3B41-46F7-9FDE-CE207E243CC2}"/>
    <dgm:cxn modelId="{38D39BA7-6AF9-4FEC-82B1-13AA7682DF5A}" srcId="{794ACCA4-4930-4BB1-A1E0-1503AA531D80}" destId="{C15F8941-B74C-4D2E-A9F9-757A43E9F290}" srcOrd="0" destOrd="0" parTransId="{DF99C528-5C0E-4644-8966-58ED4EB78159}" sibTransId="{E94D9991-6A28-4C07-A387-73B6CB93F739}"/>
    <dgm:cxn modelId="{659E1FCD-3D9D-47E9-9C75-2F4EC2F6EC53}" srcId="{04E308E7-62EC-4697-9F0F-737009654FF8}" destId="{2028C545-B24A-4F52-AEAF-B6DE7C526A24}" srcOrd="1" destOrd="0" parTransId="{4CFA1235-387D-45EB-BD3F-6EB0442ABDCF}" sibTransId="{4904CC67-FA81-437A-A0FB-CE061CB9CD96}"/>
    <dgm:cxn modelId="{CCFE66CE-958D-4146-94BC-C165E5C5C332}" srcId="{794ACCA4-4930-4BB1-A1E0-1503AA531D80}" destId="{BC656B2D-5429-45E4-BD74-77AF31CF821D}" srcOrd="3" destOrd="0" parTransId="{1AA4721A-A42E-406E-81CA-2A2F85F5C7AC}" sibTransId="{6760D824-6049-4EE8-84E1-A3A370A0FF89}"/>
    <dgm:cxn modelId="{6132C5EA-135E-4205-A097-DFA6CBD762CA}" srcId="{04E308E7-62EC-4697-9F0F-737009654FF8}" destId="{794ACCA4-4930-4BB1-A1E0-1503AA531D80}" srcOrd="2" destOrd="0" parTransId="{AA121E2B-CC6A-4036-8910-EF214D89061B}" sibTransId="{AF8BE730-B569-423B-8F87-9BC5B32019F3}"/>
    <dgm:cxn modelId="{080FD8ED-7B78-480B-BACE-E743B4BBBABD}" type="presOf" srcId="{46A22E73-8CE4-4542-85D9-FBE28B3A4722}" destId="{AF087233-96A2-42E4-AF13-BE67C3719601}" srcOrd="0" destOrd="0" presId="urn:microsoft.com/office/officeart/2018/2/layout/IconVerticalSolidList"/>
    <dgm:cxn modelId="{3F04B13A-D378-443F-85A0-50080D6B79D7}" type="presParOf" srcId="{A87A4AD9-B1DF-4A04-A472-9EC8995249B7}" destId="{37EFED8E-9F5E-441E-BB8F-0E660E19D02F}" srcOrd="0" destOrd="0" presId="urn:microsoft.com/office/officeart/2018/2/layout/IconVerticalSolidList"/>
    <dgm:cxn modelId="{B2848277-3491-46CC-A13F-13E77BA432A5}" type="presParOf" srcId="{37EFED8E-9F5E-441E-BB8F-0E660E19D02F}" destId="{04258762-3F6B-45E5-A3C2-E6ABD88D0420}" srcOrd="0" destOrd="0" presId="urn:microsoft.com/office/officeart/2018/2/layout/IconVerticalSolidList"/>
    <dgm:cxn modelId="{406F3F2B-2A17-46D6-A304-BBD45D47A619}" type="presParOf" srcId="{37EFED8E-9F5E-441E-BB8F-0E660E19D02F}" destId="{C74EDB73-320F-4F05-A895-9AAB448A9C87}" srcOrd="1" destOrd="0" presId="urn:microsoft.com/office/officeart/2018/2/layout/IconVerticalSolidList"/>
    <dgm:cxn modelId="{5C89301B-7B87-49D4-9E35-B3F0F2EA9996}" type="presParOf" srcId="{37EFED8E-9F5E-441E-BB8F-0E660E19D02F}" destId="{29A037FC-A73C-4147-B0C4-BDD78B30F343}" srcOrd="2" destOrd="0" presId="urn:microsoft.com/office/officeart/2018/2/layout/IconVerticalSolidList"/>
    <dgm:cxn modelId="{E2FEA84A-FE76-4734-9F85-E95D80B761E1}" type="presParOf" srcId="{37EFED8E-9F5E-441E-BB8F-0E660E19D02F}" destId="{AF087233-96A2-42E4-AF13-BE67C3719601}" srcOrd="3" destOrd="0" presId="urn:microsoft.com/office/officeart/2018/2/layout/IconVerticalSolidList"/>
    <dgm:cxn modelId="{741BCEBF-1A8A-47AE-BDC8-3C771BA7E216}" type="presParOf" srcId="{A87A4AD9-B1DF-4A04-A472-9EC8995249B7}" destId="{AD9CEF17-025D-4A4D-BD1F-23AB28F3CCE2}" srcOrd="1" destOrd="0" presId="urn:microsoft.com/office/officeart/2018/2/layout/IconVerticalSolidList"/>
    <dgm:cxn modelId="{F2F06893-06E5-4E9C-A0EC-106116AE092F}" type="presParOf" srcId="{A87A4AD9-B1DF-4A04-A472-9EC8995249B7}" destId="{FB8A764E-DB83-4104-B0A5-90219C64F9A5}" srcOrd="2" destOrd="0" presId="urn:microsoft.com/office/officeart/2018/2/layout/IconVerticalSolidList"/>
    <dgm:cxn modelId="{01DCDBAC-0D9C-4C07-BDA3-63F0109F3AF6}" type="presParOf" srcId="{FB8A764E-DB83-4104-B0A5-90219C64F9A5}" destId="{FD7A14A2-F073-464D-A62A-CEC4032AE91B}" srcOrd="0" destOrd="0" presId="urn:microsoft.com/office/officeart/2018/2/layout/IconVerticalSolidList"/>
    <dgm:cxn modelId="{0CCC10B9-06DE-4CB5-93B8-75C07A40C517}" type="presParOf" srcId="{FB8A764E-DB83-4104-B0A5-90219C64F9A5}" destId="{AACB5218-CBF0-4991-AEA1-B582E2F023E0}" srcOrd="1" destOrd="0" presId="urn:microsoft.com/office/officeart/2018/2/layout/IconVerticalSolidList"/>
    <dgm:cxn modelId="{1F26E32E-0FF3-4956-BE90-D6F3C083460C}" type="presParOf" srcId="{FB8A764E-DB83-4104-B0A5-90219C64F9A5}" destId="{BACD994D-3ECE-471F-A101-CD57998BD78C}" srcOrd="2" destOrd="0" presId="urn:microsoft.com/office/officeart/2018/2/layout/IconVerticalSolidList"/>
    <dgm:cxn modelId="{61FF21C7-1EA5-4E16-8074-94328FDB359B}" type="presParOf" srcId="{FB8A764E-DB83-4104-B0A5-90219C64F9A5}" destId="{357028D3-C19A-45A4-A138-BE65C1CADAD5}" srcOrd="3" destOrd="0" presId="urn:microsoft.com/office/officeart/2018/2/layout/IconVerticalSolidList"/>
    <dgm:cxn modelId="{33AD228F-B080-40C6-888B-D93E57AABEF3}" type="presParOf" srcId="{A87A4AD9-B1DF-4A04-A472-9EC8995249B7}" destId="{688298EA-47EA-46C8-BA28-E9CEF49F50F7}" srcOrd="3" destOrd="0" presId="urn:microsoft.com/office/officeart/2018/2/layout/IconVerticalSolidList"/>
    <dgm:cxn modelId="{8872FFC7-D867-4F28-B238-1AF1E92EAB12}" type="presParOf" srcId="{A87A4AD9-B1DF-4A04-A472-9EC8995249B7}" destId="{05A47618-620A-4E43-B3BD-0516DFD6D786}" srcOrd="4" destOrd="0" presId="urn:microsoft.com/office/officeart/2018/2/layout/IconVerticalSolidList"/>
    <dgm:cxn modelId="{5B5495A4-C8F3-449C-863B-49071EB94C13}" type="presParOf" srcId="{05A47618-620A-4E43-B3BD-0516DFD6D786}" destId="{E292C911-B654-4DF0-A729-097812042654}" srcOrd="0" destOrd="0" presId="urn:microsoft.com/office/officeart/2018/2/layout/IconVerticalSolidList"/>
    <dgm:cxn modelId="{D3D87BE5-5F44-437D-B751-CCBF7A8A4266}" type="presParOf" srcId="{05A47618-620A-4E43-B3BD-0516DFD6D786}" destId="{C1751490-EA6E-4116-B6E1-6F53D83EDA31}" srcOrd="1" destOrd="0" presId="urn:microsoft.com/office/officeart/2018/2/layout/IconVerticalSolidList"/>
    <dgm:cxn modelId="{ADFD5BB5-4834-4DCF-AE07-FEFAB0AF625C}" type="presParOf" srcId="{05A47618-620A-4E43-B3BD-0516DFD6D786}" destId="{A7A9A8A4-2EBE-49CA-9958-02AE53D3694E}" srcOrd="2" destOrd="0" presId="urn:microsoft.com/office/officeart/2018/2/layout/IconVerticalSolidList"/>
    <dgm:cxn modelId="{9CCF43CD-3DDC-4B6F-8CB5-BD6B92A8E09E}" type="presParOf" srcId="{05A47618-620A-4E43-B3BD-0516DFD6D786}" destId="{3A8A026F-A219-4CFA-BDE4-17069C1A62B9}" srcOrd="3" destOrd="0" presId="urn:microsoft.com/office/officeart/2018/2/layout/IconVerticalSolidList"/>
    <dgm:cxn modelId="{36B25896-C4E8-492C-8513-B31CF4FDD3B9}" type="presParOf" srcId="{05A47618-620A-4E43-B3BD-0516DFD6D786}" destId="{DC2CC33B-2580-462A-800E-9A2B3E72F3F3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6FE9FF2-1479-480C-88EC-33AD3FFFB66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0800EF0-F71A-487F-98E4-A93EF451E627}">
      <dgm:prSet/>
      <dgm:spPr/>
      <dgm:t>
        <a:bodyPr/>
        <a:lstStyle/>
        <a:p>
          <a:r>
            <a:rPr lang="en-US"/>
            <a:t>Base-16 (Each position is a power of 16)</a:t>
          </a:r>
        </a:p>
      </dgm:t>
    </dgm:pt>
    <dgm:pt modelId="{04CA8FC4-FFD7-48DF-834D-E81F194BE01C}" type="parTrans" cxnId="{FD9EDCC1-211B-48D7-90DC-AE3F4D44DB62}">
      <dgm:prSet/>
      <dgm:spPr/>
      <dgm:t>
        <a:bodyPr/>
        <a:lstStyle/>
        <a:p>
          <a:endParaRPr lang="en-US"/>
        </a:p>
      </dgm:t>
    </dgm:pt>
    <dgm:pt modelId="{5F2827CA-C50D-4F40-A7AF-F9E233641705}" type="sibTrans" cxnId="{FD9EDCC1-211B-48D7-90DC-AE3F4D44DB62}">
      <dgm:prSet/>
      <dgm:spPr/>
      <dgm:t>
        <a:bodyPr/>
        <a:lstStyle/>
        <a:p>
          <a:endParaRPr lang="en-US"/>
        </a:p>
      </dgm:t>
    </dgm:pt>
    <dgm:pt modelId="{77A9A499-C24A-43FF-AF97-2D1965C03940}">
      <dgm:prSet/>
      <dgm:spPr/>
      <dgm:t>
        <a:bodyPr/>
        <a:lstStyle/>
        <a:p>
          <a:r>
            <a:rPr lang="en-US"/>
            <a:t>Hexadecimal Mapping:</a:t>
          </a:r>
        </a:p>
      </dgm:t>
    </dgm:pt>
    <dgm:pt modelId="{2CCC97D3-B53E-4029-B5F0-9215F70626EC}" type="parTrans" cxnId="{9BB8E6B8-4736-42C0-8598-9039028B7E6C}">
      <dgm:prSet/>
      <dgm:spPr/>
      <dgm:t>
        <a:bodyPr/>
        <a:lstStyle/>
        <a:p>
          <a:endParaRPr lang="en-US"/>
        </a:p>
      </dgm:t>
    </dgm:pt>
    <dgm:pt modelId="{13F17FE9-8BE0-4B7D-ADF2-8BB0283F75D3}" type="sibTrans" cxnId="{9BB8E6B8-4736-42C0-8598-9039028B7E6C}">
      <dgm:prSet/>
      <dgm:spPr/>
      <dgm:t>
        <a:bodyPr/>
        <a:lstStyle/>
        <a:p>
          <a:endParaRPr lang="en-US"/>
        </a:p>
      </dgm:t>
    </dgm:pt>
    <dgm:pt modelId="{293E70F0-65FE-4227-8809-AD631B81B3FE}">
      <dgm:prSet/>
      <dgm:spPr/>
      <dgm:t>
        <a:bodyPr/>
        <a:lstStyle/>
        <a:p>
          <a:r>
            <a:rPr lang="en-US"/>
            <a:t>0-9 represent their usual decimal values. </a:t>
          </a:r>
        </a:p>
      </dgm:t>
    </dgm:pt>
    <dgm:pt modelId="{8F150206-2BA9-4DBA-AA52-3C64E80C23C0}" type="parTrans" cxnId="{563490C1-5CA6-46F5-8C6F-E36E7D74FCC1}">
      <dgm:prSet/>
      <dgm:spPr/>
      <dgm:t>
        <a:bodyPr/>
        <a:lstStyle/>
        <a:p>
          <a:endParaRPr lang="en-US"/>
        </a:p>
      </dgm:t>
    </dgm:pt>
    <dgm:pt modelId="{9F8BE9DD-303E-491E-A423-3AD8856CB4D0}" type="sibTrans" cxnId="{563490C1-5CA6-46F5-8C6F-E36E7D74FCC1}">
      <dgm:prSet/>
      <dgm:spPr/>
      <dgm:t>
        <a:bodyPr/>
        <a:lstStyle/>
        <a:p>
          <a:endParaRPr lang="en-US"/>
        </a:p>
      </dgm:t>
    </dgm:pt>
    <dgm:pt modelId="{7DAC8933-51EF-49B8-887B-68B0913CFCA1}">
      <dgm:prSet/>
      <dgm:spPr/>
      <dgm:t>
        <a:bodyPr/>
        <a:lstStyle/>
        <a:p>
          <a:r>
            <a:rPr lang="en-US"/>
            <a:t>A represents decimal 10</a:t>
          </a:r>
        </a:p>
      </dgm:t>
    </dgm:pt>
    <dgm:pt modelId="{CBD264E3-FC75-4AC4-8679-83D486CF1510}" type="parTrans" cxnId="{45C36F1A-0F6C-4C4C-9EBE-F3FBA28E465B}">
      <dgm:prSet/>
      <dgm:spPr/>
      <dgm:t>
        <a:bodyPr/>
        <a:lstStyle/>
        <a:p>
          <a:endParaRPr lang="en-US"/>
        </a:p>
      </dgm:t>
    </dgm:pt>
    <dgm:pt modelId="{44A7E15F-1FC7-40B6-B3DC-5B61DC04E6DC}" type="sibTrans" cxnId="{45C36F1A-0F6C-4C4C-9EBE-F3FBA28E465B}">
      <dgm:prSet/>
      <dgm:spPr/>
      <dgm:t>
        <a:bodyPr/>
        <a:lstStyle/>
        <a:p>
          <a:endParaRPr lang="en-US"/>
        </a:p>
      </dgm:t>
    </dgm:pt>
    <dgm:pt modelId="{A1A755CD-17B7-4E26-9FE7-60CF9CA4DBF8}">
      <dgm:prSet/>
      <dgm:spPr/>
      <dgm:t>
        <a:bodyPr/>
        <a:lstStyle/>
        <a:p>
          <a:r>
            <a:rPr lang="en-US"/>
            <a:t>B represents decimal 11</a:t>
          </a:r>
        </a:p>
      </dgm:t>
    </dgm:pt>
    <dgm:pt modelId="{52F1CED2-38C0-470F-9E52-ABDE0EA47EB4}" type="parTrans" cxnId="{4E3879B9-8A55-45FE-B2EE-80A4091060B3}">
      <dgm:prSet/>
      <dgm:spPr/>
      <dgm:t>
        <a:bodyPr/>
        <a:lstStyle/>
        <a:p>
          <a:endParaRPr lang="en-US"/>
        </a:p>
      </dgm:t>
    </dgm:pt>
    <dgm:pt modelId="{109FD573-E8DF-4B28-974A-864FFBF35E4B}" type="sibTrans" cxnId="{4E3879B9-8A55-45FE-B2EE-80A4091060B3}">
      <dgm:prSet/>
      <dgm:spPr/>
      <dgm:t>
        <a:bodyPr/>
        <a:lstStyle/>
        <a:p>
          <a:endParaRPr lang="en-US"/>
        </a:p>
      </dgm:t>
    </dgm:pt>
    <dgm:pt modelId="{F62F39F1-93D4-49C6-8504-65ECD392EC9A}">
      <dgm:prSet/>
      <dgm:spPr/>
      <dgm:t>
        <a:bodyPr/>
        <a:lstStyle/>
        <a:p>
          <a:r>
            <a:rPr lang="en-US"/>
            <a:t>C represents decimal 12 </a:t>
          </a:r>
        </a:p>
      </dgm:t>
    </dgm:pt>
    <dgm:pt modelId="{7F5DB092-0124-4EF6-B5AF-C63B0409FBDE}" type="parTrans" cxnId="{C05EB82E-3F67-41BA-8A77-21D747F631B2}">
      <dgm:prSet/>
      <dgm:spPr/>
      <dgm:t>
        <a:bodyPr/>
        <a:lstStyle/>
        <a:p>
          <a:endParaRPr lang="en-US"/>
        </a:p>
      </dgm:t>
    </dgm:pt>
    <dgm:pt modelId="{AA046AD7-145E-4BB8-A746-7A008FDE7CC9}" type="sibTrans" cxnId="{C05EB82E-3F67-41BA-8A77-21D747F631B2}">
      <dgm:prSet/>
      <dgm:spPr/>
      <dgm:t>
        <a:bodyPr/>
        <a:lstStyle/>
        <a:p>
          <a:endParaRPr lang="en-US"/>
        </a:p>
      </dgm:t>
    </dgm:pt>
    <dgm:pt modelId="{37EAD2DB-FB3E-482D-B01E-EA24F433ADA3}">
      <dgm:prSet/>
      <dgm:spPr/>
      <dgm:t>
        <a:bodyPr/>
        <a:lstStyle/>
        <a:p>
          <a:r>
            <a:rPr lang="en-US"/>
            <a:t>D represents decimal 13 </a:t>
          </a:r>
        </a:p>
      </dgm:t>
    </dgm:pt>
    <dgm:pt modelId="{00F3A5E2-1975-4F0D-BEB1-C22B37C26BAE}" type="parTrans" cxnId="{1854E6B3-0001-4470-8F89-60697BE78A15}">
      <dgm:prSet/>
      <dgm:spPr/>
      <dgm:t>
        <a:bodyPr/>
        <a:lstStyle/>
        <a:p>
          <a:endParaRPr lang="en-US"/>
        </a:p>
      </dgm:t>
    </dgm:pt>
    <dgm:pt modelId="{32FD5E9A-2B4B-4324-9343-1DDAEA382936}" type="sibTrans" cxnId="{1854E6B3-0001-4470-8F89-60697BE78A15}">
      <dgm:prSet/>
      <dgm:spPr/>
      <dgm:t>
        <a:bodyPr/>
        <a:lstStyle/>
        <a:p>
          <a:endParaRPr lang="en-US"/>
        </a:p>
      </dgm:t>
    </dgm:pt>
    <dgm:pt modelId="{4380981F-FA58-4261-A369-5B47AE2D1175}">
      <dgm:prSet/>
      <dgm:spPr/>
      <dgm:t>
        <a:bodyPr/>
        <a:lstStyle/>
        <a:p>
          <a:r>
            <a:rPr lang="en-US"/>
            <a:t>E represents decimal 14 </a:t>
          </a:r>
        </a:p>
      </dgm:t>
    </dgm:pt>
    <dgm:pt modelId="{7752C47C-CFE3-42BD-BEE0-801278CB9859}" type="parTrans" cxnId="{81706231-1652-4724-9554-AAA3EA31EB9E}">
      <dgm:prSet/>
      <dgm:spPr/>
      <dgm:t>
        <a:bodyPr/>
        <a:lstStyle/>
        <a:p>
          <a:endParaRPr lang="en-US"/>
        </a:p>
      </dgm:t>
    </dgm:pt>
    <dgm:pt modelId="{3FE84EC6-F204-4407-AD0D-AEC49BCC0C62}" type="sibTrans" cxnId="{81706231-1652-4724-9554-AAA3EA31EB9E}">
      <dgm:prSet/>
      <dgm:spPr/>
      <dgm:t>
        <a:bodyPr/>
        <a:lstStyle/>
        <a:p>
          <a:endParaRPr lang="en-US"/>
        </a:p>
      </dgm:t>
    </dgm:pt>
    <dgm:pt modelId="{07DD2C4C-F5CA-4516-A69E-CE44EE758BA5}">
      <dgm:prSet/>
      <dgm:spPr/>
      <dgm:t>
        <a:bodyPr/>
        <a:lstStyle/>
        <a:p>
          <a:r>
            <a:rPr lang="en-US"/>
            <a:t>F represents decimal 15</a:t>
          </a:r>
        </a:p>
      </dgm:t>
    </dgm:pt>
    <dgm:pt modelId="{D1255E54-21B1-4668-8931-5111F1DE45D9}" type="parTrans" cxnId="{569C0AE0-D117-459A-B03D-40000A33FC1F}">
      <dgm:prSet/>
      <dgm:spPr/>
      <dgm:t>
        <a:bodyPr/>
        <a:lstStyle/>
        <a:p>
          <a:endParaRPr lang="en-US"/>
        </a:p>
      </dgm:t>
    </dgm:pt>
    <dgm:pt modelId="{391BFA24-754D-44AC-A409-7A12DCAF2FC4}" type="sibTrans" cxnId="{569C0AE0-D117-459A-B03D-40000A33FC1F}">
      <dgm:prSet/>
      <dgm:spPr/>
      <dgm:t>
        <a:bodyPr/>
        <a:lstStyle/>
        <a:p>
          <a:endParaRPr lang="en-US"/>
        </a:p>
      </dgm:t>
    </dgm:pt>
    <dgm:pt modelId="{DE881408-CC75-4380-8CD1-BF3C422684D2}">
      <dgm:prSet/>
      <dgm:spPr/>
      <dgm:t>
        <a:bodyPr/>
        <a:lstStyle/>
        <a:p>
          <a:r>
            <a:rPr lang="en-US">
              <a:hlinkClick xmlns:r="http://schemas.openxmlformats.org/officeDocument/2006/relationships" r:id="rId1"/>
            </a:rPr>
            <a:t>https://www.youtube.com/watch?v=0xkP_FQUsuM</a:t>
          </a:r>
          <a:endParaRPr lang="en-US"/>
        </a:p>
      </dgm:t>
    </dgm:pt>
    <dgm:pt modelId="{B14F8E71-6791-4BA4-9889-8AED4EC2C597}" type="parTrans" cxnId="{66825C78-9C7E-4C7D-8CAF-B48C3298F220}">
      <dgm:prSet/>
      <dgm:spPr/>
      <dgm:t>
        <a:bodyPr/>
        <a:lstStyle/>
        <a:p>
          <a:endParaRPr lang="en-US"/>
        </a:p>
      </dgm:t>
    </dgm:pt>
    <dgm:pt modelId="{2C22285D-EC3A-4267-964F-A5A1D1A2B722}" type="sibTrans" cxnId="{66825C78-9C7E-4C7D-8CAF-B48C3298F220}">
      <dgm:prSet/>
      <dgm:spPr/>
      <dgm:t>
        <a:bodyPr/>
        <a:lstStyle/>
        <a:p>
          <a:endParaRPr lang="en-US"/>
        </a:p>
      </dgm:t>
    </dgm:pt>
    <dgm:pt modelId="{E7C21D75-BF80-43C4-ABD4-343C0338BF7C}" type="pres">
      <dgm:prSet presAssocID="{56FE9FF2-1479-480C-88EC-33AD3FFFB665}" presName="linear" presStyleCnt="0">
        <dgm:presLayoutVars>
          <dgm:animLvl val="lvl"/>
          <dgm:resizeHandles val="exact"/>
        </dgm:presLayoutVars>
      </dgm:prSet>
      <dgm:spPr/>
    </dgm:pt>
    <dgm:pt modelId="{CBDCDCA9-4F5F-4A2A-A405-65165FA3F517}" type="pres">
      <dgm:prSet presAssocID="{40800EF0-F71A-487F-98E4-A93EF451E62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E4275F7-B625-4AFE-AE45-C66623F1382C}" type="pres">
      <dgm:prSet presAssocID="{5F2827CA-C50D-4F40-A7AF-F9E233641705}" presName="spacer" presStyleCnt="0"/>
      <dgm:spPr/>
    </dgm:pt>
    <dgm:pt modelId="{E7F49227-C770-4707-96FB-E0B1E7852A50}" type="pres">
      <dgm:prSet presAssocID="{77A9A499-C24A-43FF-AF97-2D1965C0394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8CC4D86-8447-40EE-BBE9-79EEBC77B93F}" type="pres">
      <dgm:prSet presAssocID="{77A9A499-C24A-43FF-AF97-2D1965C03940}" presName="childText" presStyleLbl="revTx" presStyleIdx="0" presStyleCnt="1">
        <dgm:presLayoutVars>
          <dgm:bulletEnabled val="1"/>
        </dgm:presLayoutVars>
      </dgm:prSet>
      <dgm:spPr/>
    </dgm:pt>
    <dgm:pt modelId="{D06D84E2-FA8C-42F2-8C23-423BF44D4D67}" type="pres">
      <dgm:prSet presAssocID="{DE881408-CC75-4380-8CD1-BF3C422684D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2A7B20D-85CE-4BE4-8100-A1CF1490CBEA}" type="presOf" srcId="{DE881408-CC75-4380-8CD1-BF3C422684D2}" destId="{D06D84E2-FA8C-42F2-8C23-423BF44D4D67}" srcOrd="0" destOrd="0" presId="urn:microsoft.com/office/officeart/2005/8/layout/vList2"/>
    <dgm:cxn modelId="{45C36F1A-0F6C-4C4C-9EBE-F3FBA28E465B}" srcId="{77A9A499-C24A-43FF-AF97-2D1965C03940}" destId="{7DAC8933-51EF-49B8-887B-68B0913CFCA1}" srcOrd="1" destOrd="0" parTransId="{CBD264E3-FC75-4AC4-8679-83D486CF1510}" sibTransId="{44A7E15F-1FC7-40B6-B3DC-5B61DC04E6DC}"/>
    <dgm:cxn modelId="{895F1F1E-B29E-43C9-A56F-CBCEA1B6D1D1}" type="presOf" srcId="{77A9A499-C24A-43FF-AF97-2D1965C03940}" destId="{E7F49227-C770-4707-96FB-E0B1E7852A50}" srcOrd="0" destOrd="0" presId="urn:microsoft.com/office/officeart/2005/8/layout/vList2"/>
    <dgm:cxn modelId="{EE89E42B-DD4E-460C-9546-E6CE811ADEA4}" type="presOf" srcId="{56FE9FF2-1479-480C-88EC-33AD3FFFB665}" destId="{E7C21D75-BF80-43C4-ABD4-343C0338BF7C}" srcOrd="0" destOrd="0" presId="urn:microsoft.com/office/officeart/2005/8/layout/vList2"/>
    <dgm:cxn modelId="{C05EB82E-3F67-41BA-8A77-21D747F631B2}" srcId="{77A9A499-C24A-43FF-AF97-2D1965C03940}" destId="{F62F39F1-93D4-49C6-8504-65ECD392EC9A}" srcOrd="3" destOrd="0" parTransId="{7F5DB092-0124-4EF6-B5AF-C63B0409FBDE}" sibTransId="{AA046AD7-145E-4BB8-A746-7A008FDE7CC9}"/>
    <dgm:cxn modelId="{721DF22F-AEFB-4841-A086-B78457A460F6}" type="presOf" srcId="{40800EF0-F71A-487F-98E4-A93EF451E627}" destId="{CBDCDCA9-4F5F-4A2A-A405-65165FA3F517}" srcOrd="0" destOrd="0" presId="urn:microsoft.com/office/officeart/2005/8/layout/vList2"/>
    <dgm:cxn modelId="{81706231-1652-4724-9554-AAA3EA31EB9E}" srcId="{77A9A499-C24A-43FF-AF97-2D1965C03940}" destId="{4380981F-FA58-4261-A369-5B47AE2D1175}" srcOrd="5" destOrd="0" parTransId="{7752C47C-CFE3-42BD-BEE0-801278CB9859}" sibTransId="{3FE84EC6-F204-4407-AD0D-AEC49BCC0C62}"/>
    <dgm:cxn modelId="{8DC8165B-27F8-4B86-9B17-F43B7F67046D}" type="presOf" srcId="{07DD2C4C-F5CA-4516-A69E-CE44EE758BA5}" destId="{08CC4D86-8447-40EE-BBE9-79EEBC77B93F}" srcOrd="0" destOrd="6" presId="urn:microsoft.com/office/officeart/2005/8/layout/vList2"/>
    <dgm:cxn modelId="{725D9868-FD18-4846-AA26-7F241F2526F0}" type="presOf" srcId="{A1A755CD-17B7-4E26-9FE7-60CF9CA4DBF8}" destId="{08CC4D86-8447-40EE-BBE9-79EEBC77B93F}" srcOrd="0" destOrd="2" presId="urn:microsoft.com/office/officeart/2005/8/layout/vList2"/>
    <dgm:cxn modelId="{ACDE456C-E313-49DE-9E38-14AF3D1F6CED}" type="presOf" srcId="{7DAC8933-51EF-49B8-887B-68B0913CFCA1}" destId="{08CC4D86-8447-40EE-BBE9-79EEBC77B93F}" srcOrd="0" destOrd="1" presId="urn:microsoft.com/office/officeart/2005/8/layout/vList2"/>
    <dgm:cxn modelId="{66825C78-9C7E-4C7D-8CAF-B48C3298F220}" srcId="{56FE9FF2-1479-480C-88EC-33AD3FFFB665}" destId="{DE881408-CC75-4380-8CD1-BF3C422684D2}" srcOrd="2" destOrd="0" parTransId="{B14F8E71-6791-4BA4-9889-8AED4EC2C597}" sibTransId="{2C22285D-EC3A-4267-964F-A5A1D1A2B722}"/>
    <dgm:cxn modelId="{4CAE0D83-6E67-40F0-9EEB-77951DD031D2}" type="presOf" srcId="{293E70F0-65FE-4227-8809-AD631B81B3FE}" destId="{08CC4D86-8447-40EE-BBE9-79EEBC77B93F}" srcOrd="0" destOrd="0" presId="urn:microsoft.com/office/officeart/2005/8/layout/vList2"/>
    <dgm:cxn modelId="{F4F680B0-444F-4BFD-A448-FAA2B0C14A8F}" type="presOf" srcId="{37EAD2DB-FB3E-482D-B01E-EA24F433ADA3}" destId="{08CC4D86-8447-40EE-BBE9-79EEBC77B93F}" srcOrd="0" destOrd="4" presId="urn:microsoft.com/office/officeart/2005/8/layout/vList2"/>
    <dgm:cxn modelId="{1854E6B3-0001-4470-8F89-60697BE78A15}" srcId="{77A9A499-C24A-43FF-AF97-2D1965C03940}" destId="{37EAD2DB-FB3E-482D-B01E-EA24F433ADA3}" srcOrd="4" destOrd="0" parTransId="{00F3A5E2-1975-4F0D-BEB1-C22B37C26BAE}" sibTransId="{32FD5E9A-2B4B-4324-9343-1DDAEA382936}"/>
    <dgm:cxn modelId="{9BB8E6B8-4736-42C0-8598-9039028B7E6C}" srcId="{56FE9FF2-1479-480C-88EC-33AD3FFFB665}" destId="{77A9A499-C24A-43FF-AF97-2D1965C03940}" srcOrd="1" destOrd="0" parTransId="{2CCC97D3-B53E-4029-B5F0-9215F70626EC}" sibTransId="{13F17FE9-8BE0-4B7D-ADF2-8BB0283F75D3}"/>
    <dgm:cxn modelId="{4E3879B9-8A55-45FE-B2EE-80A4091060B3}" srcId="{77A9A499-C24A-43FF-AF97-2D1965C03940}" destId="{A1A755CD-17B7-4E26-9FE7-60CF9CA4DBF8}" srcOrd="2" destOrd="0" parTransId="{52F1CED2-38C0-470F-9E52-ABDE0EA47EB4}" sibTransId="{109FD573-E8DF-4B28-974A-864FFBF35E4B}"/>
    <dgm:cxn modelId="{563490C1-5CA6-46F5-8C6F-E36E7D74FCC1}" srcId="{77A9A499-C24A-43FF-AF97-2D1965C03940}" destId="{293E70F0-65FE-4227-8809-AD631B81B3FE}" srcOrd="0" destOrd="0" parTransId="{8F150206-2BA9-4DBA-AA52-3C64E80C23C0}" sibTransId="{9F8BE9DD-303E-491E-A423-3AD8856CB4D0}"/>
    <dgm:cxn modelId="{FD9EDCC1-211B-48D7-90DC-AE3F4D44DB62}" srcId="{56FE9FF2-1479-480C-88EC-33AD3FFFB665}" destId="{40800EF0-F71A-487F-98E4-A93EF451E627}" srcOrd="0" destOrd="0" parTransId="{04CA8FC4-FFD7-48DF-834D-E81F194BE01C}" sibTransId="{5F2827CA-C50D-4F40-A7AF-F9E233641705}"/>
    <dgm:cxn modelId="{0DB8C2C6-67F1-4FA1-A00D-4036D9BB16F4}" type="presOf" srcId="{4380981F-FA58-4261-A369-5B47AE2D1175}" destId="{08CC4D86-8447-40EE-BBE9-79EEBC77B93F}" srcOrd="0" destOrd="5" presId="urn:microsoft.com/office/officeart/2005/8/layout/vList2"/>
    <dgm:cxn modelId="{569C0AE0-D117-459A-B03D-40000A33FC1F}" srcId="{77A9A499-C24A-43FF-AF97-2D1965C03940}" destId="{07DD2C4C-F5CA-4516-A69E-CE44EE758BA5}" srcOrd="6" destOrd="0" parTransId="{D1255E54-21B1-4668-8931-5111F1DE45D9}" sibTransId="{391BFA24-754D-44AC-A409-7A12DCAF2FC4}"/>
    <dgm:cxn modelId="{F5D305F8-5A67-4D63-8F91-961EC7F244DE}" type="presOf" srcId="{F62F39F1-93D4-49C6-8504-65ECD392EC9A}" destId="{08CC4D86-8447-40EE-BBE9-79EEBC77B93F}" srcOrd="0" destOrd="3" presId="urn:microsoft.com/office/officeart/2005/8/layout/vList2"/>
    <dgm:cxn modelId="{2C02EE1F-E7AB-4800-BF4B-26E3680B610F}" type="presParOf" srcId="{E7C21D75-BF80-43C4-ABD4-343C0338BF7C}" destId="{CBDCDCA9-4F5F-4A2A-A405-65165FA3F517}" srcOrd="0" destOrd="0" presId="urn:microsoft.com/office/officeart/2005/8/layout/vList2"/>
    <dgm:cxn modelId="{4BA8220B-E463-4B70-BD71-DEC269192D8E}" type="presParOf" srcId="{E7C21D75-BF80-43C4-ABD4-343C0338BF7C}" destId="{7E4275F7-B625-4AFE-AE45-C66623F1382C}" srcOrd="1" destOrd="0" presId="urn:microsoft.com/office/officeart/2005/8/layout/vList2"/>
    <dgm:cxn modelId="{868073ED-0CC0-42D2-BE92-9DDD0229C5D1}" type="presParOf" srcId="{E7C21D75-BF80-43C4-ABD4-343C0338BF7C}" destId="{E7F49227-C770-4707-96FB-E0B1E7852A50}" srcOrd="2" destOrd="0" presId="urn:microsoft.com/office/officeart/2005/8/layout/vList2"/>
    <dgm:cxn modelId="{32B7BB25-C7BD-4301-BBDA-045217133DCA}" type="presParOf" srcId="{E7C21D75-BF80-43C4-ABD4-343C0338BF7C}" destId="{08CC4D86-8447-40EE-BBE9-79EEBC77B93F}" srcOrd="3" destOrd="0" presId="urn:microsoft.com/office/officeart/2005/8/layout/vList2"/>
    <dgm:cxn modelId="{066DDA8E-1114-4F21-AE65-5008857AC60E}" type="presParOf" srcId="{E7C21D75-BF80-43C4-ABD4-343C0338BF7C}" destId="{D06D84E2-FA8C-42F2-8C23-423BF44D4D6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EA0E96F-9618-411E-B54D-6073C0FE7D9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E8A30BE-CD0A-4792-8131-5BF9B04ABF3A}">
      <dgm:prSet/>
      <dgm:spPr/>
      <dgm:t>
        <a:bodyPr/>
        <a:lstStyle/>
        <a:p>
          <a:pPr>
            <a:defRPr b="1"/>
          </a:pPr>
          <a:r>
            <a:rPr lang="en-US" b="1"/>
            <a:t>Bit</a:t>
          </a:r>
          <a:endParaRPr lang="en-US"/>
        </a:p>
      </dgm:t>
    </dgm:pt>
    <dgm:pt modelId="{D7E54F71-937A-4B1A-B4A4-BFFEF74419B0}" type="parTrans" cxnId="{FA9A9B18-26D2-4D15-9E25-41F4538C56D4}">
      <dgm:prSet/>
      <dgm:spPr/>
      <dgm:t>
        <a:bodyPr/>
        <a:lstStyle/>
        <a:p>
          <a:endParaRPr lang="en-US"/>
        </a:p>
      </dgm:t>
    </dgm:pt>
    <dgm:pt modelId="{9483D055-D7FE-4D17-B841-D585AB8285BC}" type="sibTrans" cxnId="{FA9A9B18-26D2-4D15-9E25-41F4538C56D4}">
      <dgm:prSet/>
      <dgm:spPr/>
      <dgm:t>
        <a:bodyPr/>
        <a:lstStyle/>
        <a:p>
          <a:endParaRPr lang="en-US"/>
        </a:p>
      </dgm:t>
    </dgm:pt>
    <dgm:pt modelId="{9510AD16-577E-4C18-955F-5CA8DC15307A}">
      <dgm:prSet/>
      <dgm:spPr/>
      <dgm:t>
        <a:bodyPr/>
        <a:lstStyle/>
        <a:p>
          <a:r>
            <a:rPr lang="en-US" dirty="0"/>
            <a:t>two values, 0 or 1. </a:t>
          </a:r>
          <a:br>
            <a:rPr lang="en-US" dirty="0"/>
          </a:br>
          <a:r>
            <a:rPr lang="en-US" dirty="0"/>
            <a:t>Think of it as a light switch </a:t>
          </a:r>
          <a:br>
            <a:rPr lang="en-US" dirty="0"/>
          </a:br>
          <a:r>
            <a:rPr lang="en-US" dirty="0"/>
            <a:t>on or off.</a:t>
          </a:r>
        </a:p>
      </dgm:t>
    </dgm:pt>
    <dgm:pt modelId="{7787F263-E629-41A3-B6EA-42072771AD73}" type="parTrans" cxnId="{C3228D83-F60D-430E-801B-FA6354756031}">
      <dgm:prSet/>
      <dgm:spPr/>
      <dgm:t>
        <a:bodyPr/>
        <a:lstStyle/>
        <a:p>
          <a:endParaRPr lang="en-US"/>
        </a:p>
      </dgm:t>
    </dgm:pt>
    <dgm:pt modelId="{78F2948D-50ED-4EFF-9934-18B06213D823}" type="sibTrans" cxnId="{C3228D83-F60D-430E-801B-FA6354756031}">
      <dgm:prSet/>
      <dgm:spPr/>
      <dgm:t>
        <a:bodyPr/>
        <a:lstStyle/>
        <a:p>
          <a:endParaRPr lang="en-US"/>
        </a:p>
      </dgm:t>
    </dgm:pt>
    <dgm:pt modelId="{FE951EBA-7B7C-4497-B615-B01725970241}">
      <dgm:prSet/>
      <dgm:spPr/>
      <dgm:t>
        <a:bodyPr/>
        <a:lstStyle/>
        <a:p>
          <a:pPr>
            <a:defRPr b="1"/>
          </a:pPr>
          <a:r>
            <a:rPr lang="en-US" b="1"/>
            <a:t>Byte</a:t>
          </a:r>
          <a:endParaRPr lang="en-US"/>
        </a:p>
      </dgm:t>
    </dgm:pt>
    <dgm:pt modelId="{2E1FEB30-41F6-42EF-8368-0812EE3750EE}" type="parTrans" cxnId="{68BB5E17-A1D2-42AD-98E5-F115BC51C0DB}">
      <dgm:prSet/>
      <dgm:spPr/>
      <dgm:t>
        <a:bodyPr/>
        <a:lstStyle/>
        <a:p>
          <a:endParaRPr lang="en-US"/>
        </a:p>
      </dgm:t>
    </dgm:pt>
    <dgm:pt modelId="{B75A39D9-4CD5-4EE4-8BB9-524CF0F02055}" type="sibTrans" cxnId="{68BB5E17-A1D2-42AD-98E5-F115BC51C0DB}">
      <dgm:prSet/>
      <dgm:spPr/>
      <dgm:t>
        <a:bodyPr/>
        <a:lstStyle/>
        <a:p>
          <a:endParaRPr lang="en-US"/>
        </a:p>
      </dgm:t>
    </dgm:pt>
    <dgm:pt modelId="{8A56D185-5D4B-40FE-B2D9-6074E5759D11}">
      <dgm:prSet/>
      <dgm:spPr/>
      <dgm:t>
        <a:bodyPr/>
        <a:lstStyle/>
        <a:p>
          <a:r>
            <a:rPr lang="en-US" dirty="0"/>
            <a:t>group of 8 Bits. Very important, as each character is 1 byte </a:t>
          </a:r>
          <a:br>
            <a:rPr lang="en-US" dirty="0"/>
          </a:br>
          <a:r>
            <a:rPr lang="en-US" dirty="0"/>
            <a:t>(A, 1, #)</a:t>
          </a:r>
        </a:p>
      </dgm:t>
    </dgm:pt>
    <dgm:pt modelId="{8472EA58-CE81-437A-907F-E28EE4785EA0}" type="parTrans" cxnId="{0A1A6E95-ECF1-4E29-B43D-FE70A16DAD11}">
      <dgm:prSet/>
      <dgm:spPr/>
      <dgm:t>
        <a:bodyPr/>
        <a:lstStyle/>
        <a:p>
          <a:endParaRPr lang="en-US"/>
        </a:p>
      </dgm:t>
    </dgm:pt>
    <dgm:pt modelId="{8801CF21-BA1B-48B5-B737-57900EC84717}" type="sibTrans" cxnId="{0A1A6E95-ECF1-4E29-B43D-FE70A16DAD11}">
      <dgm:prSet/>
      <dgm:spPr/>
      <dgm:t>
        <a:bodyPr/>
        <a:lstStyle/>
        <a:p>
          <a:endParaRPr lang="en-US"/>
        </a:p>
      </dgm:t>
    </dgm:pt>
    <dgm:pt modelId="{339D76AF-290F-49FA-B990-A2550BA1AFCA}">
      <dgm:prSet/>
      <dgm:spPr/>
      <dgm:t>
        <a:bodyPr/>
        <a:lstStyle/>
        <a:p>
          <a:pPr>
            <a:defRPr b="1"/>
          </a:pPr>
          <a:r>
            <a:rPr lang="en-US" b="1"/>
            <a:t>Nibble</a:t>
          </a:r>
          <a:r>
            <a:rPr lang="en-US"/>
            <a:t> </a:t>
          </a:r>
        </a:p>
      </dgm:t>
    </dgm:pt>
    <dgm:pt modelId="{59E07925-A73F-4C68-9C4D-D3A07EE79B9B}" type="parTrans" cxnId="{21080606-7B67-4651-B7A3-AE72C5669CC6}">
      <dgm:prSet/>
      <dgm:spPr/>
      <dgm:t>
        <a:bodyPr/>
        <a:lstStyle/>
        <a:p>
          <a:endParaRPr lang="en-US"/>
        </a:p>
      </dgm:t>
    </dgm:pt>
    <dgm:pt modelId="{CDAC7FCE-4523-4780-99AD-3A26D000AADA}" type="sibTrans" cxnId="{21080606-7B67-4651-B7A3-AE72C5669CC6}">
      <dgm:prSet/>
      <dgm:spPr/>
      <dgm:t>
        <a:bodyPr/>
        <a:lstStyle/>
        <a:p>
          <a:endParaRPr lang="en-US"/>
        </a:p>
      </dgm:t>
    </dgm:pt>
    <dgm:pt modelId="{CABA2234-AC38-46DE-9E89-0BA129C51B5D}">
      <dgm:prSet/>
      <dgm:spPr/>
      <dgm:t>
        <a:bodyPr/>
        <a:lstStyle/>
        <a:p>
          <a:r>
            <a:rPr lang="en-US"/>
            <a:t>Half of a byte! 4 bits. </a:t>
          </a:r>
        </a:p>
      </dgm:t>
    </dgm:pt>
    <dgm:pt modelId="{7DB6B502-A7C6-48FA-87BD-0D240B15AC13}" type="parTrans" cxnId="{77BF10EE-EC20-4421-8382-1E759B4FE872}">
      <dgm:prSet/>
      <dgm:spPr/>
      <dgm:t>
        <a:bodyPr/>
        <a:lstStyle/>
        <a:p>
          <a:endParaRPr lang="en-US"/>
        </a:p>
      </dgm:t>
    </dgm:pt>
    <dgm:pt modelId="{2B741E0D-804F-4148-9249-BD5934C09014}" type="sibTrans" cxnId="{77BF10EE-EC20-4421-8382-1E759B4FE872}">
      <dgm:prSet/>
      <dgm:spPr/>
      <dgm:t>
        <a:bodyPr/>
        <a:lstStyle/>
        <a:p>
          <a:endParaRPr lang="en-US"/>
        </a:p>
      </dgm:t>
    </dgm:pt>
    <dgm:pt modelId="{E4DB6C6D-42AE-4B88-B7C9-90BAF8D6B192}" type="pres">
      <dgm:prSet presAssocID="{8EA0E96F-9618-411E-B54D-6073C0FE7D9B}" presName="root" presStyleCnt="0">
        <dgm:presLayoutVars>
          <dgm:dir/>
          <dgm:resizeHandles val="exact"/>
        </dgm:presLayoutVars>
      </dgm:prSet>
      <dgm:spPr/>
    </dgm:pt>
    <dgm:pt modelId="{0E38395D-B1F8-48F4-A231-84881D0B66AA}" type="pres">
      <dgm:prSet presAssocID="{1E8A30BE-CD0A-4792-8131-5BF9B04ABF3A}" presName="compNode" presStyleCnt="0"/>
      <dgm:spPr/>
    </dgm:pt>
    <dgm:pt modelId="{7F497BAB-546D-4AB2-9860-F5C05CCD7CB2}" type="pres">
      <dgm:prSet presAssocID="{1E8A30BE-CD0A-4792-8131-5BF9B04ABF3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29BFA03F-1D68-4D51-9DDE-11C25E25434E}" type="pres">
      <dgm:prSet presAssocID="{1E8A30BE-CD0A-4792-8131-5BF9B04ABF3A}" presName="iconSpace" presStyleCnt="0"/>
      <dgm:spPr/>
    </dgm:pt>
    <dgm:pt modelId="{40700111-E4F4-4867-A60A-A0FFF83687A0}" type="pres">
      <dgm:prSet presAssocID="{1E8A30BE-CD0A-4792-8131-5BF9B04ABF3A}" presName="parTx" presStyleLbl="revTx" presStyleIdx="0" presStyleCnt="6">
        <dgm:presLayoutVars>
          <dgm:chMax val="0"/>
          <dgm:chPref val="0"/>
        </dgm:presLayoutVars>
      </dgm:prSet>
      <dgm:spPr/>
    </dgm:pt>
    <dgm:pt modelId="{4B61D771-BFC6-490A-84C0-148FF1873C3E}" type="pres">
      <dgm:prSet presAssocID="{1E8A30BE-CD0A-4792-8131-5BF9B04ABF3A}" presName="txSpace" presStyleCnt="0"/>
      <dgm:spPr/>
    </dgm:pt>
    <dgm:pt modelId="{6668EBD6-1F30-4FBE-A7F4-9A1432BB8214}" type="pres">
      <dgm:prSet presAssocID="{1E8A30BE-CD0A-4792-8131-5BF9B04ABF3A}" presName="desTx" presStyleLbl="revTx" presStyleIdx="1" presStyleCnt="6">
        <dgm:presLayoutVars/>
      </dgm:prSet>
      <dgm:spPr/>
    </dgm:pt>
    <dgm:pt modelId="{BE2773D2-C99D-4D79-AD7C-B6A8823D70D8}" type="pres">
      <dgm:prSet presAssocID="{9483D055-D7FE-4D17-B841-D585AB8285BC}" presName="sibTrans" presStyleCnt="0"/>
      <dgm:spPr/>
    </dgm:pt>
    <dgm:pt modelId="{843DD2DC-1AD8-4D11-9BCC-0B0DADE60BAD}" type="pres">
      <dgm:prSet presAssocID="{FE951EBA-7B7C-4497-B615-B01725970241}" presName="compNode" presStyleCnt="0"/>
      <dgm:spPr/>
    </dgm:pt>
    <dgm:pt modelId="{0185BE3F-C7E6-42A4-9827-5B3410EA80AE}" type="pres">
      <dgm:prSet presAssocID="{FE951EBA-7B7C-4497-B615-B0172597024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3012B90-8873-41F6-809C-207C3D06FD53}" type="pres">
      <dgm:prSet presAssocID="{FE951EBA-7B7C-4497-B615-B01725970241}" presName="iconSpace" presStyleCnt="0"/>
      <dgm:spPr/>
    </dgm:pt>
    <dgm:pt modelId="{12714778-0669-4E47-BF93-8EEC43C5587D}" type="pres">
      <dgm:prSet presAssocID="{FE951EBA-7B7C-4497-B615-B01725970241}" presName="parTx" presStyleLbl="revTx" presStyleIdx="2" presStyleCnt="6">
        <dgm:presLayoutVars>
          <dgm:chMax val="0"/>
          <dgm:chPref val="0"/>
        </dgm:presLayoutVars>
      </dgm:prSet>
      <dgm:spPr/>
    </dgm:pt>
    <dgm:pt modelId="{DCA503CD-089A-41BD-8C46-2D037C8B3C1B}" type="pres">
      <dgm:prSet presAssocID="{FE951EBA-7B7C-4497-B615-B01725970241}" presName="txSpace" presStyleCnt="0"/>
      <dgm:spPr/>
    </dgm:pt>
    <dgm:pt modelId="{4872DF2C-FC37-4F1E-8759-BECAC0312839}" type="pres">
      <dgm:prSet presAssocID="{FE951EBA-7B7C-4497-B615-B01725970241}" presName="desTx" presStyleLbl="revTx" presStyleIdx="3" presStyleCnt="6">
        <dgm:presLayoutVars/>
      </dgm:prSet>
      <dgm:spPr/>
    </dgm:pt>
    <dgm:pt modelId="{87E53D46-115A-4C4B-92C4-45E2795D0ADA}" type="pres">
      <dgm:prSet presAssocID="{B75A39D9-4CD5-4EE4-8BB9-524CF0F02055}" presName="sibTrans" presStyleCnt="0"/>
      <dgm:spPr/>
    </dgm:pt>
    <dgm:pt modelId="{7E93F481-E4A2-4B2A-98A4-E8FF2C94DF2B}" type="pres">
      <dgm:prSet presAssocID="{339D76AF-290F-49FA-B990-A2550BA1AFCA}" presName="compNode" presStyleCnt="0"/>
      <dgm:spPr/>
    </dgm:pt>
    <dgm:pt modelId="{2770C3E9-B8FF-412B-9E3E-7492DAFFBA4F}" type="pres">
      <dgm:prSet presAssocID="{339D76AF-290F-49FA-B990-A2550BA1AFC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448593C-0889-4E36-B43B-AEF6C573239E}" type="pres">
      <dgm:prSet presAssocID="{339D76AF-290F-49FA-B990-A2550BA1AFCA}" presName="iconSpace" presStyleCnt="0"/>
      <dgm:spPr/>
    </dgm:pt>
    <dgm:pt modelId="{C18D56E0-6C4F-48BD-90FB-86E5789C0FC2}" type="pres">
      <dgm:prSet presAssocID="{339D76AF-290F-49FA-B990-A2550BA1AFCA}" presName="parTx" presStyleLbl="revTx" presStyleIdx="4" presStyleCnt="6">
        <dgm:presLayoutVars>
          <dgm:chMax val="0"/>
          <dgm:chPref val="0"/>
        </dgm:presLayoutVars>
      </dgm:prSet>
      <dgm:spPr/>
    </dgm:pt>
    <dgm:pt modelId="{5F16D45E-5584-4A4F-8FEB-02ACBDC83173}" type="pres">
      <dgm:prSet presAssocID="{339D76AF-290F-49FA-B990-A2550BA1AFCA}" presName="txSpace" presStyleCnt="0"/>
      <dgm:spPr/>
    </dgm:pt>
    <dgm:pt modelId="{4EC64B2B-D234-4051-81B1-DECE139B38E4}" type="pres">
      <dgm:prSet presAssocID="{339D76AF-290F-49FA-B990-A2550BA1AFCA}" presName="desTx" presStyleLbl="revTx" presStyleIdx="5" presStyleCnt="6">
        <dgm:presLayoutVars/>
      </dgm:prSet>
      <dgm:spPr/>
    </dgm:pt>
  </dgm:ptLst>
  <dgm:cxnLst>
    <dgm:cxn modelId="{21080606-7B67-4651-B7A3-AE72C5669CC6}" srcId="{8EA0E96F-9618-411E-B54D-6073C0FE7D9B}" destId="{339D76AF-290F-49FA-B990-A2550BA1AFCA}" srcOrd="2" destOrd="0" parTransId="{59E07925-A73F-4C68-9C4D-D3A07EE79B9B}" sibTransId="{CDAC7FCE-4523-4780-99AD-3A26D000AADA}"/>
    <dgm:cxn modelId="{68BB5E17-A1D2-42AD-98E5-F115BC51C0DB}" srcId="{8EA0E96F-9618-411E-B54D-6073C0FE7D9B}" destId="{FE951EBA-7B7C-4497-B615-B01725970241}" srcOrd="1" destOrd="0" parTransId="{2E1FEB30-41F6-42EF-8368-0812EE3750EE}" sibTransId="{B75A39D9-4CD5-4EE4-8BB9-524CF0F02055}"/>
    <dgm:cxn modelId="{FA9A9B18-26D2-4D15-9E25-41F4538C56D4}" srcId="{8EA0E96F-9618-411E-B54D-6073C0FE7D9B}" destId="{1E8A30BE-CD0A-4792-8131-5BF9B04ABF3A}" srcOrd="0" destOrd="0" parTransId="{D7E54F71-937A-4B1A-B4A4-BFFEF74419B0}" sibTransId="{9483D055-D7FE-4D17-B841-D585AB8285BC}"/>
    <dgm:cxn modelId="{6F6FC33B-4F5F-4A5F-977D-AD262403500E}" type="presOf" srcId="{339D76AF-290F-49FA-B990-A2550BA1AFCA}" destId="{C18D56E0-6C4F-48BD-90FB-86E5789C0FC2}" srcOrd="0" destOrd="0" presId="urn:microsoft.com/office/officeart/2018/5/layout/CenteredIconLabelDescriptionList"/>
    <dgm:cxn modelId="{DDE3615C-849B-44EA-9872-F6FBA380389D}" type="presOf" srcId="{8A56D185-5D4B-40FE-B2D9-6074E5759D11}" destId="{4872DF2C-FC37-4F1E-8759-BECAC0312839}" srcOrd="0" destOrd="0" presId="urn:microsoft.com/office/officeart/2018/5/layout/CenteredIconLabelDescriptionList"/>
    <dgm:cxn modelId="{3916D166-8740-40D9-9D18-A7407914A83A}" type="presOf" srcId="{9510AD16-577E-4C18-955F-5CA8DC15307A}" destId="{6668EBD6-1F30-4FBE-A7F4-9A1432BB8214}" srcOrd="0" destOrd="0" presId="urn:microsoft.com/office/officeart/2018/5/layout/CenteredIconLabelDescriptionList"/>
    <dgm:cxn modelId="{C244965A-0992-42BD-950A-B99907865770}" type="presOf" srcId="{CABA2234-AC38-46DE-9E89-0BA129C51B5D}" destId="{4EC64B2B-D234-4051-81B1-DECE139B38E4}" srcOrd="0" destOrd="0" presId="urn:microsoft.com/office/officeart/2018/5/layout/CenteredIconLabelDescriptionList"/>
    <dgm:cxn modelId="{C3228D83-F60D-430E-801B-FA6354756031}" srcId="{1E8A30BE-CD0A-4792-8131-5BF9B04ABF3A}" destId="{9510AD16-577E-4C18-955F-5CA8DC15307A}" srcOrd="0" destOrd="0" parTransId="{7787F263-E629-41A3-B6EA-42072771AD73}" sibTransId="{78F2948D-50ED-4EFF-9934-18B06213D823}"/>
    <dgm:cxn modelId="{0A1A6E95-ECF1-4E29-B43D-FE70A16DAD11}" srcId="{FE951EBA-7B7C-4497-B615-B01725970241}" destId="{8A56D185-5D4B-40FE-B2D9-6074E5759D11}" srcOrd="0" destOrd="0" parTransId="{8472EA58-CE81-437A-907F-E28EE4785EA0}" sibTransId="{8801CF21-BA1B-48B5-B737-57900EC84717}"/>
    <dgm:cxn modelId="{4E5154AA-AA98-4FE0-9FC6-2EBBFB1F6C02}" type="presOf" srcId="{1E8A30BE-CD0A-4792-8131-5BF9B04ABF3A}" destId="{40700111-E4F4-4867-A60A-A0FFF83687A0}" srcOrd="0" destOrd="0" presId="urn:microsoft.com/office/officeart/2018/5/layout/CenteredIconLabelDescriptionList"/>
    <dgm:cxn modelId="{4FBBE3D6-76B9-4276-A6B7-2B87C7403D3D}" type="presOf" srcId="{FE951EBA-7B7C-4497-B615-B01725970241}" destId="{12714778-0669-4E47-BF93-8EEC43C5587D}" srcOrd="0" destOrd="0" presId="urn:microsoft.com/office/officeart/2018/5/layout/CenteredIconLabelDescriptionList"/>
    <dgm:cxn modelId="{7E4AFDE0-E2CC-4C2D-84F9-02B4C7A368C9}" type="presOf" srcId="{8EA0E96F-9618-411E-B54D-6073C0FE7D9B}" destId="{E4DB6C6D-42AE-4B88-B7C9-90BAF8D6B192}" srcOrd="0" destOrd="0" presId="urn:microsoft.com/office/officeart/2018/5/layout/CenteredIconLabelDescriptionList"/>
    <dgm:cxn modelId="{77BF10EE-EC20-4421-8382-1E759B4FE872}" srcId="{339D76AF-290F-49FA-B990-A2550BA1AFCA}" destId="{CABA2234-AC38-46DE-9E89-0BA129C51B5D}" srcOrd="0" destOrd="0" parTransId="{7DB6B502-A7C6-48FA-87BD-0D240B15AC13}" sibTransId="{2B741E0D-804F-4148-9249-BD5934C09014}"/>
    <dgm:cxn modelId="{71425CC9-5096-49DD-9267-763217584E46}" type="presParOf" srcId="{E4DB6C6D-42AE-4B88-B7C9-90BAF8D6B192}" destId="{0E38395D-B1F8-48F4-A231-84881D0B66AA}" srcOrd="0" destOrd="0" presId="urn:microsoft.com/office/officeart/2018/5/layout/CenteredIconLabelDescriptionList"/>
    <dgm:cxn modelId="{5D254431-EFF6-4077-92AF-CB5B2912F4DC}" type="presParOf" srcId="{0E38395D-B1F8-48F4-A231-84881D0B66AA}" destId="{7F497BAB-546D-4AB2-9860-F5C05CCD7CB2}" srcOrd="0" destOrd="0" presId="urn:microsoft.com/office/officeart/2018/5/layout/CenteredIconLabelDescriptionList"/>
    <dgm:cxn modelId="{5ABDD9A7-94C5-480D-BBF2-625CECAE4C81}" type="presParOf" srcId="{0E38395D-B1F8-48F4-A231-84881D0B66AA}" destId="{29BFA03F-1D68-4D51-9DDE-11C25E25434E}" srcOrd="1" destOrd="0" presId="urn:microsoft.com/office/officeart/2018/5/layout/CenteredIconLabelDescriptionList"/>
    <dgm:cxn modelId="{014846CA-81AF-45E6-962F-B9DB1974CD60}" type="presParOf" srcId="{0E38395D-B1F8-48F4-A231-84881D0B66AA}" destId="{40700111-E4F4-4867-A60A-A0FFF83687A0}" srcOrd="2" destOrd="0" presId="urn:microsoft.com/office/officeart/2018/5/layout/CenteredIconLabelDescriptionList"/>
    <dgm:cxn modelId="{968D1B80-5C5D-474A-9502-E2ED391E444E}" type="presParOf" srcId="{0E38395D-B1F8-48F4-A231-84881D0B66AA}" destId="{4B61D771-BFC6-490A-84C0-148FF1873C3E}" srcOrd="3" destOrd="0" presId="urn:microsoft.com/office/officeart/2018/5/layout/CenteredIconLabelDescriptionList"/>
    <dgm:cxn modelId="{332A87ED-4C75-4E44-8B36-05B7DF4E3574}" type="presParOf" srcId="{0E38395D-B1F8-48F4-A231-84881D0B66AA}" destId="{6668EBD6-1F30-4FBE-A7F4-9A1432BB8214}" srcOrd="4" destOrd="0" presId="urn:microsoft.com/office/officeart/2018/5/layout/CenteredIconLabelDescriptionList"/>
    <dgm:cxn modelId="{2F401CB8-089A-4EFF-ACBE-24FBA79B5894}" type="presParOf" srcId="{E4DB6C6D-42AE-4B88-B7C9-90BAF8D6B192}" destId="{BE2773D2-C99D-4D79-AD7C-B6A8823D70D8}" srcOrd="1" destOrd="0" presId="urn:microsoft.com/office/officeart/2018/5/layout/CenteredIconLabelDescriptionList"/>
    <dgm:cxn modelId="{EA9425B9-359B-4915-9CBF-EA0912708EAF}" type="presParOf" srcId="{E4DB6C6D-42AE-4B88-B7C9-90BAF8D6B192}" destId="{843DD2DC-1AD8-4D11-9BCC-0B0DADE60BAD}" srcOrd="2" destOrd="0" presId="urn:microsoft.com/office/officeart/2018/5/layout/CenteredIconLabelDescriptionList"/>
    <dgm:cxn modelId="{A1D78490-6D64-42DD-B29B-85FC3063A6F7}" type="presParOf" srcId="{843DD2DC-1AD8-4D11-9BCC-0B0DADE60BAD}" destId="{0185BE3F-C7E6-42A4-9827-5B3410EA80AE}" srcOrd="0" destOrd="0" presId="urn:microsoft.com/office/officeart/2018/5/layout/CenteredIconLabelDescriptionList"/>
    <dgm:cxn modelId="{D488EB62-80BE-4001-8406-606759B2B56B}" type="presParOf" srcId="{843DD2DC-1AD8-4D11-9BCC-0B0DADE60BAD}" destId="{43012B90-8873-41F6-809C-207C3D06FD53}" srcOrd="1" destOrd="0" presId="urn:microsoft.com/office/officeart/2018/5/layout/CenteredIconLabelDescriptionList"/>
    <dgm:cxn modelId="{5F953569-B2EA-480A-B038-5BA5A45C73F0}" type="presParOf" srcId="{843DD2DC-1AD8-4D11-9BCC-0B0DADE60BAD}" destId="{12714778-0669-4E47-BF93-8EEC43C5587D}" srcOrd="2" destOrd="0" presId="urn:microsoft.com/office/officeart/2018/5/layout/CenteredIconLabelDescriptionList"/>
    <dgm:cxn modelId="{EADE1FB9-7F5D-4E9A-92A7-B4AF9C3C9D55}" type="presParOf" srcId="{843DD2DC-1AD8-4D11-9BCC-0B0DADE60BAD}" destId="{DCA503CD-089A-41BD-8C46-2D037C8B3C1B}" srcOrd="3" destOrd="0" presId="urn:microsoft.com/office/officeart/2018/5/layout/CenteredIconLabelDescriptionList"/>
    <dgm:cxn modelId="{72778821-0E70-4110-A2AB-AE8EA47FF380}" type="presParOf" srcId="{843DD2DC-1AD8-4D11-9BCC-0B0DADE60BAD}" destId="{4872DF2C-FC37-4F1E-8759-BECAC0312839}" srcOrd="4" destOrd="0" presId="urn:microsoft.com/office/officeart/2018/5/layout/CenteredIconLabelDescriptionList"/>
    <dgm:cxn modelId="{76BAA75C-22AD-4AC1-83EE-80C492A00358}" type="presParOf" srcId="{E4DB6C6D-42AE-4B88-B7C9-90BAF8D6B192}" destId="{87E53D46-115A-4C4B-92C4-45E2795D0ADA}" srcOrd="3" destOrd="0" presId="urn:microsoft.com/office/officeart/2018/5/layout/CenteredIconLabelDescriptionList"/>
    <dgm:cxn modelId="{FD50F337-AD4F-4615-9DFD-9DC8EC1606AD}" type="presParOf" srcId="{E4DB6C6D-42AE-4B88-B7C9-90BAF8D6B192}" destId="{7E93F481-E4A2-4B2A-98A4-E8FF2C94DF2B}" srcOrd="4" destOrd="0" presId="urn:microsoft.com/office/officeart/2018/5/layout/CenteredIconLabelDescriptionList"/>
    <dgm:cxn modelId="{A4AE65E4-C87E-4069-B51B-80DC447C1269}" type="presParOf" srcId="{7E93F481-E4A2-4B2A-98A4-E8FF2C94DF2B}" destId="{2770C3E9-B8FF-412B-9E3E-7492DAFFBA4F}" srcOrd="0" destOrd="0" presId="urn:microsoft.com/office/officeart/2018/5/layout/CenteredIconLabelDescriptionList"/>
    <dgm:cxn modelId="{5329D97E-C698-4A5A-8FD3-BFAAE8084BC2}" type="presParOf" srcId="{7E93F481-E4A2-4B2A-98A4-E8FF2C94DF2B}" destId="{8448593C-0889-4E36-B43B-AEF6C573239E}" srcOrd="1" destOrd="0" presId="urn:microsoft.com/office/officeart/2018/5/layout/CenteredIconLabelDescriptionList"/>
    <dgm:cxn modelId="{3B8F7977-5577-49D1-9F9C-CC487D03CF98}" type="presParOf" srcId="{7E93F481-E4A2-4B2A-98A4-E8FF2C94DF2B}" destId="{C18D56E0-6C4F-48BD-90FB-86E5789C0FC2}" srcOrd="2" destOrd="0" presId="urn:microsoft.com/office/officeart/2018/5/layout/CenteredIconLabelDescriptionList"/>
    <dgm:cxn modelId="{2D9D6B3D-8893-49CC-9CF0-943A2D6C7A39}" type="presParOf" srcId="{7E93F481-E4A2-4B2A-98A4-E8FF2C94DF2B}" destId="{5F16D45E-5584-4A4F-8FEB-02ACBDC83173}" srcOrd="3" destOrd="0" presId="urn:microsoft.com/office/officeart/2018/5/layout/CenteredIconLabelDescriptionList"/>
    <dgm:cxn modelId="{ED8E68FA-F1DD-497D-AFE2-766A280707E5}" type="presParOf" srcId="{7E93F481-E4A2-4B2A-98A4-E8FF2C94DF2B}" destId="{4EC64B2B-D234-4051-81B1-DECE139B38E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7845623-C563-4EDB-AEEE-2E1D160F6FC9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68CF9EE-7976-4928-885A-FD4345DD4E5D}">
      <dgm:prSet/>
      <dgm:spPr/>
      <dgm:t>
        <a:bodyPr/>
        <a:lstStyle/>
        <a:p>
          <a:r>
            <a:rPr lang="en-US"/>
            <a:t>Kilobyte (KB)</a:t>
          </a:r>
        </a:p>
      </dgm:t>
    </dgm:pt>
    <dgm:pt modelId="{BB02C269-E392-452C-8411-F7F272DE6D6C}" type="parTrans" cxnId="{13D3D78D-43BB-4121-B424-BA94EC7DD6E6}">
      <dgm:prSet/>
      <dgm:spPr/>
      <dgm:t>
        <a:bodyPr/>
        <a:lstStyle/>
        <a:p>
          <a:endParaRPr lang="en-US"/>
        </a:p>
      </dgm:t>
    </dgm:pt>
    <dgm:pt modelId="{D7FBF4FE-954E-462A-89E1-6737593B4069}" type="sibTrans" cxnId="{13D3D78D-43BB-4121-B424-BA94EC7DD6E6}">
      <dgm:prSet/>
      <dgm:spPr/>
      <dgm:t>
        <a:bodyPr/>
        <a:lstStyle/>
        <a:p>
          <a:endParaRPr lang="en-US"/>
        </a:p>
      </dgm:t>
    </dgm:pt>
    <dgm:pt modelId="{543F5C87-500B-4780-A152-DBEABC49A50E}">
      <dgm:prSet custT="1"/>
      <dgm:spPr/>
      <dgm:t>
        <a:bodyPr/>
        <a:lstStyle/>
        <a:p>
          <a:r>
            <a:rPr lang="en-US" sz="1600"/>
            <a:t>2</a:t>
          </a:r>
          <a:r>
            <a:rPr lang="en-US" sz="1600" baseline="30000"/>
            <a:t>10</a:t>
          </a:r>
          <a:r>
            <a:rPr lang="en-US" sz="1600"/>
            <a:t> bytes = 1KB</a:t>
          </a:r>
        </a:p>
      </dgm:t>
    </dgm:pt>
    <dgm:pt modelId="{D9720136-BDF1-4ADA-B1BC-8D2B908B05A9}" type="parTrans" cxnId="{D2BDDD86-ADEE-4944-9B22-79FE46AFF918}">
      <dgm:prSet/>
      <dgm:spPr/>
      <dgm:t>
        <a:bodyPr/>
        <a:lstStyle/>
        <a:p>
          <a:endParaRPr lang="en-US"/>
        </a:p>
      </dgm:t>
    </dgm:pt>
    <dgm:pt modelId="{38E285E5-1EFF-4AB0-830A-6A5CA50B5F3A}" type="sibTrans" cxnId="{D2BDDD86-ADEE-4944-9B22-79FE46AFF918}">
      <dgm:prSet/>
      <dgm:spPr/>
      <dgm:t>
        <a:bodyPr/>
        <a:lstStyle/>
        <a:p>
          <a:endParaRPr lang="en-US"/>
        </a:p>
      </dgm:t>
    </dgm:pt>
    <dgm:pt modelId="{69D07D71-63FF-4D51-99EE-67E892F2E526}">
      <dgm:prSet custT="1"/>
      <dgm:spPr/>
      <dgm:t>
        <a:bodyPr/>
        <a:lstStyle/>
        <a:p>
          <a:r>
            <a:rPr lang="en-US" sz="1600" dirty="0"/>
            <a:t>1KB = </a:t>
          </a:r>
          <a:br>
            <a:rPr lang="en-US" sz="1600" dirty="0"/>
          </a:br>
          <a:r>
            <a:rPr lang="en-US" sz="1600" dirty="0"/>
            <a:t>1024 bytes</a:t>
          </a:r>
        </a:p>
      </dgm:t>
    </dgm:pt>
    <dgm:pt modelId="{985E84C5-DF32-4060-8BFF-DD3B224515F4}" type="parTrans" cxnId="{8ED7BA47-6238-43E9-87E3-D519C548610A}">
      <dgm:prSet/>
      <dgm:spPr/>
      <dgm:t>
        <a:bodyPr/>
        <a:lstStyle/>
        <a:p>
          <a:endParaRPr lang="en-US"/>
        </a:p>
      </dgm:t>
    </dgm:pt>
    <dgm:pt modelId="{1D60DB6D-3E5C-455F-AE82-649B988E5392}" type="sibTrans" cxnId="{8ED7BA47-6238-43E9-87E3-D519C548610A}">
      <dgm:prSet/>
      <dgm:spPr/>
      <dgm:t>
        <a:bodyPr/>
        <a:lstStyle/>
        <a:p>
          <a:endParaRPr lang="en-US"/>
        </a:p>
      </dgm:t>
    </dgm:pt>
    <dgm:pt modelId="{5CE1144D-E8C0-4F19-97F1-E41A9F5C90AD}">
      <dgm:prSet/>
      <dgm:spPr/>
      <dgm:t>
        <a:bodyPr/>
        <a:lstStyle/>
        <a:p>
          <a:r>
            <a:rPr lang="en-US"/>
            <a:t>Megabyte (MB)</a:t>
          </a:r>
        </a:p>
      </dgm:t>
    </dgm:pt>
    <dgm:pt modelId="{6F5B489B-DAE7-46E3-AE18-02B595211E72}" type="parTrans" cxnId="{6FA0A66F-A598-416E-B0D4-7B51F47F5E8B}">
      <dgm:prSet/>
      <dgm:spPr/>
      <dgm:t>
        <a:bodyPr/>
        <a:lstStyle/>
        <a:p>
          <a:endParaRPr lang="en-US"/>
        </a:p>
      </dgm:t>
    </dgm:pt>
    <dgm:pt modelId="{74D99CBE-0C18-49CC-9106-4CE58602C745}" type="sibTrans" cxnId="{6FA0A66F-A598-416E-B0D4-7B51F47F5E8B}">
      <dgm:prSet/>
      <dgm:spPr/>
      <dgm:t>
        <a:bodyPr/>
        <a:lstStyle/>
        <a:p>
          <a:endParaRPr lang="en-US"/>
        </a:p>
      </dgm:t>
    </dgm:pt>
    <dgm:pt modelId="{B690BBA8-F276-4229-8106-389119B09A57}">
      <dgm:prSet custT="1"/>
      <dgm:spPr/>
      <dgm:t>
        <a:bodyPr/>
        <a:lstStyle/>
        <a:p>
          <a:r>
            <a:rPr lang="en-US" sz="1600"/>
            <a:t>2</a:t>
          </a:r>
          <a:r>
            <a:rPr lang="en-US" sz="1600" baseline="30000"/>
            <a:t>20</a:t>
          </a:r>
          <a:r>
            <a:rPr lang="en-US" sz="1600"/>
            <a:t> bytes = 1MB</a:t>
          </a:r>
        </a:p>
      </dgm:t>
    </dgm:pt>
    <dgm:pt modelId="{949D2BCB-6BBE-4EBD-987A-5AD735A173F5}" type="parTrans" cxnId="{FF7363FC-A7C9-4ABF-BCD9-9135FE46C995}">
      <dgm:prSet/>
      <dgm:spPr/>
      <dgm:t>
        <a:bodyPr/>
        <a:lstStyle/>
        <a:p>
          <a:endParaRPr lang="en-US"/>
        </a:p>
      </dgm:t>
    </dgm:pt>
    <dgm:pt modelId="{A06DAFF4-FBB4-4712-BD37-4F3AA638D10D}" type="sibTrans" cxnId="{FF7363FC-A7C9-4ABF-BCD9-9135FE46C995}">
      <dgm:prSet/>
      <dgm:spPr/>
      <dgm:t>
        <a:bodyPr/>
        <a:lstStyle/>
        <a:p>
          <a:endParaRPr lang="en-US"/>
        </a:p>
      </dgm:t>
    </dgm:pt>
    <dgm:pt modelId="{0F73DEC5-E6F7-46AF-AB51-81AE2C526781}">
      <dgm:prSet custT="1"/>
      <dgm:spPr/>
      <dgm:t>
        <a:bodyPr/>
        <a:lstStyle/>
        <a:p>
          <a:r>
            <a:rPr lang="en-US" sz="1600"/>
            <a:t>1MB = 1,048,576 bytes</a:t>
          </a:r>
        </a:p>
      </dgm:t>
    </dgm:pt>
    <dgm:pt modelId="{A2584932-3302-42BF-8D0E-3C9AD923F576}" type="parTrans" cxnId="{10948FEA-D598-4DE4-B465-EEA98313EB1D}">
      <dgm:prSet/>
      <dgm:spPr/>
      <dgm:t>
        <a:bodyPr/>
        <a:lstStyle/>
        <a:p>
          <a:endParaRPr lang="en-US"/>
        </a:p>
      </dgm:t>
    </dgm:pt>
    <dgm:pt modelId="{BA600365-E70E-4613-AC03-85826503E2A4}" type="sibTrans" cxnId="{10948FEA-D598-4DE4-B465-EEA98313EB1D}">
      <dgm:prSet/>
      <dgm:spPr/>
      <dgm:t>
        <a:bodyPr/>
        <a:lstStyle/>
        <a:p>
          <a:endParaRPr lang="en-US"/>
        </a:p>
      </dgm:t>
    </dgm:pt>
    <dgm:pt modelId="{D4EE9E8C-9A4F-487E-A244-8B0E3C24A91A}">
      <dgm:prSet/>
      <dgm:spPr/>
      <dgm:t>
        <a:bodyPr/>
        <a:lstStyle/>
        <a:p>
          <a:r>
            <a:rPr lang="en-US"/>
            <a:t>Gigabyte (GB)</a:t>
          </a:r>
        </a:p>
      </dgm:t>
    </dgm:pt>
    <dgm:pt modelId="{235C049D-0D48-4176-90DC-4B3EA40956B4}" type="parTrans" cxnId="{EC2DB696-11BA-4318-B3E1-797B325BA94B}">
      <dgm:prSet/>
      <dgm:spPr/>
      <dgm:t>
        <a:bodyPr/>
        <a:lstStyle/>
        <a:p>
          <a:endParaRPr lang="en-US"/>
        </a:p>
      </dgm:t>
    </dgm:pt>
    <dgm:pt modelId="{E1C42934-F9ED-4276-BAF0-213CAB74F181}" type="sibTrans" cxnId="{EC2DB696-11BA-4318-B3E1-797B325BA94B}">
      <dgm:prSet/>
      <dgm:spPr/>
      <dgm:t>
        <a:bodyPr/>
        <a:lstStyle/>
        <a:p>
          <a:endParaRPr lang="en-US"/>
        </a:p>
      </dgm:t>
    </dgm:pt>
    <dgm:pt modelId="{25B48383-7F8F-476E-AB02-FD4AEC3D376C}">
      <dgm:prSet custT="1"/>
      <dgm:spPr/>
      <dgm:t>
        <a:bodyPr/>
        <a:lstStyle/>
        <a:p>
          <a:r>
            <a:rPr lang="en-US" sz="1600"/>
            <a:t>230 bytes = 1GB</a:t>
          </a:r>
        </a:p>
      </dgm:t>
    </dgm:pt>
    <dgm:pt modelId="{72146029-C7FD-4FF3-B22B-02C2F1EB59F0}" type="parTrans" cxnId="{7F7C999E-A869-4AFA-B799-FA5B84A3A5D4}">
      <dgm:prSet/>
      <dgm:spPr/>
      <dgm:t>
        <a:bodyPr/>
        <a:lstStyle/>
        <a:p>
          <a:endParaRPr lang="en-US"/>
        </a:p>
      </dgm:t>
    </dgm:pt>
    <dgm:pt modelId="{C586BA74-AE04-427F-97D4-058722C68697}" type="sibTrans" cxnId="{7F7C999E-A869-4AFA-B799-FA5B84A3A5D4}">
      <dgm:prSet/>
      <dgm:spPr/>
      <dgm:t>
        <a:bodyPr/>
        <a:lstStyle/>
        <a:p>
          <a:endParaRPr lang="en-US"/>
        </a:p>
      </dgm:t>
    </dgm:pt>
    <dgm:pt modelId="{AE0EA174-DC5E-46E2-A3EE-476A442EECF0}">
      <dgm:prSet custT="1"/>
      <dgm:spPr/>
      <dgm:t>
        <a:bodyPr/>
        <a:lstStyle/>
        <a:p>
          <a:r>
            <a:rPr lang="en-US" sz="1600" dirty="0"/>
            <a:t>1 GB=</a:t>
          </a:r>
          <a:br>
            <a:rPr lang="en-US" sz="1600" dirty="0"/>
          </a:br>
          <a:r>
            <a:rPr lang="en-US" sz="1600" dirty="0"/>
            <a:t>1,073,741,824 bytes </a:t>
          </a:r>
        </a:p>
      </dgm:t>
    </dgm:pt>
    <dgm:pt modelId="{D3E7AA7E-F82B-4BAC-8CF4-9BC197157A6E}" type="parTrans" cxnId="{CB2DD935-937B-4E76-8EB9-630E0C094BEF}">
      <dgm:prSet/>
      <dgm:spPr/>
      <dgm:t>
        <a:bodyPr/>
        <a:lstStyle/>
        <a:p>
          <a:endParaRPr lang="en-US"/>
        </a:p>
      </dgm:t>
    </dgm:pt>
    <dgm:pt modelId="{1E89364C-A362-4FB9-BD78-78AF00CC6486}" type="sibTrans" cxnId="{CB2DD935-937B-4E76-8EB9-630E0C094BEF}">
      <dgm:prSet/>
      <dgm:spPr/>
      <dgm:t>
        <a:bodyPr/>
        <a:lstStyle/>
        <a:p>
          <a:endParaRPr lang="en-US"/>
        </a:p>
      </dgm:t>
    </dgm:pt>
    <dgm:pt modelId="{6205CA7F-E122-4741-AC10-78AD54BD9EE3}">
      <dgm:prSet/>
      <dgm:spPr/>
      <dgm:t>
        <a:bodyPr/>
        <a:lstStyle/>
        <a:p>
          <a:r>
            <a:rPr lang="en-US"/>
            <a:t>Terabyte (TB)</a:t>
          </a:r>
        </a:p>
      </dgm:t>
    </dgm:pt>
    <dgm:pt modelId="{88DF5ED1-1103-44C1-82D5-8458A9CB87DD}" type="parTrans" cxnId="{F415BE53-7B07-44D9-A2C8-94A074F0FB15}">
      <dgm:prSet/>
      <dgm:spPr/>
      <dgm:t>
        <a:bodyPr/>
        <a:lstStyle/>
        <a:p>
          <a:endParaRPr lang="en-US"/>
        </a:p>
      </dgm:t>
    </dgm:pt>
    <dgm:pt modelId="{114DB3C5-8030-4DC4-9821-5F7152DB8955}" type="sibTrans" cxnId="{F415BE53-7B07-44D9-A2C8-94A074F0FB15}">
      <dgm:prSet/>
      <dgm:spPr/>
      <dgm:t>
        <a:bodyPr/>
        <a:lstStyle/>
        <a:p>
          <a:endParaRPr lang="en-US"/>
        </a:p>
      </dgm:t>
    </dgm:pt>
    <dgm:pt modelId="{35592258-A943-45AB-8DF9-91E917607DF0}">
      <dgm:prSet custT="1"/>
      <dgm:spPr/>
      <dgm:t>
        <a:bodyPr/>
        <a:lstStyle/>
        <a:p>
          <a:r>
            <a:rPr lang="en-US" sz="1600"/>
            <a:t>240 bytes = 1TB</a:t>
          </a:r>
        </a:p>
      </dgm:t>
    </dgm:pt>
    <dgm:pt modelId="{131E9B8B-AB84-46D9-B1BC-256E733E4C3C}" type="parTrans" cxnId="{C72A102A-23BF-4FB2-A619-13B584070AD9}">
      <dgm:prSet/>
      <dgm:spPr/>
      <dgm:t>
        <a:bodyPr/>
        <a:lstStyle/>
        <a:p>
          <a:endParaRPr lang="en-US"/>
        </a:p>
      </dgm:t>
    </dgm:pt>
    <dgm:pt modelId="{81A9B2F8-9E56-45FE-A7E0-A4E946813202}" type="sibTrans" cxnId="{C72A102A-23BF-4FB2-A619-13B584070AD9}">
      <dgm:prSet/>
      <dgm:spPr/>
      <dgm:t>
        <a:bodyPr/>
        <a:lstStyle/>
        <a:p>
          <a:endParaRPr lang="en-US"/>
        </a:p>
      </dgm:t>
    </dgm:pt>
    <dgm:pt modelId="{9C422BF2-B947-45E6-859E-E3AE8B4AAEC0}">
      <dgm:prSet custT="1"/>
      <dgm:spPr/>
      <dgm:t>
        <a:bodyPr/>
        <a:lstStyle/>
        <a:p>
          <a:r>
            <a:rPr lang="en-US" sz="1600" dirty="0"/>
            <a:t>1 TB=</a:t>
          </a:r>
          <a:br>
            <a:rPr lang="en-US" sz="1600" dirty="0"/>
          </a:br>
          <a:r>
            <a:rPr lang="en-US" sz="1600" dirty="0"/>
            <a:t>1,099,511,627,776 bytes </a:t>
          </a:r>
        </a:p>
      </dgm:t>
    </dgm:pt>
    <dgm:pt modelId="{66637696-A8C6-42E6-8115-B5622CC338CB}" type="parTrans" cxnId="{3B11831D-9A4F-41BC-9B30-CC85345C0D04}">
      <dgm:prSet/>
      <dgm:spPr/>
      <dgm:t>
        <a:bodyPr/>
        <a:lstStyle/>
        <a:p>
          <a:endParaRPr lang="en-US"/>
        </a:p>
      </dgm:t>
    </dgm:pt>
    <dgm:pt modelId="{15981DF0-23DE-47DD-8AB2-87E8F2CFDF81}" type="sibTrans" cxnId="{3B11831D-9A4F-41BC-9B30-CC85345C0D04}">
      <dgm:prSet/>
      <dgm:spPr/>
      <dgm:t>
        <a:bodyPr/>
        <a:lstStyle/>
        <a:p>
          <a:endParaRPr lang="en-US"/>
        </a:p>
      </dgm:t>
    </dgm:pt>
    <dgm:pt modelId="{182363F0-68EA-43C7-8695-BAC42811B338}">
      <dgm:prSet/>
      <dgm:spPr/>
      <dgm:t>
        <a:bodyPr/>
        <a:lstStyle/>
        <a:p>
          <a:r>
            <a:rPr lang="en-US"/>
            <a:t>Petabyte (PB)</a:t>
          </a:r>
        </a:p>
      </dgm:t>
    </dgm:pt>
    <dgm:pt modelId="{139D70C7-CC79-4989-A39F-9DE77B527C2A}" type="parTrans" cxnId="{60B0CA7C-900C-4D2A-B01A-0789C7998A9A}">
      <dgm:prSet/>
      <dgm:spPr/>
      <dgm:t>
        <a:bodyPr/>
        <a:lstStyle/>
        <a:p>
          <a:endParaRPr lang="en-US"/>
        </a:p>
      </dgm:t>
    </dgm:pt>
    <dgm:pt modelId="{244C7480-9414-4C8E-A61A-81DD48129490}" type="sibTrans" cxnId="{60B0CA7C-900C-4D2A-B01A-0789C7998A9A}">
      <dgm:prSet/>
      <dgm:spPr/>
      <dgm:t>
        <a:bodyPr/>
        <a:lstStyle/>
        <a:p>
          <a:endParaRPr lang="en-US"/>
        </a:p>
      </dgm:t>
    </dgm:pt>
    <dgm:pt modelId="{FB87636E-ADF6-4B98-8D79-D7A7A112606C}">
      <dgm:prSet custT="1"/>
      <dgm:spPr/>
      <dgm:t>
        <a:bodyPr/>
        <a:lstStyle/>
        <a:p>
          <a:r>
            <a:rPr lang="en-US" sz="1600"/>
            <a:t>250 bytes = 1PB</a:t>
          </a:r>
        </a:p>
      </dgm:t>
    </dgm:pt>
    <dgm:pt modelId="{0BE27F83-5848-4866-98AE-FC7756C68AAE}" type="parTrans" cxnId="{B185A37F-9F45-44C8-A98B-65B6C440052F}">
      <dgm:prSet/>
      <dgm:spPr/>
      <dgm:t>
        <a:bodyPr/>
        <a:lstStyle/>
        <a:p>
          <a:endParaRPr lang="en-US"/>
        </a:p>
      </dgm:t>
    </dgm:pt>
    <dgm:pt modelId="{F410C5DB-06A2-4DFD-AB9A-03E2824FDAE2}" type="sibTrans" cxnId="{B185A37F-9F45-44C8-A98B-65B6C440052F}">
      <dgm:prSet/>
      <dgm:spPr/>
      <dgm:t>
        <a:bodyPr/>
        <a:lstStyle/>
        <a:p>
          <a:endParaRPr lang="en-US"/>
        </a:p>
      </dgm:t>
    </dgm:pt>
    <dgm:pt modelId="{5DBCF705-9017-426B-A374-75593E4F4904}">
      <dgm:prSet custT="1"/>
      <dgm:spPr/>
      <dgm:t>
        <a:bodyPr/>
        <a:lstStyle/>
        <a:p>
          <a:r>
            <a:rPr lang="en-US" sz="1600" dirty="0"/>
            <a:t>1 PB=</a:t>
          </a:r>
          <a:br>
            <a:rPr lang="en-US" sz="1600" dirty="0"/>
          </a:br>
          <a:r>
            <a:rPr lang="en-US" sz="1600" dirty="0"/>
            <a:t>1,125,899,906,842,624 bytes</a:t>
          </a:r>
        </a:p>
      </dgm:t>
    </dgm:pt>
    <dgm:pt modelId="{B1876FAF-1EFA-4435-9773-BEE266DAEFC4}" type="parTrans" cxnId="{1E7BC818-2ACC-4A8E-939B-90327612E582}">
      <dgm:prSet/>
      <dgm:spPr/>
      <dgm:t>
        <a:bodyPr/>
        <a:lstStyle/>
        <a:p>
          <a:endParaRPr lang="en-US"/>
        </a:p>
      </dgm:t>
    </dgm:pt>
    <dgm:pt modelId="{7FB1DFB5-D0F0-48F5-905B-41FD0C6C3674}" type="sibTrans" cxnId="{1E7BC818-2ACC-4A8E-939B-90327612E582}">
      <dgm:prSet/>
      <dgm:spPr/>
      <dgm:t>
        <a:bodyPr/>
        <a:lstStyle/>
        <a:p>
          <a:endParaRPr lang="en-US"/>
        </a:p>
      </dgm:t>
    </dgm:pt>
    <dgm:pt modelId="{24C5F5E6-09B1-48D0-8A32-EB371CD86FAD}" type="pres">
      <dgm:prSet presAssocID="{07845623-C563-4EDB-AEEE-2E1D160F6FC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A3462C4-5AFE-4703-ACC2-4B42FE60A374}" type="pres">
      <dgm:prSet presAssocID="{F68CF9EE-7976-4928-885A-FD4345DD4E5D}" presName="root" presStyleCnt="0"/>
      <dgm:spPr/>
    </dgm:pt>
    <dgm:pt modelId="{C3186211-A775-41E3-A004-D3BBDA248528}" type="pres">
      <dgm:prSet presAssocID="{F68CF9EE-7976-4928-885A-FD4345DD4E5D}" presName="rootComposite" presStyleCnt="0"/>
      <dgm:spPr/>
    </dgm:pt>
    <dgm:pt modelId="{8EBBD16D-77EF-4643-8904-1F58CA576664}" type="pres">
      <dgm:prSet presAssocID="{F68CF9EE-7976-4928-885A-FD4345DD4E5D}" presName="rootText" presStyleLbl="node1" presStyleIdx="0" presStyleCnt="5"/>
      <dgm:spPr/>
    </dgm:pt>
    <dgm:pt modelId="{087ABDFE-8D7F-487D-803E-8116D9D3BF54}" type="pres">
      <dgm:prSet presAssocID="{F68CF9EE-7976-4928-885A-FD4345DD4E5D}" presName="rootConnector" presStyleLbl="node1" presStyleIdx="0" presStyleCnt="5"/>
      <dgm:spPr/>
    </dgm:pt>
    <dgm:pt modelId="{A5FD8C86-46E1-4EFC-8D26-6EC6BB4426A7}" type="pres">
      <dgm:prSet presAssocID="{F68CF9EE-7976-4928-885A-FD4345DD4E5D}" presName="childShape" presStyleCnt="0"/>
      <dgm:spPr/>
    </dgm:pt>
    <dgm:pt modelId="{B50E898B-A78C-4C1C-AA0C-6F6950ADB369}" type="pres">
      <dgm:prSet presAssocID="{D9720136-BDF1-4ADA-B1BC-8D2B908B05A9}" presName="Name13" presStyleLbl="parChTrans1D2" presStyleIdx="0" presStyleCnt="10"/>
      <dgm:spPr/>
    </dgm:pt>
    <dgm:pt modelId="{81BB67A9-2649-4CE3-B73C-10F55E88F819}" type="pres">
      <dgm:prSet presAssocID="{543F5C87-500B-4780-A152-DBEABC49A50E}" presName="childText" presStyleLbl="bgAcc1" presStyleIdx="0" presStyleCnt="10">
        <dgm:presLayoutVars>
          <dgm:bulletEnabled val="1"/>
        </dgm:presLayoutVars>
      </dgm:prSet>
      <dgm:spPr/>
    </dgm:pt>
    <dgm:pt modelId="{AED32D79-B147-443C-ADE1-6CD929D09F47}" type="pres">
      <dgm:prSet presAssocID="{985E84C5-DF32-4060-8BFF-DD3B224515F4}" presName="Name13" presStyleLbl="parChTrans1D2" presStyleIdx="1" presStyleCnt="10"/>
      <dgm:spPr/>
    </dgm:pt>
    <dgm:pt modelId="{108835CB-6F26-474E-9EBA-D39D5C9F31A0}" type="pres">
      <dgm:prSet presAssocID="{69D07D71-63FF-4D51-99EE-67E892F2E526}" presName="childText" presStyleLbl="bgAcc1" presStyleIdx="1" presStyleCnt="10">
        <dgm:presLayoutVars>
          <dgm:bulletEnabled val="1"/>
        </dgm:presLayoutVars>
      </dgm:prSet>
      <dgm:spPr/>
    </dgm:pt>
    <dgm:pt modelId="{FF7C5713-F4AE-4CD8-B788-BCBAD995E1D7}" type="pres">
      <dgm:prSet presAssocID="{5CE1144D-E8C0-4F19-97F1-E41A9F5C90AD}" presName="root" presStyleCnt="0"/>
      <dgm:spPr/>
    </dgm:pt>
    <dgm:pt modelId="{49A9D092-7E83-4FB6-A073-E38B407CBD51}" type="pres">
      <dgm:prSet presAssocID="{5CE1144D-E8C0-4F19-97F1-E41A9F5C90AD}" presName="rootComposite" presStyleCnt="0"/>
      <dgm:spPr/>
    </dgm:pt>
    <dgm:pt modelId="{6E63085E-1BE2-4E13-8CDC-8786484E0597}" type="pres">
      <dgm:prSet presAssocID="{5CE1144D-E8C0-4F19-97F1-E41A9F5C90AD}" presName="rootText" presStyleLbl="node1" presStyleIdx="1" presStyleCnt="5"/>
      <dgm:spPr/>
    </dgm:pt>
    <dgm:pt modelId="{DB3F907D-B152-42EC-82FA-A0D5E068509D}" type="pres">
      <dgm:prSet presAssocID="{5CE1144D-E8C0-4F19-97F1-E41A9F5C90AD}" presName="rootConnector" presStyleLbl="node1" presStyleIdx="1" presStyleCnt="5"/>
      <dgm:spPr/>
    </dgm:pt>
    <dgm:pt modelId="{48917870-6082-42D9-99D7-F2CAB6332E71}" type="pres">
      <dgm:prSet presAssocID="{5CE1144D-E8C0-4F19-97F1-E41A9F5C90AD}" presName="childShape" presStyleCnt="0"/>
      <dgm:spPr/>
    </dgm:pt>
    <dgm:pt modelId="{E70EAFB2-2AE6-48DF-A5E3-58D3962916E0}" type="pres">
      <dgm:prSet presAssocID="{949D2BCB-6BBE-4EBD-987A-5AD735A173F5}" presName="Name13" presStyleLbl="parChTrans1D2" presStyleIdx="2" presStyleCnt="10"/>
      <dgm:spPr/>
    </dgm:pt>
    <dgm:pt modelId="{120F0A6C-723A-4ACE-BAEE-EF88A9845598}" type="pres">
      <dgm:prSet presAssocID="{B690BBA8-F276-4229-8106-389119B09A57}" presName="childText" presStyleLbl="bgAcc1" presStyleIdx="2" presStyleCnt="10">
        <dgm:presLayoutVars>
          <dgm:bulletEnabled val="1"/>
        </dgm:presLayoutVars>
      </dgm:prSet>
      <dgm:spPr/>
    </dgm:pt>
    <dgm:pt modelId="{EDDC4118-6B53-43C3-A922-C1A4F5567342}" type="pres">
      <dgm:prSet presAssocID="{A2584932-3302-42BF-8D0E-3C9AD923F576}" presName="Name13" presStyleLbl="parChTrans1D2" presStyleIdx="3" presStyleCnt="10"/>
      <dgm:spPr/>
    </dgm:pt>
    <dgm:pt modelId="{BF120655-238D-4D82-8D57-637EAF430D67}" type="pres">
      <dgm:prSet presAssocID="{0F73DEC5-E6F7-46AF-AB51-81AE2C526781}" presName="childText" presStyleLbl="bgAcc1" presStyleIdx="3" presStyleCnt="10">
        <dgm:presLayoutVars>
          <dgm:bulletEnabled val="1"/>
        </dgm:presLayoutVars>
      </dgm:prSet>
      <dgm:spPr/>
    </dgm:pt>
    <dgm:pt modelId="{611FE790-74A0-4DA5-AB5E-155EB09460A7}" type="pres">
      <dgm:prSet presAssocID="{D4EE9E8C-9A4F-487E-A244-8B0E3C24A91A}" presName="root" presStyleCnt="0"/>
      <dgm:spPr/>
    </dgm:pt>
    <dgm:pt modelId="{2E9741FD-70BF-46C2-B772-8472F1880976}" type="pres">
      <dgm:prSet presAssocID="{D4EE9E8C-9A4F-487E-A244-8B0E3C24A91A}" presName="rootComposite" presStyleCnt="0"/>
      <dgm:spPr/>
    </dgm:pt>
    <dgm:pt modelId="{C99F5E5F-BF5E-4026-A16B-97C37A9946CA}" type="pres">
      <dgm:prSet presAssocID="{D4EE9E8C-9A4F-487E-A244-8B0E3C24A91A}" presName="rootText" presStyleLbl="node1" presStyleIdx="2" presStyleCnt="5"/>
      <dgm:spPr/>
    </dgm:pt>
    <dgm:pt modelId="{4128314D-7F2F-41A0-BD50-43EBCDEE8344}" type="pres">
      <dgm:prSet presAssocID="{D4EE9E8C-9A4F-487E-A244-8B0E3C24A91A}" presName="rootConnector" presStyleLbl="node1" presStyleIdx="2" presStyleCnt="5"/>
      <dgm:spPr/>
    </dgm:pt>
    <dgm:pt modelId="{D70A1337-55AB-40A7-8872-3C93B2456948}" type="pres">
      <dgm:prSet presAssocID="{D4EE9E8C-9A4F-487E-A244-8B0E3C24A91A}" presName="childShape" presStyleCnt="0"/>
      <dgm:spPr/>
    </dgm:pt>
    <dgm:pt modelId="{B1BEC5A6-0DF5-43B1-9C5B-43B892922A9D}" type="pres">
      <dgm:prSet presAssocID="{72146029-C7FD-4FF3-B22B-02C2F1EB59F0}" presName="Name13" presStyleLbl="parChTrans1D2" presStyleIdx="4" presStyleCnt="10"/>
      <dgm:spPr/>
    </dgm:pt>
    <dgm:pt modelId="{69793B7A-C1AA-477D-AA89-0D2346796BF9}" type="pres">
      <dgm:prSet presAssocID="{25B48383-7F8F-476E-AB02-FD4AEC3D376C}" presName="childText" presStyleLbl="bgAcc1" presStyleIdx="4" presStyleCnt="10">
        <dgm:presLayoutVars>
          <dgm:bulletEnabled val="1"/>
        </dgm:presLayoutVars>
      </dgm:prSet>
      <dgm:spPr/>
    </dgm:pt>
    <dgm:pt modelId="{219B75FC-00D8-4B2D-93DE-4C36CC0592A7}" type="pres">
      <dgm:prSet presAssocID="{D3E7AA7E-F82B-4BAC-8CF4-9BC197157A6E}" presName="Name13" presStyleLbl="parChTrans1D2" presStyleIdx="5" presStyleCnt="10"/>
      <dgm:spPr/>
    </dgm:pt>
    <dgm:pt modelId="{1DAA5D33-212B-487A-87A1-799570D40B4F}" type="pres">
      <dgm:prSet presAssocID="{AE0EA174-DC5E-46E2-A3EE-476A442EECF0}" presName="childText" presStyleLbl="bgAcc1" presStyleIdx="5" presStyleCnt="10">
        <dgm:presLayoutVars>
          <dgm:bulletEnabled val="1"/>
        </dgm:presLayoutVars>
      </dgm:prSet>
      <dgm:spPr/>
    </dgm:pt>
    <dgm:pt modelId="{FE492101-9DC1-42AC-8E2A-0D600602B034}" type="pres">
      <dgm:prSet presAssocID="{6205CA7F-E122-4741-AC10-78AD54BD9EE3}" presName="root" presStyleCnt="0"/>
      <dgm:spPr/>
    </dgm:pt>
    <dgm:pt modelId="{93CA240A-55C2-4BD8-A660-A0973F0EA69A}" type="pres">
      <dgm:prSet presAssocID="{6205CA7F-E122-4741-AC10-78AD54BD9EE3}" presName="rootComposite" presStyleCnt="0"/>
      <dgm:spPr/>
    </dgm:pt>
    <dgm:pt modelId="{B1608136-CD12-4205-9C4C-E9B5EF7859DC}" type="pres">
      <dgm:prSet presAssocID="{6205CA7F-E122-4741-AC10-78AD54BD9EE3}" presName="rootText" presStyleLbl="node1" presStyleIdx="3" presStyleCnt="5"/>
      <dgm:spPr/>
    </dgm:pt>
    <dgm:pt modelId="{6CEB8228-4E2B-40DB-A5C2-374084F1B773}" type="pres">
      <dgm:prSet presAssocID="{6205CA7F-E122-4741-AC10-78AD54BD9EE3}" presName="rootConnector" presStyleLbl="node1" presStyleIdx="3" presStyleCnt="5"/>
      <dgm:spPr/>
    </dgm:pt>
    <dgm:pt modelId="{548741CC-85D3-40EB-896D-C0481F27A142}" type="pres">
      <dgm:prSet presAssocID="{6205CA7F-E122-4741-AC10-78AD54BD9EE3}" presName="childShape" presStyleCnt="0"/>
      <dgm:spPr/>
    </dgm:pt>
    <dgm:pt modelId="{53DC30F8-DF2D-4478-8B9D-6CAE5F940816}" type="pres">
      <dgm:prSet presAssocID="{131E9B8B-AB84-46D9-B1BC-256E733E4C3C}" presName="Name13" presStyleLbl="parChTrans1D2" presStyleIdx="6" presStyleCnt="10"/>
      <dgm:spPr/>
    </dgm:pt>
    <dgm:pt modelId="{0901140C-C0A0-4BC4-85EE-50F7340E15DD}" type="pres">
      <dgm:prSet presAssocID="{35592258-A943-45AB-8DF9-91E917607DF0}" presName="childText" presStyleLbl="bgAcc1" presStyleIdx="6" presStyleCnt="10">
        <dgm:presLayoutVars>
          <dgm:bulletEnabled val="1"/>
        </dgm:presLayoutVars>
      </dgm:prSet>
      <dgm:spPr/>
    </dgm:pt>
    <dgm:pt modelId="{E64C3BA4-CE8B-42DA-880E-678575FEC123}" type="pres">
      <dgm:prSet presAssocID="{66637696-A8C6-42E6-8115-B5622CC338CB}" presName="Name13" presStyleLbl="parChTrans1D2" presStyleIdx="7" presStyleCnt="10"/>
      <dgm:spPr/>
    </dgm:pt>
    <dgm:pt modelId="{37EA4BF9-D6F0-44B7-875A-B6BCFC01C9B1}" type="pres">
      <dgm:prSet presAssocID="{9C422BF2-B947-45E6-859E-E3AE8B4AAEC0}" presName="childText" presStyleLbl="bgAcc1" presStyleIdx="7" presStyleCnt="10" custScaleX="144475">
        <dgm:presLayoutVars>
          <dgm:bulletEnabled val="1"/>
        </dgm:presLayoutVars>
      </dgm:prSet>
      <dgm:spPr/>
    </dgm:pt>
    <dgm:pt modelId="{889412BE-B3A4-4A97-A1FC-B4640F20B864}" type="pres">
      <dgm:prSet presAssocID="{182363F0-68EA-43C7-8695-BAC42811B338}" presName="root" presStyleCnt="0"/>
      <dgm:spPr/>
    </dgm:pt>
    <dgm:pt modelId="{AF7BA6D0-AE3B-43D8-8209-CA2C60170EAC}" type="pres">
      <dgm:prSet presAssocID="{182363F0-68EA-43C7-8695-BAC42811B338}" presName="rootComposite" presStyleCnt="0"/>
      <dgm:spPr/>
    </dgm:pt>
    <dgm:pt modelId="{5BB6F730-24B6-464E-A6AE-2664728A9BEE}" type="pres">
      <dgm:prSet presAssocID="{182363F0-68EA-43C7-8695-BAC42811B338}" presName="rootText" presStyleLbl="node1" presStyleIdx="4" presStyleCnt="5"/>
      <dgm:spPr/>
    </dgm:pt>
    <dgm:pt modelId="{27E883C2-5D21-4A4B-88C3-0A5C7176F2DD}" type="pres">
      <dgm:prSet presAssocID="{182363F0-68EA-43C7-8695-BAC42811B338}" presName="rootConnector" presStyleLbl="node1" presStyleIdx="4" presStyleCnt="5"/>
      <dgm:spPr/>
    </dgm:pt>
    <dgm:pt modelId="{0D523A87-546F-4ABE-90E0-24F3C5C5111E}" type="pres">
      <dgm:prSet presAssocID="{182363F0-68EA-43C7-8695-BAC42811B338}" presName="childShape" presStyleCnt="0"/>
      <dgm:spPr/>
    </dgm:pt>
    <dgm:pt modelId="{9B54C1E3-3966-4BA3-BCD1-868A0C5C75A3}" type="pres">
      <dgm:prSet presAssocID="{0BE27F83-5848-4866-98AE-FC7756C68AAE}" presName="Name13" presStyleLbl="parChTrans1D2" presStyleIdx="8" presStyleCnt="10"/>
      <dgm:spPr/>
    </dgm:pt>
    <dgm:pt modelId="{B00FBB51-BE48-4C4F-840C-2E8D26B6B436}" type="pres">
      <dgm:prSet presAssocID="{FB87636E-ADF6-4B98-8D79-D7A7A112606C}" presName="childText" presStyleLbl="bgAcc1" presStyleIdx="8" presStyleCnt="10">
        <dgm:presLayoutVars>
          <dgm:bulletEnabled val="1"/>
        </dgm:presLayoutVars>
      </dgm:prSet>
      <dgm:spPr/>
    </dgm:pt>
    <dgm:pt modelId="{EEADF0A0-00DC-4C71-A8DA-25101CB45C4C}" type="pres">
      <dgm:prSet presAssocID="{B1876FAF-1EFA-4435-9773-BEE266DAEFC4}" presName="Name13" presStyleLbl="parChTrans1D2" presStyleIdx="9" presStyleCnt="10"/>
      <dgm:spPr/>
    </dgm:pt>
    <dgm:pt modelId="{1039B91E-2C73-4A5B-8A94-31C5DA06E571}" type="pres">
      <dgm:prSet presAssocID="{5DBCF705-9017-426B-A374-75593E4F4904}" presName="childText" presStyleLbl="bgAcc1" presStyleIdx="9" presStyleCnt="10" custScaleX="180971" custScaleY="111157">
        <dgm:presLayoutVars>
          <dgm:bulletEnabled val="1"/>
        </dgm:presLayoutVars>
      </dgm:prSet>
      <dgm:spPr/>
    </dgm:pt>
  </dgm:ptLst>
  <dgm:cxnLst>
    <dgm:cxn modelId="{9BD39F09-0FF7-4488-B4FA-62246A43900A}" type="presOf" srcId="{D4EE9E8C-9A4F-487E-A244-8B0E3C24A91A}" destId="{4128314D-7F2F-41A0-BD50-43EBCDEE8344}" srcOrd="1" destOrd="0" presId="urn:microsoft.com/office/officeart/2005/8/layout/hierarchy3"/>
    <dgm:cxn modelId="{1E7BC818-2ACC-4A8E-939B-90327612E582}" srcId="{182363F0-68EA-43C7-8695-BAC42811B338}" destId="{5DBCF705-9017-426B-A374-75593E4F4904}" srcOrd="1" destOrd="0" parTransId="{B1876FAF-1EFA-4435-9773-BEE266DAEFC4}" sibTransId="{7FB1DFB5-D0F0-48F5-905B-41FD0C6C3674}"/>
    <dgm:cxn modelId="{AC9A941C-E343-4642-AC61-555208105B47}" type="presOf" srcId="{69D07D71-63FF-4D51-99EE-67E892F2E526}" destId="{108835CB-6F26-474E-9EBA-D39D5C9F31A0}" srcOrd="0" destOrd="0" presId="urn:microsoft.com/office/officeart/2005/8/layout/hierarchy3"/>
    <dgm:cxn modelId="{3B11831D-9A4F-41BC-9B30-CC85345C0D04}" srcId="{6205CA7F-E122-4741-AC10-78AD54BD9EE3}" destId="{9C422BF2-B947-45E6-859E-E3AE8B4AAEC0}" srcOrd="1" destOrd="0" parTransId="{66637696-A8C6-42E6-8115-B5622CC338CB}" sibTransId="{15981DF0-23DE-47DD-8AB2-87E8F2CFDF81}"/>
    <dgm:cxn modelId="{782DEC23-82C5-44A3-A77A-EB00AA8EFED3}" type="presOf" srcId="{5DBCF705-9017-426B-A374-75593E4F4904}" destId="{1039B91E-2C73-4A5B-8A94-31C5DA06E571}" srcOrd="0" destOrd="0" presId="urn:microsoft.com/office/officeart/2005/8/layout/hierarchy3"/>
    <dgm:cxn modelId="{C72A102A-23BF-4FB2-A619-13B584070AD9}" srcId="{6205CA7F-E122-4741-AC10-78AD54BD9EE3}" destId="{35592258-A943-45AB-8DF9-91E917607DF0}" srcOrd="0" destOrd="0" parTransId="{131E9B8B-AB84-46D9-B1BC-256E733E4C3C}" sibTransId="{81A9B2F8-9E56-45FE-A7E0-A4E946813202}"/>
    <dgm:cxn modelId="{7662872C-3F8F-4417-9F69-C45832DCDE2E}" type="presOf" srcId="{B690BBA8-F276-4229-8106-389119B09A57}" destId="{120F0A6C-723A-4ACE-BAEE-EF88A9845598}" srcOrd="0" destOrd="0" presId="urn:microsoft.com/office/officeart/2005/8/layout/hierarchy3"/>
    <dgm:cxn modelId="{3868AA32-DEEB-4533-924B-00FF814BD7C6}" type="presOf" srcId="{D4EE9E8C-9A4F-487E-A244-8B0E3C24A91A}" destId="{C99F5E5F-BF5E-4026-A16B-97C37A9946CA}" srcOrd="0" destOrd="0" presId="urn:microsoft.com/office/officeart/2005/8/layout/hierarchy3"/>
    <dgm:cxn modelId="{CFC36235-7649-4D34-A033-E4BEC35CFE1C}" type="presOf" srcId="{A2584932-3302-42BF-8D0E-3C9AD923F576}" destId="{EDDC4118-6B53-43C3-A922-C1A4F5567342}" srcOrd="0" destOrd="0" presId="urn:microsoft.com/office/officeart/2005/8/layout/hierarchy3"/>
    <dgm:cxn modelId="{CB2DD935-937B-4E76-8EB9-630E0C094BEF}" srcId="{D4EE9E8C-9A4F-487E-A244-8B0E3C24A91A}" destId="{AE0EA174-DC5E-46E2-A3EE-476A442EECF0}" srcOrd="1" destOrd="0" parTransId="{D3E7AA7E-F82B-4BAC-8CF4-9BC197157A6E}" sibTransId="{1E89364C-A362-4FB9-BD78-78AF00CC6486}"/>
    <dgm:cxn modelId="{97EBFB39-AEA4-4AC1-A29E-1B9A82723D95}" type="presOf" srcId="{07845623-C563-4EDB-AEEE-2E1D160F6FC9}" destId="{24C5F5E6-09B1-48D0-8A32-EB371CD86FAD}" srcOrd="0" destOrd="0" presId="urn:microsoft.com/office/officeart/2005/8/layout/hierarchy3"/>
    <dgm:cxn modelId="{F936463D-4E41-4EE5-B68F-53C458D4296F}" type="presOf" srcId="{35592258-A943-45AB-8DF9-91E917607DF0}" destId="{0901140C-C0A0-4BC4-85EE-50F7340E15DD}" srcOrd="0" destOrd="0" presId="urn:microsoft.com/office/officeart/2005/8/layout/hierarchy3"/>
    <dgm:cxn modelId="{9DE69C3F-9473-47DC-B321-401724FE3285}" type="presOf" srcId="{F68CF9EE-7976-4928-885A-FD4345DD4E5D}" destId="{087ABDFE-8D7F-487D-803E-8116D9D3BF54}" srcOrd="1" destOrd="0" presId="urn:microsoft.com/office/officeart/2005/8/layout/hierarchy3"/>
    <dgm:cxn modelId="{8ED7BA47-6238-43E9-87E3-D519C548610A}" srcId="{F68CF9EE-7976-4928-885A-FD4345DD4E5D}" destId="{69D07D71-63FF-4D51-99EE-67E892F2E526}" srcOrd="1" destOrd="0" parTransId="{985E84C5-DF32-4060-8BFF-DD3B224515F4}" sibTransId="{1D60DB6D-3E5C-455F-AE82-649B988E5392}"/>
    <dgm:cxn modelId="{A70FA94C-05A6-4540-B7D4-FD2D379C7BE0}" type="presOf" srcId="{72146029-C7FD-4FF3-B22B-02C2F1EB59F0}" destId="{B1BEC5A6-0DF5-43B1-9C5B-43B892922A9D}" srcOrd="0" destOrd="0" presId="urn:microsoft.com/office/officeart/2005/8/layout/hierarchy3"/>
    <dgm:cxn modelId="{6FA0A66F-A598-416E-B0D4-7B51F47F5E8B}" srcId="{07845623-C563-4EDB-AEEE-2E1D160F6FC9}" destId="{5CE1144D-E8C0-4F19-97F1-E41A9F5C90AD}" srcOrd="1" destOrd="0" parTransId="{6F5B489B-DAE7-46E3-AE18-02B595211E72}" sibTransId="{74D99CBE-0C18-49CC-9106-4CE58602C745}"/>
    <dgm:cxn modelId="{099C1970-F1F2-4A3D-BDF6-31ED34405F6A}" type="presOf" srcId="{985E84C5-DF32-4060-8BFF-DD3B224515F4}" destId="{AED32D79-B147-443C-ADE1-6CD929D09F47}" srcOrd="0" destOrd="0" presId="urn:microsoft.com/office/officeart/2005/8/layout/hierarchy3"/>
    <dgm:cxn modelId="{F415BE53-7B07-44D9-A2C8-94A074F0FB15}" srcId="{07845623-C563-4EDB-AEEE-2E1D160F6FC9}" destId="{6205CA7F-E122-4741-AC10-78AD54BD9EE3}" srcOrd="3" destOrd="0" parTransId="{88DF5ED1-1103-44C1-82D5-8458A9CB87DD}" sibTransId="{114DB3C5-8030-4DC4-9821-5F7152DB8955}"/>
    <dgm:cxn modelId="{1C587658-3B70-4654-9D2C-78C6D96571E1}" type="presOf" srcId="{0F73DEC5-E6F7-46AF-AB51-81AE2C526781}" destId="{BF120655-238D-4D82-8D57-637EAF430D67}" srcOrd="0" destOrd="0" presId="urn:microsoft.com/office/officeart/2005/8/layout/hierarchy3"/>
    <dgm:cxn modelId="{1CEEB759-348C-48DC-926A-7681A0491BD5}" type="presOf" srcId="{5CE1144D-E8C0-4F19-97F1-E41A9F5C90AD}" destId="{6E63085E-1BE2-4E13-8CDC-8786484E0597}" srcOrd="0" destOrd="0" presId="urn:microsoft.com/office/officeart/2005/8/layout/hierarchy3"/>
    <dgm:cxn modelId="{9167277C-CB71-462A-B267-A4792BAD2426}" type="presOf" srcId="{9C422BF2-B947-45E6-859E-E3AE8B4AAEC0}" destId="{37EA4BF9-D6F0-44B7-875A-B6BCFC01C9B1}" srcOrd="0" destOrd="0" presId="urn:microsoft.com/office/officeart/2005/8/layout/hierarchy3"/>
    <dgm:cxn modelId="{60B0CA7C-900C-4D2A-B01A-0789C7998A9A}" srcId="{07845623-C563-4EDB-AEEE-2E1D160F6FC9}" destId="{182363F0-68EA-43C7-8695-BAC42811B338}" srcOrd="4" destOrd="0" parTransId="{139D70C7-CC79-4989-A39F-9DE77B527C2A}" sibTransId="{244C7480-9414-4C8E-A61A-81DD48129490}"/>
    <dgm:cxn modelId="{B185A37F-9F45-44C8-A98B-65B6C440052F}" srcId="{182363F0-68EA-43C7-8695-BAC42811B338}" destId="{FB87636E-ADF6-4B98-8D79-D7A7A112606C}" srcOrd="0" destOrd="0" parTransId="{0BE27F83-5848-4866-98AE-FC7756C68AAE}" sibTransId="{F410C5DB-06A2-4DFD-AB9A-03E2824FDAE2}"/>
    <dgm:cxn modelId="{D2D6FA84-8870-437C-8CDB-487295A2ABC2}" type="presOf" srcId="{FB87636E-ADF6-4B98-8D79-D7A7A112606C}" destId="{B00FBB51-BE48-4C4F-840C-2E8D26B6B436}" srcOrd="0" destOrd="0" presId="urn:microsoft.com/office/officeart/2005/8/layout/hierarchy3"/>
    <dgm:cxn modelId="{D2BDDD86-ADEE-4944-9B22-79FE46AFF918}" srcId="{F68CF9EE-7976-4928-885A-FD4345DD4E5D}" destId="{543F5C87-500B-4780-A152-DBEABC49A50E}" srcOrd="0" destOrd="0" parTransId="{D9720136-BDF1-4ADA-B1BC-8D2B908B05A9}" sibTransId="{38E285E5-1EFF-4AB0-830A-6A5CA50B5F3A}"/>
    <dgm:cxn modelId="{D69E1187-FE33-489B-8ACB-F48F49D7D859}" type="presOf" srcId="{5CE1144D-E8C0-4F19-97F1-E41A9F5C90AD}" destId="{DB3F907D-B152-42EC-82FA-A0D5E068509D}" srcOrd="1" destOrd="0" presId="urn:microsoft.com/office/officeart/2005/8/layout/hierarchy3"/>
    <dgm:cxn modelId="{0B858D87-4D2C-4FE8-A6D1-3D9148974DC1}" type="presOf" srcId="{AE0EA174-DC5E-46E2-A3EE-476A442EECF0}" destId="{1DAA5D33-212B-487A-87A1-799570D40B4F}" srcOrd="0" destOrd="0" presId="urn:microsoft.com/office/officeart/2005/8/layout/hierarchy3"/>
    <dgm:cxn modelId="{CA35BB8A-B5C8-4F63-9325-EAE7ADA09D47}" type="presOf" srcId="{0BE27F83-5848-4866-98AE-FC7756C68AAE}" destId="{9B54C1E3-3966-4BA3-BCD1-868A0C5C75A3}" srcOrd="0" destOrd="0" presId="urn:microsoft.com/office/officeart/2005/8/layout/hierarchy3"/>
    <dgm:cxn modelId="{757F968B-5653-4EDD-B4E8-B24DE09A40C2}" type="presOf" srcId="{6205CA7F-E122-4741-AC10-78AD54BD9EE3}" destId="{6CEB8228-4E2B-40DB-A5C2-374084F1B773}" srcOrd="1" destOrd="0" presId="urn:microsoft.com/office/officeart/2005/8/layout/hierarchy3"/>
    <dgm:cxn modelId="{13D3D78D-43BB-4121-B424-BA94EC7DD6E6}" srcId="{07845623-C563-4EDB-AEEE-2E1D160F6FC9}" destId="{F68CF9EE-7976-4928-885A-FD4345DD4E5D}" srcOrd="0" destOrd="0" parTransId="{BB02C269-E392-452C-8411-F7F272DE6D6C}" sibTransId="{D7FBF4FE-954E-462A-89E1-6737593B4069}"/>
    <dgm:cxn modelId="{EE9EC98F-7AF1-4F4C-A72B-169BC6064347}" type="presOf" srcId="{D3E7AA7E-F82B-4BAC-8CF4-9BC197157A6E}" destId="{219B75FC-00D8-4B2D-93DE-4C36CC0592A7}" srcOrd="0" destOrd="0" presId="urn:microsoft.com/office/officeart/2005/8/layout/hierarchy3"/>
    <dgm:cxn modelId="{EC2DB696-11BA-4318-B3E1-797B325BA94B}" srcId="{07845623-C563-4EDB-AEEE-2E1D160F6FC9}" destId="{D4EE9E8C-9A4F-487E-A244-8B0E3C24A91A}" srcOrd="2" destOrd="0" parTransId="{235C049D-0D48-4176-90DC-4B3EA40956B4}" sibTransId="{E1C42934-F9ED-4276-BAF0-213CAB74F181}"/>
    <dgm:cxn modelId="{7F7C999E-A869-4AFA-B799-FA5B84A3A5D4}" srcId="{D4EE9E8C-9A4F-487E-A244-8B0E3C24A91A}" destId="{25B48383-7F8F-476E-AB02-FD4AEC3D376C}" srcOrd="0" destOrd="0" parTransId="{72146029-C7FD-4FF3-B22B-02C2F1EB59F0}" sibTransId="{C586BA74-AE04-427F-97D4-058722C68697}"/>
    <dgm:cxn modelId="{B4151FBA-E41B-4A63-BB09-9A9491E0BB0D}" type="presOf" srcId="{949D2BCB-6BBE-4EBD-987A-5AD735A173F5}" destId="{E70EAFB2-2AE6-48DF-A5E3-58D3962916E0}" srcOrd="0" destOrd="0" presId="urn:microsoft.com/office/officeart/2005/8/layout/hierarchy3"/>
    <dgm:cxn modelId="{8337E2C0-703B-4486-9E6A-415C4584660E}" type="presOf" srcId="{66637696-A8C6-42E6-8115-B5622CC338CB}" destId="{E64C3BA4-CE8B-42DA-880E-678575FEC123}" srcOrd="0" destOrd="0" presId="urn:microsoft.com/office/officeart/2005/8/layout/hierarchy3"/>
    <dgm:cxn modelId="{2834B9C1-0CB7-4BF2-BEA8-DAD1CC7EE390}" type="presOf" srcId="{B1876FAF-1EFA-4435-9773-BEE266DAEFC4}" destId="{EEADF0A0-00DC-4C71-A8DA-25101CB45C4C}" srcOrd="0" destOrd="0" presId="urn:microsoft.com/office/officeart/2005/8/layout/hierarchy3"/>
    <dgm:cxn modelId="{BBD09FC4-3DE1-4C4B-9266-92811B26BAFE}" type="presOf" srcId="{F68CF9EE-7976-4928-885A-FD4345DD4E5D}" destId="{8EBBD16D-77EF-4643-8904-1F58CA576664}" srcOrd="0" destOrd="0" presId="urn:microsoft.com/office/officeart/2005/8/layout/hierarchy3"/>
    <dgm:cxn modelId="{BB0892D0-B8F1-4351-9F15-0F967F5AAC7E}" type="presOf" srcId="{182363F0-68EA-43C7-8695-BAC42811B338}" destId="{5BB6F730-24B6-464E-A6AE-2664728A9BEE}" srcOrd="0" destOrd="0" presId="urn:microsoft.com/office/officeart/2005/8/layout/hierarchy3"/>
    <dgm:cxn modelId="{E9405AD5-2381-4279-89C7-5BF23270CB0A}" type="presOf" srcId="{25B48383-7F8F-476E-AB02-FD4AEC3D376C}" destId="{69793B7A-C1AA-477D-AA89-0D2346796BF9}" srcOrd="0" destOrd="0" presId="urn:microsoft.com/office/officeart/2005/8/layout/hierarchy3"/>
    <dgm:cxn modelId="{C5EEBFD9-59C5-4C6F-BBC9-BCBC381BF41D}" type="presOf" srcId="{182363F0-68EA-43C7-8695-BAC42811B338}" destId="{27E883C2-5D21-4A4B-88C3-0A5C7176F2DD}" srcOrd="1" destOrd="0" presId="urn:microsoft.com/office/officeart/2005/8/layout/hierarchy3"/>
    <dgm:cxn modelId="{F44C99DF-33C5-4BBA-A6C1-E197A0DB6F69}" type="presOf" srcId="{543F5C87-500B-4780-A152-DBEABC49A50E}" destId="{81BB67A9-2649-4CE3-B73C-10F55E88F819}" srcOrd="0" destOrd="0" presId="urn:microsoft.com/office/officeart/2005/8/layout/hierarchy3"/>
    <dgm:cxn modelId="{B17954E1-2ADB-45A9-B073-1F4D9B04B06D}" type="presOf" srcId="{131E9B8B-AB84-46D9-B1BC-256E733E4C3C}" destId="{53DC30F8-DF2D-4478-8B9D-6CAE5F940816}" srcOrd="0" destOrd="0" presId="urn:microsoft.com/office/officeart/2005/8/layout/hierarchy3"/>
    <dgm:cxn modelId="{904287E3-13C1-419F-A08E-3AEAB7D37EF2}" type="presOf" srcId="{D9720136-BDF1-4ADA-B1BC-8D2B908B05A9}" destId="{B50E898B-A78C-4C1C-AA0C-6F6950ADB369}" srcOrd="0" destOrd="0" presId="urn:microsoft.com/office/officeart/2005/8/layout/hierarchy3"/>
    <dgm:cxn modelId="{EA070CE9-0543-41F4-AB9D-DF51B916F301}" type="presOf" srcId="{6205CA7F-E122-4741-AC10-78AD54BD9EE3}" destId="{B1608136-CD12-4205-9C4C-E9B5EF7859DC}" srcOrd="0" destOrd="0" presId="urn:microsoft.com/office/officeart/2005/8/layout/hierarchy3"/>
    <dgm:cxn modelId="{10948FEA-D598-4DE4-B465-EEA98313EB1D}" srcId="{5CE1144D-E8C0-4F19-97F1-E41A9F5C90AD}" destId="{0F73DEC5-E6F7-46AF-AB51-81AE2C526781}" srcOrd="1" destOrd="0" parTransId="{A2584932-3302-42BF-8D0E-3C9AD923F576}" sibTransId="{BA600365-E70E-4613-AC03-85826503E2A4}"/>
    <dgm:cxn modelId="{FF7363FC-A7C9-4ABF-BCD9-9135FE46C995}" srcId="{5CE1144D-E8C0-4F19-97F1-E41A9F5C90AD}" destId="{B690BBA8-F276-4229-8106-389119B09A57}" srcOrd="0" destOrd="0" parTransId="{949D2BCB-6BBE-4EBD-987A-5AD735A173F5}" sibTransId="{A06DAFF4-FBB4-4712-BD37-4F3AA638D10D}"/>
    <dgm:cxn modelId="{495C21FA-A284-45DE-9EEE-B737EFEBA3D4}" type="presParOf" srcId="{24C5F5E6-09B1-48D0-8A32-EB371CD86FAD}" destId="{7A3462C4-5AFE-4703-ACC2-4B42FE60A374}" srcOrd="0" destOrd="0" presId="urn:microsoft.com/office/officeart/2005/8/layout/hierarchy3"/>
    <dgm:cxn modelId="{24C37D70-5C94-4408-A182-1EB1D62B043A}" type="presParOf" srcId="{7A3462C4-5AFE-4703-ACC2-4B42FE60A374}" destId="{C3186211-A775-41E3-A004-D3BBDA248528}" srcOrd="0" destOrd="0" presId="urn:microsoft.com/office/officeart/2005/8/layout/hierarchy3"/>
    <dgm:cxn modelId="{54364951-2672-4E2E-BCD1-322C878E4614}" type="presParOf" srcId="{C3186211-A775-41E3-A004-D3BBDA248528}" destId="{8EBBD16D-77EF-4643-8904-1F58CA576664}" srcOrd="0" destOrd="0" presId="urn:microsoft.com/office/officeart/2005/8/layout/hierarchy3"/>
    <dgm:cxn modelId="{F55EA8DB-4BC2-4235-A5E0-0E9C4B9E38ED}" type="presParOf" srcId="{C3186211-A775-41E3-A004-D3BBDA248528}" destId="{087ABDFE-8D7F-487D-803E-8116D9D3BF54}" srcOrd="1" destOrd="0" presId="urn:microsoft.com/office/officeart/2005/8/layout/hierarchy3"/>
    <dgm:cxn modelId="{CB9D4985-D27B-4FDF-9551-A2DD696079B8}" type="presParOf" srcId="{7A3462C4-5AFE-4703-ACC2-4B42FE60A374}" destId="{A5FD8C86-46E1-4EFC-8D26-6EC6BB4426A7}" srcOrd="1" destOrd="0" presId="urn:microsoft.com/office/officeart/2005/8/layout/hierarchy3"/>
    <dgm:cxn modelId="{D2A6C451-E0B8-479C-AA9F-B3DFE5F3301E}" type="presParOf" srcId="{A5FD8C86-46E1-4EFC-8D26-6EC6BB4426A7}" destId="{B50E898B-A78C-4C1C-AA0C-6F6950ADB369}" srcOrd="0" destOrd="0" presId="urn:microsoft.com/office/officeart/2005/8/layout/hierarchy3"/>
    <dgm:cxn modelId="{A6707059-DAFA-4A60-B998-C2C33E94D577}" type="presParOf" srcId="{A5FD8C86-46E1-4EFC-8D26-6EC6BB4426A7}" destId="{81BB67A9-2649-4CE3-B73C-10F55E88F819}" srcOrd="1" destOrd="0" presId="urn:microsoft.com/office/officeart/2005/8/layout/hierarchy3"/>
    <dgm:cxn modelId="{1C7AF9AF-C859-41CA-A841-53A157A83D28}" type="presParOf" srcId="{A5FD8C86-46E1-4EFC-8D26-6EC6BB4426A7}" destId="{AED32D79-B147-443C-ADE1-6CD929D09F47}" srcOrd="2" destOrd="0" presId="urn:microsoft.com/office/officeart/2005/8/layout/hierarchy3"/>
    <dgm:cxn modelId="{6195E510-3641-4F86-BAFD-B29813716C85}" type="presParOf" srcId="{A5FD8C86-46E1-4EFC-8D26-6EC6BB4426A7}" destId="{108835CB-6F26-474E-9EBA-D39D5C9F31A0}" srcOrd="3" destOrd="0" presId="urn:microsoft.com/office/officeart/2005/8/layout/hierarchy3"/>
    <dgm:cxn modelId="{F74FA4A4-06B6-4FB3-9A50-FD9703BC10EE}" type="presParOf" srcId="{24C5F5E6-09B1-48D0-8A32-EB371CD86FAD}" destId="{FF7C5713-F4AE-4CD8-B788-BCBAD995E1D7}" srcOrd="1" destOrd="0" presId="urn:microsoft.com/office/officeart/2005/8/layout/hierarchy3"/>
    <dgm:cxn modelId="{9AC44006-6429-47C9-8A06-E88712104B07}" type="presParOf" srcId="{FF7C5713-F4AE-4CD8-B788-BCBAD995E1D7}" destId="{49A9D092-7E83-4FB6-A073-E38B407CBD51}" srcOrd="0" destOrd="0" presId="urn:microsoft.com/office/officeart/2005/8/layout/hierarchy3"/>
    <dgm:cxn modelId="{B196B90B-F8E9-4A4E-A314-F708A5A15CCC}" type="presParOf" srcId="{49A9D092-7E83-4FB6-A073-E38B407CBD51}" destId="{6E63085E-1BE2-4E13-8CDC-8786484E0597}" srcOrd="0" destOrd="0" presId="urn:microsoft.com/office/officeart/2005/8/layout/hierarchy3"/>
    <dgm:cxn modelId="{D70A7941-7E77-4C06-B4C9-BB371EB57C9B}" type="presParOf" srcId="{49A9D092-7E83-4FB6-A073-E38B407CBD51}" destId="{DB3F907D-B152-42EC-82FA-A0D5E068509D}" srcOrd="1" destOrd="0" presId="urn:microsoft.com/office/officeart/2005/8/layout/hierarchy3"/>
    <dgm:cxn modelId="{BB66D0E2-19AA-4A51-B261-1F2439AB5018}" type="presParOf" srcId="{FF7C5713-F4AE-4CD8-B788-BCBAD995E1D7}" destId="{48917870-6082-42D9-99D7-F2CAB6332E71}" srcOrd="1" destOrd="0" presId="urn:microsoft.com/office/officeart/2005/8/layout/hierarchy3"/>
    <dgm:cxn modelId="{8C2E3DDC-4186-4D86-A831-63AEC6AB3694}" type="presParOf" srcId="{48917870-6082-42D9-99D7-F2CAB6332E71}" destId="{E70EAFB2-2AE6-48DF-A5E3-58D3962916E0}" srcOrd="0" destOrd="0" presId="urn:microsoft.com/office/officeart/2005/8/layout/hierarchy3"/>
    <dgm:cxn modelId="{1D1113A2-505D-4A5D-AF52-FB0215EBF752}" type="presParOf" srcId="{48917870-6082-42D9-99D7-F2CAB6332E71}" destId="{120F0A6C-723A-4ACE-BAEE-EF88A9845598}" srcOrd="1" destOrd="0" presId="urn:microsoft.com/office/officeart/2005/8/layout/hierarchy3"/>
    <dgm:cxn modelId="{60DE7681-E2F7-4F4A-A10A-95AA1C5C3C79}" type="presParOf" srcId="{48917870-6082-42D9-99D7-F2CAB6332E71}" destId="{EDDC4118-6B53-43C3-A922-C1A4F5567342}" srcOrd="2" destOrd="0" presId="urn:microsoft.com/office/officeart/2005/8/layout/hierarchy3"/>
    <dgm:cxn modelId="{CB76C9B8-82E0-4F61-9070-48F19441B37A}" type="presParOf" srcId="{48917870-6082-42D9-99D7-F2CAB6332E71}" destId="{BF120655-238D-4D82-8D57-637EAF430D67}" srcOrd="3" destOrd="0" presId="urn:microsoft.com/office/officeart/2005/8/layout/hierarchy3"/>
    <dgm:cxn modelId="{434EE612-69AF-4169-A9B3-09B5031144D8}" type="presParOf" srcId="{24C5F5E6-09B1-48D0-8A32-EB371CD86FAD}" destId="{611FE790-74A0-4DA5-AB5E-155EB09460A7}" srcOrd="2" destOrd="0" presId="urn:microsoft.com/office/officeart/2005/8/layout/hierarchy3"/>
    <dgm:cxn modelId="{3391F7A6-7B10-49CE-B84F-D07D86C6AEE7}" type="presParOf" srcId="{611FE790-74A0-4DA5-AB5E-155EB09460A7}" destId="{2E9741FD-70BF-46C2-B772-8472F1880976}" srcOrd="0" destOrd="0" presId="urn:microsoft.com/office/officeart/2005/8/layout/hierarchy3"/>
    <dgm:cxn modelId="{C687839E-F834-4070-912E-7B58303DE869}" type="presParOf" srcId="{2E9741FD-70BF-46C2-B772-8472F1880976}" destId="{C99F5E5F-BF5E-4026-A16B-97C37A9946CA}" srcOrd="0" destOrd="0" presId="urn:microsoft.com/office/officeart/2005/8/layout/hierarchy3"/>
    <dgm:cxn modelId="{59A7C48A-2A30-4036-8F20-EF56104C7CA8}" type="presParOf" srcId="{2E9741FD-70BF-46C2-B772-8472F1880976}" destId="{4128314D-7F2F-41A0-BD50-43EBCDEE8344}" srcOrd="1" destOrd="0" presId="urn:microsoft.com/office/officeart/2005/8/layout/hierarchy3"/>
    <dgm:cxn modelId="{3794D4ED-96A7-471E-B0B9-E16DC4E31ED7}" type="presParOf" srcId="{611FE790-74A0-4DA5-AB5E-155EB09460A7}" destId="{D70A1337-55AB-40A7-8872-3C93B2456948}" srcOrd="1" destOrd="0" presId="urn:microsoft.com/office/officeart/2005/8/layout/hierarchy3"/>
    <dgm:cxn modelId="{5AD914AB-F8BF-415C-8E40-F3DAA0626745}" type="presParOf" srcId="{D70A1337-55AB-40A7-8872-3C93B2456948}" destId="{B1BEC5A6-0DF5-43B1-9C5B-43B892922A9D}" srcOrd="0" destOrd="0" presId="urn:microsoft.com/office/officeart/2005/8/layout/hierarchy3"/>
    <dgm:cxn modelId="{8F357C51-B290-48B8-A626-AA65A4AFC904}" type="presParOf" srcId="{D70A1337-55AB-40A7-8872-3C93B2456948}" destId="{69793B7A-C1AA-477D-AA89-0D2346796BF9}" srcOrd="1" destOrd="0" presId="urn:microsoft.com/office/officeart/2005/8/layout/hierarchy3"/>
    <dgm:cxn modelId="{3E3CD1E9-112D-43B6-95C6-3473CA3A55C3}" type="presParOf" srcId="{D70A1337-55AB-40A7-8872-3C93B2456948}" destId="{219B75FC-00D8-4B2D-93DE-4C36CC0592A7}" srcOrd="2" destOrd="0" presId="urn:microsoft.com/office/officeart/2005/8/layout/hierarchy3"/>
    <dgm:cxn modelId="{12B6119D-CB04-4124-BFF0-080B468EE55C}" type="presParOf" srcId="{D70A1337-55AB-40A7-8872-3C93B2456948}" destId="{1DAA5D33-212B-487A-87A1-799570D40B4F}" srcOrd="3" destOrd="0" presId="urn:microsoft.com/office/officeart/2005/8/layout/hierarchy3"/>
    <dgm:cxn modelId="{5F6C1C03-215E-40E6-8817-E4024F40B806}" type="presParOf" srcId="{24C5F5E6-09B1-48D0-8A32-EB371CD86FAD}" destId="{FE492101-9DC1-42AC-8E2A-0D600602B034}" srcOrd="3" destOrd="0" presId="urn:microsoft.com/office/officeart/2005/8/layout/hierarchy3"/>
    <dgm:cxn modelId="{BD6D44E9-BF2C-4448-B0FB-47BE9E655D1C}" type="presParOf" srcId="{FE492101-9DC1-42AC-8E2A-0D600602B034}" destId="{93CA240A-55C2-4BD8-A660-A0973F0EA69A}" srcOrd="0" destOrd="0" presId="urn:microsoft.com/office/officeart/2005/8/layout/hierarchy3"/>
    <dgm:cxn modelId="{B1F37CEC-670B-4755-8B72-CD9FDBDF6D26}" type="presParOf" srcId="{93CA240A-55C2-4BD8-A660-A0973F0EA69A}" destId="{B1608136-CD12-4205-9C4C-E9B5EF7859DC}" srcOrd="0" destOrd="0" presId="urn:microsoft.com/office/officeart/2005/8/layout/hierarchy3"/>
    <dgm:cxn modelId="{A6546A81-630B-4A68-91EE-5427CACAA9C6}" type="presParOf" srcId="{93CA240A-55C2-4BD8-A660-A0973F0EA69A}" destId="{6CEB8228-4E2B-40DB-A5C2-374084F1B773}" srcOrd="1" destOrd="0" presId="urn:microsoft.com/office/officeart/2005/8/layout/hierarchy3"/>
    <dgm:cxn modelId="{102E52F9-DD7C-47BD-881B-529BF7581A39}" type="presParOf" srcId="{FE492101-9DC1-42AC-8E2A-0D600602B034}" destId="{548741CC-85D3-40EB-896D-C0481F27A142}" srcOrd="1" destOrd="0" presId="urn:microsoft.com/office/officeart/2005/8/layout/hierarchy3"/>
    <dgm:cxn modelId="{7EC96040-26B0-4968-A01B-A3C5DC9A4A0B}" type="presParOf" srcId="{548741CC-85D3-40EB-896D-C0481F27A142}" destId="{53DC30F8-DF2D-4478-8B9D-6CAE5F940816}" srcOrd="0" destOrd="0" presId="urn:microsoft.com/office/officeart/2005/8/layout/hierarchy3"/>
    <dgm:cxn modelId="{D345F41F-8A83-4C00-BB80-5B70F6000435}" type="presParOf" srcId="{548741CC-85D3-40EB-896D-C0481F27A142}" destId="{0901140C-C0A0-4BC4-85EE-50F7340E15DD}" srcOrd="1" destOrd="0" presId="urn:microsoft.com/office/officeart/2005/8/layout/hierarchy3"/>
    <dgm:cxn modelId="{CC5CAC4A-F9B8-4984-A7F3-A374AD317278}" type="presParOf" srcId="{548741CC-85D3-40EB-896D-C0481F27A142}" destId="{E64C3BA4-CE8B-42DA-880E-678575FEC123}" srcOrd="2" destOrd="0" presId="urn:microsoft.com/office/officeart/2005/8/layout/hierarchy3"/>
    <dgm:cxn modelId="{6DDAA33D-EFF8-4B01-BA63-04B7DB917C85}" type="presParOf" srcId="{548741CC-85D3-40EB-896D-C0481F27A142}" destId="{37EA4BF9-D6F0-44B7-875A-B6BCFC01C9B1}" srcOrd="3" destOrd="0" presId="urn:microsoft.com/office/officeart/2005/8/layout/hierarchy3"/>
    <dgm:cxn modelId="{8B0FC15F-BD4B-455E-A7CF-68840F077DDD}" type="presParOf" srcId="{24C5F5E6-09B1-48D0-8A32-EB371CD86FAD}" destId="{889412BE-B3A4-4A97-A1FC-B4640F20B864}" srcOrd="4" destOrd="0" presId="urn:microsoft.com/office/officeart/2005/8/layout/hierarchy3"/>
    <dgm:cxn modelId="{B9C28B79-C986-4ED1-96C1-A9DFEB02628D}" type="presParOf" srcId="{889412BE-B3A4-4A97-A1FC-B4640F20B864}" destId="{AF7BA6D0-AE3B-43D8-8209-CA2C60170EAC}" srcOrd="0" destOrd="0" presId="urn:microsoft.com/office/officeart/2005/8/layout/hierarchy3"/>
    <dgm:cxn modelId="{8107F6CD-1CEF-465F-B81A-0CFCF6C80B6B}" type="presParOf" srcId="{AF7BA6D0-AE3B-43D8-8209-CA2C60170EAC}" destId="{5BB6F730-24B6-464E-A6AE-2664728A9BEE}" srcOrd="0" destOrd="0" presId="urn:microsoft.com/office/officeart/2005/8/layout/hierarchy3"/>
    <dgm:cxn modelId="{782A2D62-0C6E-4329-96FE-C2A97F419489}" type="presParOf" srcId="{AF7BA6D0-AE3B-43D8-8209-CA2C60170EAC}" destId="{27E883C2-5D21-4A4B-88C3-0A5C7176F2DD}" srcOrd="1" destOrd="0" presId="urn:microsoft.com/office/officeart/2005/8/layout/hierarchy3"/>
    <dgm:cxn modelId="{7E1484D8-165F-41C1-B09D-71EDA84DA221}" type="presParOf" srcId="{889412BE-B3A4-4A97-A1FC-B4640F20B864}" destId="{0D523A87-546F-4ABE-90E0-24F3C5C5111E}" srcOrd="1" destOrd="0" presId="urn:microsoft.com/office/officeart/2005/8/layout/hierarchy3"/>
    <dgm:cxn modelId="{60E2B743-FB28-4FBE-8B43-2B31EDA71375}" type="presParOf" srcId="{0D523A87-546F-4ABE-90E0-24F3C5C5111E}" destId="{9B54C1E3-3966-4BA3-BCD1-868A0C5C75A3}" srcOrd="0" destOrd="0" presId="urn:microsoft.com/office/officeart/2005/8/layout/hierarchy3"/>
    <dgm:cxn modelId="{03250FAF-BF27-4483-B481-C15B348FDDC9}" type="presParOf" srcId="{0D523A87-546F-4ABE-90E0-24F3C5C5111E}" destId="{B00FBB51-BE48-4C4F-840C-2E8D26B6B436}" srcOrd="1" destOrd="0" presId="urn:microsoft.com/office/officeart/2005/8/layout/hierarchy3"/>
    <dgm:cxn modelId="{A511FC29-3C65-470F-88BF-EA554E11E8E9}" type="presParOf" srcId="{0D523A87-546F-4ABE-90E0-24F3C5C5111E}" destId="{EEADF0A0-00DC-4C71-A8DA-25101CB45C4C}" srcOrd="2" destOrd="0" presId="urn:microsoft.com/office/officeart/2005/8/layout/hierarchy3"/>
    <dgm:cxn modelId="{62390C39-9300-4559-A3B7-A6A0E150214B}" type="presParOf" srcId="{0D523A87-546F-4ABE-90E0-24F3C5C5111E}" destId="{1039B91E-2C73-4A5B-8A94-31C5DA06E571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2CD8ABD-DCBE-47B9-9D92-D84152CA990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CF2DE87-01DD-439A-99B5-8A3DD1BC08DA}">
      <dgm:prSet/>
      <dgm:spPr/>
      <dgm:t>
        <a:bodyPr/>
        <a:lstStyle/>
        <a:p>
          <a:r>
            <a:rPr lang="en-US"/>
            <a:t>Letter</a:t>
          </a:r>
        </a:p>
      </dgm:t>
    </dgm:pt>
    <dgm:pt modelId="{A3D1C1AC-4FA7-48EB-B14B-560F287E26ED}" type="parTrans" cxnId="{5CC1F15B-7567-4723-AD35-E87C0B561785}">
      <dgm:prSet/>
      <dgm:spPr/>
      <dgm:t>
        <a:bodyPr/>
        <a:lstStyle/>
        <a:p>
          <a:endParaRPr lang="en-US"/>
        </a:p>
      </dgm:t>
    </dgm:pt>
    <dgm:pt modelId="{F9DA4CED-69F5-4527-BDD9-30BD0AC0308F}" type="sibTrans" cxnId="{5CC1F15B-7567-4723-AD35-E87C0B561785}">
      <dgm:prSet/>
      <dgm:spPr/>
      <dgm:t>
        <a:bodyPr/>
        <a:lstStyle/>
        <a:p>
          <a:endParaRPr lang="en-US"/>
        </a:p>
      </dgm:t>
    </dgm:pt>
    <dgm:pt modelId="{8547984B-8AA7-4F13-A846-4066526EEDCE}">
      <dgm:prSet/>
      <dgm:spPr/>
      <dgm:t>
        <a:bodyPr/>
        <a:lstStyle/>
        <a:p>
          <a:r>
            <a:rPr lang="en-US"/>
            <a:t>Number</a:t>
          </a:r>
        </a:p>
      </dgm:t>
    </dgm:pt>
    <dgm:pt modelId="{3DDD3BAB-5A0B-4883-BCF3-84D6BE2B9F72}" type="parTrans" cxnId="{79067C86-B165-4234-8CE9-EB4CC46562AD}">
      <dgm:prSet/>
      <dgm:spPr/>
      <dgm:t>
        <a:bodyPr/>
        <a:lstStyle/>
        <a:p>
          <a:endParaRPr lang="en-US"/>
        </a:p>
      </dgm:t>
    </dgm:pt>
    <dgm:pt modelId="{6F9A9194-3A89-4181-8B65-93E052862273}" type="sibTrans" cxnId="{79067C86-B165-4234-8CE9-EB4CC46562AD}">
      <dgm:prSet/>
      <dgm:spPr/>
      <dgm:t>
        <a:bodyPr/>
        <a:lstStyle/>
        <a:p>
          <a:endParaRPr lang="en-US"/>
        </a:p>
      </dgm:t>
    </dgm:pt>
    <dgm:pt modelId="{9C2A185D-1BC2-445B-B103-ED13F35A301F}">
      <dgm:prSet/>
      <dgm:spPr/>
      <dgm:t>
        <a:bodyPr/>
        <a:lstStyle/>
        <a:p>
          <a:r>
            <a:rPr lang="en-US"/>
            <a:t>Symbol</a:t>
          </a:r>
        </a:p>
      </dgm:t>
    </dgm:pt>
    <dgm:pt modelId="{6C618728-F1FA-46B9-8EAD-0A24382C4F4C}" type="parTrans" cxnId="{2AF6BE76-2B35-4181-A2AE-22832287000C}">
      <dgm:prSet/>
      <dgm:spPr/>
      <dgm:t>
        <a:bodyPr/>
        <a:lstStyle/>
        <a:p>
          <a:endParaRPr lang="en-US"/>
        </a:p>
      </dgm:t>
    </dgm:pt>
    <dgm:pt modelId="{21CCB6CC-172A-4F1E-AC99-A6A8FD2BF791}" type="sibTrans" cxnId="{2AF6BE76-2B35-4181-A2AE-22832287000C}">
      <dgm:prSet/>
      <dgm:spPr/>
      <dgm:t>
        <a:bodyPr/>
        <a:lstStyle/>
        <a:p>
          <a:endParaRPr lang="en-US"/>
        </a:p>
      </dgm:t>
    </dgm:pt>
    <dgm:pt modelId="{E1F6963B-1A14-4AFA-AD4B-A77702BE3552}">
      <dgm:prSet/>
      <dgm:spPr/>
      <dgm:t>
        <a:bodyPr/>
        <a:lstStyle/>
        <a:p>
          <a:r>
            <a:rPr lang="en-US"/>
            <a:t>Punctuation Mark</a:t>
          </a:r>
        </a:p>
      </dgm:t>
    </dgm:pt>
    <dgm:pt modelId="{68C39110-257A-4B01-8D18-EAC9A8145BCD}" type="parTrans" cxnId="{19EA92BA-F198-46EB-BE46-4E01E6BBA83F}">
      <dgm:prSet/>
      <dgm:spPr/>
      <dgm:t>
        <a:bodyPr/>
        <a:lstStyle/>
        <a:p>
          <a:endParaRPr lang="en-US"/>
        </a:p>
      </dgm:t>
    </dgm:pt>
    <dgm:pt modelId="{7F25526A-3951-4408-828C-35D3F2C195A2}" type="sibTrans" cxnId="{19EA92BA-F198-46EB-BE46-4E01E6BBA83F}">
      <dgm:prSet/>
      <dgm:spPr/>
      <dgm:t>
        <a:bodyPr/>
        <a:lstStyle/>
        <a:p>
          <a:endParaRPr lang="en-US"/>
        </a:p>
      </dgm:t>
    </dgm:pt>
    <dgm:pt modelId="{5E947A94-E8A3-453A-A0D9-54B5FB774A25}" type="pres">
      <dgm:prSet presAssocID="{82CD8ABD-DCBE-47B9-9D92-D84152CA9901}" presName="linear" presStyleCnt="0">
        <dgm:presLayoutVars>
          <dgm:animLvl val="lvl"/>
          <dgm:resizeHandles val="exact"/>
        </dgm:presLayoutVars>
      </dgm:prSet>
      <dgm:spPr/>
    </dgm:pt>
    <dgm:pt modelId="{9C43F2A7-BF0C-42BA-B1DD-F97DCD01D0B5}" type="pres">
      <dgm:prSet presAssocID="{1CF2DE87-01DD-439A-99B5-8A3DD1BC08D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7E5E56E-6F9A-4B78-A299-9DD52A695CF0}" type="pres">
      <dgm:prSet presAssocID="{F9DA4CED-69F5-4527-BDD9-30BD0AC0308F}" presName="spacer" presStyleCnt="0"/>
      <dgm:spPr/>
    </dgm:pt>
    <dgm:pt modelId="{2246C64A-E8E6-4B15-9906-664013FC95A2}" type="pres">
      <dgm:prSet presAssocID="{8547984B-8AA7-4F13-A846-4066526EEDC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FB7EC78-4F65-41B0-B7CA-7C85F9B91057}" type="pres">
      <dgm:prSet presAssocID="{6F9A9194-3A89-4181-8B65-93E052862273}" presName="spacer" presStyleCnt="0"/>
      <dgm:spPr/>
    </dgm:pt>
    <dgm:pt modelId="{9057356B-C20C-45AF-A324-C2484ADD0DF0}" type="pres">
      <dgm:prSet presAssocID="{9C2A185D-1BC2-445B-B103-ED13F35A301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192C6FC-2FDF-46BB-993D-766DD7B08A67}" type="pres">
      <dgm:prSet presAssocID="{21CCB6CC-172A-4F1E-AC99-A6A8FD2BF791}" presName="spacer" presStyleCnt="0"/>
      <dgm:spPr/>
    </dgm:pt>
    <dgm:pt modelId="{5CD5A120-48EA-479A-8DC8-106C1F5EA4D0}" type="pres">
      <dgm:prSet presAssocID="{E1F6963B-1A14-4AFA-AD4B-A77702BE355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AD87D05-A354-43E4-BCC4-D428335C7185}" type="presOf" srcId="{9C2A185D-1BC2-445B-B103-ED13F35A301F}" destId="{9057356B-C20C-45AF-A324-C2484ADD0DF0}" srcOrd="0" destOrd="0" presId="urn:microsoft.com/office/officeart/2005/8/layout/vList2"/>
    <dgm:cxn modelId="{5CC1F15B-7567-4723-AD35-E87C0B561785}" srcId="{82CD8ABD-DCBE-47B9-9D92-D84152CA9901}" destId="{1CF2DE87-01DD-439A-99B5-8A3DD1BC08DA}" srcOrd="0" destOrd="0" parTransId="{A3D1C1AC-4FA7-48EB-B14B-560F287E26ED}" sibTransId="{F9DA4CED-69F5-4527-BDD9-30BD0AC0308F}"/>
    <dgm:cxn modelId="{DBD35B46-8240-4F24-AA79-B01532D1E016}" type="presOf" srcId="{E1F6963B-1A14-4AFA-AD4B-A77702BE3552}" destId="{5CD5A120-48EA-479A-8DC8-106C1F5EA4D0}" srcOrd="0" destOrd="0" presId="urn:microsoft.com/office/officeart/2005/8/layout/vList2"/>
    <dgm:cxn modelId="{2AF6BE76-2B35-4181-A2AE-22832287000C}" srcId="{82CD8ABD-DCBE-47B9-9D92-D84152CA9901}" destId="{9C2A185D-1BC2-445B-B103-ED13F35A301F}" srcOrd="2" destOrd="0" parTransId="{6C618728-F1FA-46B9-8EAD-0A24382C4F4C}" sibTransId="{21CCB6CC-172A-4F1E-AC99-A6A8FD2BF791}"/>
    <dgm:cxn modelId="{1B78B07C-A532-40B6-A5DE-C00F6545ED57}" type="presOf" srcId="{1CF2DE87-01DD-439A-99B5-8A3DD1BC08DA}" destId="{9C43F2A7-BF0C-42BA-B1DD-F97DCD01D0B5}" srcOrd="0" destOrd="0" presId="urn:microsoft.com/office/officeart/2005/8/layout/vList2"/>
    <dgm:cxn modelId="{C5E1297F-6388-496C-85B0-84B70F7AC612}" type="presOf" srcId="{8547984B-8AA7-4F13-A846-4066526EEDCE}" destId="{2246C64A-E8E6-4B15-9906-664013FC95A2}" srcOrd="0" destOrd="0" presId="urn:microsoft.com/office/officeart/2005/8/layout/vList2"/>
    <dgm:cxn modelId="{79067C86-B165-4234-8CE9-EB4CC46562AD}" srcId="{82CD8ABD-DCBE-47B9-9D92-D84152CA9901}" destId="{8547984B-8AA7-4F13-A846-4066526EEDCE}" srcOrd="1" destOrd="0" parTransId="{3DDD3BAB-5A0B-4883-BCF3-84D6BE2B9F72}" sibTransId="{6F9A9194-3A89-4181-8B65-93E052862273}"/>
    <dgm:cxn modelId="{6F2B31A6-440C-4445-8711-25BD220B83B3}" type="presOf" srcId="{82CD8ABD-DCBE-47B9-9D92-D84152CA9901}" destId="{5E947A94-E8A3-453A-A0D9-54B5FB774A25}" srcOrd="0" destOrd="0" presId="urn:microsoft.com/office/officeart/2005/8/layout/vList2"/>
    <dgm:cxn modelId="{19EA92BA-F198-46EB-BE46-4E01E6BBA83F}" srcId="{82CD8ABD-DCBE-47B9-9D92-D84152CA9901}" destId="{E1F6963B-1A14-4AFA-AD4B-A77702BE3552}" srcOrd="3" destOrd="0" parTransId="{68C39110-257A-4B01-8D18-EAC9A8145BCD}" sibTransId="{7F25526A-3951-4408-828C-35D3F2C195A2}"/>
    <dgm:cxn modelId="{1978F07D-6721-4BA0-BA8A-EA23EF4E7C6E}" type="presParOf" srcId="{5E947A94-E8A3-453A-A0D9-54B5FB774A25}" destId="{9C43F2A7-BF0C-42BA-B1DD-F97DCD01D0B5}" srcOrd="0" destOrd="0" presId="urn:microsoft.com/office/officeart/2005/8/layout/vList2"/>
    <dgm:cxn modelId="{E04E838D-7C23-4E7F-B8C4-4ACC36B51164}" type="presParOf" srcId="{5E947A94-E8A3-453A-A0D9-54B5FB774A25}" destId="{87E5E56E-6F9A-4B78-A299-9DD52A695CF0}" srcOrd="1" destOrd="0" presId="urn:microsoft.com/office/officeart/2005/8/layout/vList2"/>
    <dgm:cxn modelId="{5DE66244-4190-469E-B5DF-AA3C69A19911}" type="presParOf" srcId="{5E947A94-E8A3-453A-A0D9-54B5FB774A25}" destId="{2246C64A-E8E6-4B15-9906-664013FC95A2}" srcOrd="2" destOrd="0" presId="urn:microsoft.com/office/officeart/2005/8/layout/vList2"/>
    <dgm:cxn modelId="{244DB429-5907-4B39-B1BF-4540906CE934}" type="presParOf" srcId="{5E947A94-E8A3-453A-A0D9-54B5FB774A25}" destId="{CFB7EC78-4F65-41B0-B7CA-7C85F9B91057}" srcOrd="3" destOrd="0" presId="urn:microsoft.com/office/officeart/2005/8/layout/vList2"/>
    <dgm:cxn modelId="{66F86663-C80C-4B6D-B3E6-DBFAF6583EFE}" type="presParOf" srcId="{5E947A94-E8A3-453A-A0D9-54B5FB774A25}" destId="{9057356B-C20C-45AF-A324-C2484ADD0DF0}" srcOrd="4" destOrd="0" presId="urn:microsoft.com/office/officeart/2005/8/layout/vList2"/>
    <dgm:cxn modelId="{6001A71D-548A-41B9-8E84-CE0E4B6F7854}" type="presParOf" srcId="{5E947A94-E8A3-453A-A0D9-54B5FB774A25}" destId="{3192C6FC-2FDF-46BB-993D-766DD7B08A67}" srcOrd="5" destOrd="0" presId="urn:microsoft.com/office/officeart/2005/8/layout/vList2"/>
    <dgm:cxn modelId="{D8FA4636-4816-4E03-B6D8-CE39C645A3ED}" type="presParOf" srcId="{5E947A94-E8A3-453A-A0D9-54B5FB774A25}" destId="{5CD5A120-48EA-479A-8DC8-106C1F5EA4D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2CD8ABD-DCBE-47B9-9D92-D84152CA990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F2DE87-01DD-439A-99B5-8A3DD1BC08DA}">
      <dgm:prSet/>
      <dgm:spPr/>
      <dgm:t>
        <a:bodyPr/>
        <a:lstStyle/>
        <a:p>
          <a:r>
            <a:rPr lang="en-US" dirty="0"/>
            <a:t>A</a:t>
          </a:r>
        </a:p>
      </dgm:t>
    </dgm:pt>
    <dgm:pt modelId="{A3D1C1AC-4FA7-48EB-B14B-560F287E26ED}" type="parTrans" cxnId="{5CC1F15B-7567-4723-AD35-E87C0B561785}">
      <dgm:prSet/>
      <dgm:spPr/>
      <dgm:t>
        <a:bodyPr/>
        <a:lstStyle/>
        <a:p>
          <a:endParaRPr lang="en-US"/>
        </a:p>
      </dgm:t>
    </dgm:pt>
    <dgm:pt modelId="{F9DA4CED-69F5-4527-BDD9-30BD0AC0308F}" type="sibTrans" cxnId="{5CC1F15B-7567-4723-AD35-E87C0B561785}">
      <dgm:prSet/>
      <dgm:spPr/>
      <dgm:t>
        <a:bodyPr/>
        <a:lstStyle/>
        <a:p>
          <a:endParaRPr lang="en-US"/>
        </a:p>
      </dgm:t>
    </dgm:pt>
    <dgm:pt modelId="{8547984B-8AA7-4F13-A846-4066526EEDCE}">
      <dgm:prSet/>
      <dgm:spPr/>
      <dgm:t>
        <a:bodyPr/>
        <a:lstStyle/>
        <a:p>
          <a:r>
            <a:rPr lang="en-US" dirty="0"/>
            <a:t>1</a:t>
          </a:r>
        </a:p>
      </dgm:t>
    </dgm:pt>
    <dgm:pt modelId="{3DDD3BAB-5A0B-4883-BCF3-84D6BE2B9F72}" type="parTrans" cxnId="{79067C86-B165-4234-8CE9-EB4CC46562AD}">
      <dgm:prSet/>
      <dgm:spPr/>
      <dgm:t>
        <a:bodyPr/>
        <a:lstStyle/>
        <a:p>
          <a:endParaRPr lang="en-US"/>
        </a:p>
      </dgm:t>
    </dgm:pt>
    <dgm:pt modelId="{6F9A9194-3A89-4181-8B65-93E052862273}" type="sibTrans" cxnId="{79067C86-B165-4234-8CE9-EB4CC46562AD}">
      <dgm:prSet/>
      <dgm:spPr/>
      <dgm:t>
        <a:bodyPr/>
        <a:lstStyle/>
        <a:p>
          <a:endParaRPr lang="en-US"/>
        </a:p>
      </dgm:t>
    </dgm:pt>
    <dgm:pt modelId="{9C2A185D-1BC2-445B-B103-ED13F35A301F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©</a:t>
          </a:r>
          <a:endParaRPr lang="en-US" dirty="0"/>
        </a:p>
      </dgm:t>
    </dgm:pt>
    <dgm:pt modelId="{6C618728-F1FA-46B9-8EAD-0A24382C4F4C}" type="parTrans" cxnId="{2AF6BE76-2B35-4181-A2AE-22832287000C}">
      <dgm:prSet/>
      <dgm:spPr/>
      <dgm:t>
        <a:bodyPr/>
        <a:lstStyle/>
        <a:p>
          <a:endParaRPr lang="en-US"/>
        </a:p>
      </dgm:t>
    </dgm:pt>
    <dgm:pt modelId="{21CCB6CC-172A-4F1E-AC99-A6A8FD2BF791}" type="sibTrans" cxnId="{2AF6BE76-2B35-4181-A2AE-22832287000C}">
      <dgm:prSet/>
      <dgm:spPr/>
      <dgm:t>
        <a:bodyPr/>
        <a:lstStyle/>
        <a:p>
          <a:endParaRPr lang="en-US"/>
        </a:p>
      </dgm:t>
    </dgm:pt>
    <dgm:pt modelId="{E1F6963B-1A14-4AFA-AD4B-A77702BE3552}">
      <dgm:prSet/>
      <dgm:spPr/>
      <dgm:t>
        <a:bodyPr/>
        <a:lstStyle/>
        <a:p>
          <a:r>
            <a:rPr lang="en-US" dirty="0"/>
            <a:t>.</a:t>
          </a:r>
        </a:p>
      </dgm:t>
    </dgm:pt>
    <dgm:pt modelId="{68C39110-257A-4B01-8D18-EAC9A8145BCD}" type="parTrans" cxnId="{19EA92BA-F198-46EB-BE46-4E01E6BBA83F}">
      <dgm:prSet/>
      <dgm:spPr/>
      <dgm:t>
        <a:bodyPr/>
        <a:lstStyle/>
        <a:p>
          <a:endParaRPr lang="en-US"/>
        </a:p>
      </dgm:t>
    </dgm:pt>
    <dgm:pt modelId="{7F25526A-3951-4408-828C-35D3F2C195A2}" type="sibTrans" cxnId="{19EA92BA-F198-46EB-BE46-4E01E6BBA83F}">
      <dgm:prSet/>
      <dgm:spPr/>
      <dgm:t>
        <a:bodyPr/>
        <a:lstStyle/>
        <a:p>
          <a:endParaRPr lang="en-US"/>
        </a:p>
      </dgm:t>
    </dgm:pt>
    <dgm:pt modelId="{5E947A94-E8A3-453A-A0D9-54B5FB774A25}" type="pres">
      <dgm:prSet presAssocID="{82CD8ABD-DCBE-47B9-9D92-D84152CA9901}" presName="linear" presStyleCnt="0">
        <dgm:presLayoutVars>
          <dgm:animLvl val="lvl"/>
          <dgm:resizeHandles val="exact"/>
        </dgm:presLayoutVars>
      </dgm:prSet>
      <dgm:spPr/>
    </dgm:pt>
    <dgm:pt modelId="{9C43F2A7-BF0C-42BA-B1DD-F97DCD01D0B5}" type="pres">
      <dgm:prSet presAssocID="{1CF2DE87-01DD-439A-99B5-8A3DD1BC08DA}" presName="parentText" presStyleLbl="node1" presStyleIdx="0" presStyleCnt="4" custLinFactNeighborX="72512" custLinFactNeighborY="-53658">
        <dgm:presLayoutVars>
          <dgm:chMax val="0"/>
          <dgm:bulletEnabled val="1"/>
        </dgm:presLayoutVars>
      </dgm:prSet>
      <dgm:spPr/>
    </dgm:pt>
    <dgm:pt modelId="{87E5E56E-6F9A-4B78-A299-9DD52A695CF0}" type="pres">
      <dgm:prSet presAssocID="{F9DA4CED-69F5-4527-BDD9-30BD0AC0308F}" presName="spacer" presStyleCnt="0"/>
      <dgm:spPr/>
    </dgm:pt>
    <dgm:pt modelId="{2246C64A-E8E6-4B15-9906-664013FC95A2}" type="pres">
      <dgm:prSet presAssocID="{8547984B-8AA7-4F13-A846-4066526EEDC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FB7EC78-4F65-41B0-B7CA-7C85F9B91057}" type="pres">
      <dgm:prSet presAssocID="{6F9A9194-3A89-4181-8B65-93E052862273}" presName="spacer" presStyleCnt="0"/>
      <dgm:spPr/>
    </dgm:pt>
    <dgm:pt modelId="{9057356B-C20C-45AF-A324-C2484ADD0DF0}" type="pres">
      <dgm:prSet presAssocID="{9C2A185D-1BC2-445B-B103-ED13F35A301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192C6FC-2FDF-46BB-993D-766DD7B08A67}" type="pres">
      <dgm:prSet presAssocID="{21CCB6CC-172A-4F1E-AC99-A6A8FD2BF791}" presName="spacer" presStyleCnt="0"/>
      <dgm:spPr/>
    </dgm:pt>
    <dgm:pt modelId="{5CD5A120-48EA-479A-8DC8-106C1F5EA4D0}" type="pres">
      <dgm:prSet presAssocID="{E1F6963B-1A14-4AFA-AD4B-A77702BE355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AD87D05-A354-43E4-BCC4-D428335C7185}" type="presOf" srcId="{9C2A185D-1BC2-445B-B103-ED13F35A301F}" destId="{9057356B-C20C-45AF-A324-C2484ADD0DF0}" srcOrd="0" destOrd="0" presId="urn:microsoft.com/office/officeart/2005/8/layout/vList2"/>
    <dgm:cxn modelId="{5CC1F15B-7567-4723-AD35-E87C0B561785}" srcId="{82CD8ABD-DCBE-47B9-9D92-D84152CA9901}" destId="{1CF2DE87-01DD-439A-99B5-8A3DD1BC08DA}" srcOrd="0" destOrd="0" parTransId="{A3D1C1AC-4FA7-48EB-B14B-560F287E26ED}" sibTransId="{F9DA4CED-69F5-4527-BDD9-30BD0AC0308F}"/>
    <dgm:cxn modelId="{DBD35B46-8240-4F24-AA79-B01532D1E016}" type="presOf" srcId="{E1F6963B-1A14-4AFA-AD4B-A77702BE3552}" destId="{5CD5A120-48EA-479A-8DC8-106C1F5EA4D0}" srcOrd="0" destOrd="0" presId="urn:microsoft.com/office/officeart/2005/8/layout/vList2"/>
    <dgm:cxn modelId="{2AF6BE76-2B35-4181-A2AE-22832287000C}" srcId="{82CD8ABD-DCBE-47B9-9D92-D84152CA9901}" destId="{9C2A185D-1BC2-445B-B103-ED13F35A301F}" srcOrd="2" destOrd="0" parTransId="{6C618728-F1FA-46B9-8EAD-0A24382C4F4C}" sibTransId="{21CCB6CC-172A-4F1E-AC99-A6A8FD2BF791}"/>
    <dgm:cxn modelId="{1B78B07C-A532-40B6-A5DE-C00F6545ED57}" type="presOf" srcId="{1CF2DE87-01DD-439A-99B5-8A3DD1BC08DA}" destId="{9C43F2A7-BF0C-42BA-B1DD-F97DCD01D0B5}" srcOrd="0" destOrd="0" presId="urn:microsoft.com/office/officeart/2005/8/layout/vList2"/>
    <dgm:cxn modelId="{C5E1297F-6388-496C-85B0-84B70F7AC612}" type="presOf" srcId="{8547984B-8AA7-4F13-A846-4066526EEDCE}" destId="{2246C64A-E8E6-4B15-9906-664013FC95A2}" srcOrd="0" destOrd="0" presId="urn:microsoft.com/office/officeart/2005/8/layout/vList2"/>
    <dgm:cxn modelId="{79067C86-B165-4234-8CE9-EB4CC46562AD}" srcId="{82CD8ABD-DCBE-47B9-9D92-D84152CA9901}" destId="{8547984B-8AA7-4F13-A846-4066526EEDCE}" srcOrd="1" destOrd="0" parTransId="{3DDD3BAB-5A0B-4883-BCF3-84D6BE2B9F72}" sibTransId="{6F9A9194-3A89-4181-8B65-93E052862273}"/>
    <dgm:cxn modelId="{6F2B31A6-440C-4445-8711-25BD220B83B3}" type="presOf" srcId="{82CD8ABD-DCBE-47B9-9D92-D84152CA9901}" destId="{5E947A94-E8A3-453A-A0D9-54B5FB774A25}" srcOrd="0" destOrd="0" presId="urn:microsoft.com/office/officeart/2005/8/layout/vList2"/>
    <dgm:cxn modelId="{19EA92BA-F198-46EB-BE46-4E01E6BBA83F}" srcId="{82CD8ABD-DCBE-47B9-9D92-D84152CA9901}" destId="{E1F6963B-1A14-4AFA-AD4B-A77702BE3552}" srcOrd="3" destOrd="0" parTransId="{68C39110-257A-4B01-8D18-EAC9A8145BCD}" sibTransId="{7F25526A-3951-4408-828C-35D3F2C195A2}"/>
    <dgm:cxn modelId="{1978F07D-6721-4BA0-BA8A-EA23EF4E7C6E}" type="presParOf" srcId="{5E947A94-E8A3-453A-A0D9-54B5FB774A25}" destId="{9C43F2A7-BF0C-42BA-B1DD-F97DCD01D0B5}" srcOrd="0" destOrd="0" presId="urn:microsoft.com/office/officeart/2005/8/layout/vList2"/>
    <dgm:cxn modelId="{E04E838D-7C23-4E7F-B8C4-4ACC36B51164}" type="presParOf" srcId="{5E947A94-E8A3-453A-A0D9-54B5FB774A25}" destId="{87E5E56E-6F9A-4B78-A299-9DD52A695CF0}" srcOrd="1" destOrd="0" presId="urn:microsoft.com/office/officeart/2005/8/layout/vList2"/>
    <dgm:cxn modelId="{5DE66244-4190-469E-B5DF-AA3C69A19911}" type="presParOf" srcId="{5E947A94-E8A3-453A-A0D9-54B5FB774A25}" destId="{2246C64A-E8E6-4B15-9906-664013FC95A2}" srcOrd="2" destOrd="0" presId="urn:microsoft.com/office/officeart/2005/8/layout/vList2"/>
    <dgm:cxn modelId="{244DB429-5907-4B39-B1BF-4540906CE934}" type="presParOf" srcId="{5E947A94-E8A3-453A-A0D9-54B5FB774A25}" destId="{CFB7EC78-4F65-41B0-B7CA-7C85F9B91057}" srcOrd="3" destOrd="0" presId="urn:microsoft.com/office/officeart/2005/8/layout/vList2"/>
    <dgm:cxn modelId="{66F86663-C80C-4B6D-B3E6-DBFAF6583EFE}" type="presParOf" srcId="{5E947A94-E8A3-453A-A0D9-54B5FB774A25}" destId="{9057356B-C20C-45AF-A324-C2484ADD0DF0}" srcOrd="4" destOrd="0" presId="urn:microsoft.com/office/officeart/2005/8/layout/vList2"/>
    <dgm:cxn modelId="{6001A71D-548A-41B9-8E84-CE0E4B6F7854}" type="presParOf" srcId="{5E947A94-E8A3-453A-A0D9-54B5FB774A25}" destId="{3192C6FC-2FDF-46BB-993D-766DD7B08A67}" srcOrd="5" destOrd="0" presId="urn:microsoft.com/office/officeart/2005/8/layout/vList2"/>
    <dgm:cxn modelId="{D8FA4636-4816-4E03-B6D8-CE39C645A3ED}" type="presParOf" srcId="{5E947A94-E8A3-453A-A0D9-54B5FB774A25}" destId="{5CD5A120-48EA-479A-8DC8-106C1F5EA4D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D7C315D-0BE6-4656-A63A-0A4113F9AAA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086518C1-763A-4C43-A89D-282076011D32}">
      <dgm:prSet/>
      <dgm:spPr/>
      <dgm:t>
        <a:bodyPr/>
        <a:lstStyle/>
        <a:p>
          <a:r>
            <a:rPr lang="en-US"/>
            <a:t>Sequence of Characters</a:t>
          </a:r>
        </a:p>
      </dgm:t>
    </dgm:pt>
    <dgm:pt modelId="{D466A8C3-F8D1-4958-AF4B-5C6652221ACE}" type="parTrans" cxnId="{2BB2F3ED-A48E-475D-9E8F-B6A7ADBE104D}">
      <dgm:prSet/>
      <dgm:spPr/>
      <dgm:t>
        <a:bodyPr/>
        <a:lstStyle/>
        <a:p>
          <a:endParaRPr lang="en-US"/>
        </a:p>
      </dgm:t>
    </dgm:pt>
    <dgm:pt modelId="{12E20C19-ACA1-43D0-8747-A0480867ED15}" type="sibTrans" cxnId="{2BB2F3ED-A48E-475D-9E8F-B6A7ADBE104D}">
      <dgm:prSet/>
      <dgm:spPr/>
      <dgm:t>
        <a:bodyPr/>
        <a:lstStyle/>
        <a:p>
          <a:endParaRPr lang="en-US"/>
        </a:p>
      </dgm:t>
    </dgm:pt>
    <dgm:pt modelId="{DE8BB6B6-44F5-4BC7-BB03-C9D5C40C3B0F}">
      <dgm:prSet/>
      <dgm:spPr/>
      <dgm:t>
        <a:bodyPr/>
        <a:lstStyle/>
        <a:p>
          <a:r>
            <a:rPr lang="en-US"/>
            <a:t>Text</a:t>
          </a:r>
        </a:p>
      </dgm:t>
    </dgm:pt>
    <dgm:pt modelId="{5188F5B3-7FD3-4EC0-8C5C-86229FD2D055}" type="parTrans" cxnId="{9F06E1FD-12D5-4D3B-BD68-14AAE89E6C2F}">
      <dgm:prSet/>
      <dgm:spPr/>
      <dgm:t>
        <a:bodyPr/>
        <a:lstStyle/>
        <a:p>
          <a:endParaRPr lang="en-US"/>
        </a:p>
      </dgm:t>
    </dgm:pt>
    <dgm:pt modelId="{578EBF03-D550-4D9A-A4ED-79EACCFE2314}" type="sibTrans" cxnId="{9F06E1FD-12D5-4D3B-BD68-14AAE89E6C2F}">
      <dgm:prSet/>
      <dgm:spPr/>
      <dgm:t>
        <a:bodyPr/>
        <a:lstStyle/>
        <a:p>
          <a:endParaRPr lang="en-US"/>
        </a:p>
      </dgm:t>
    </dgm:pt>
    <dgm:pt modelId="{16C3EA16-25CE-41BA-B93A-BD5A57B061F1}">
      <dgm:prSet/>
      <dgm:spPr/>
      <dgm:t>
        <a:bodyPr/>
        <a:lstStyle/>
        <a:p>
          <a:r>
            <a:rPr lang="en-US"/>
            <a:t>“Hello World”</a:t>
          </a:r>
        </a:p>
      </dgm:t>
    </dgm:pt>
    <dgm:pt modelId="{128B67B2-F489-4B00-9606-C76935408726}" type="parTrans" cxnId="{0114134D-8BEB-4B1C-A0E3-B2F00446C812}">
      <dgm:prSet/>
      <dgm:spPr/>
      <dgm:t>
        <a:bodyPr/>
        <a:lstStyle/>
        <a:p>
          <a:endParaRPr lang="en-US"/>
        </a:p>
      </dgm:t>
    </dgm:pt>
    <dgm:pt modelId="{23DA1BF2-4F68-4EA1-8778-853E089A3A50}" type="sibTrans" cxnId="{0114134D-8BEB-4B1C-A0E3-B2F00446C812}">
      <dgm:prSet/>
      <dgm:spPr/>
      <dgm:t>
        <a:bodyPr/>
        <a:lstStyle/>
        <a:p>
          <a:endParaRPr lang="en-US"/>
        </a:p>
      </dgm:t>
    </dgm:pt>
    <dgm:pt modelId="{17BC4183-117B-493B-9494-DC18128C198F}" type="pres">
      <dgm:prSet presAssocID="{3D7C315D-0BE6-4656-A63A-0A4113F9AAA1}" presName="linear" presStyleCnt="0">
        <dgm:presLayoutVars>
          <dgm:animLvl val="lvl"/>
          <dgm:resizeHandles val="exact"/>
        </dgm:presLayoutVars>
      </dgm:prSet>
      <dgm:spPr/>
    </dgm:pt>
    <dgm:pt modelId="{264F5734-1D4E-4055-84BB-E8D8794F743F}" type="pres">
      <dgm:prSet presAssocID="{086518C1-763A-4C43-A89D-282076011D3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1A6A6A1-5B6A-4C2B-8E9B-6669A16CC3E1}" type="pres">
      <dgm:prSet presAssocID="{12E20C19-ACA1-43D0-8747-A0480867ED15}" presName="spacer" presStyleCnt="0"/>
      <dgm:spPr/>
    </dgm:pt>
    <dgm:pt modelId="{69469DC1-1127-4A9A-A88E-443C8F794AF1}" type="pres">
      <dgm:prSet presAssocID="{DE8BB6B6-44F5-4BC7-BB03-C9D5C40C3B0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7FA9067-A5B2-4846-B777-0C320F4F4EB6}" type="pres">
      <dgm:prSet presAssocID="{578EBF03-D550-4D9A-A4ED-79EACCFE2314}" presName="spacer" presStyleCnt="0"/>
      <dgm:spPr/>
    </dgm:pt>
    <dgm:pt modelId="{AAA737FF-23C2-4D76-8EDF-B86AB31F8AA9}" type="pres">
      <dgm:prSet presAssocID="{16C3EA16-25CE-41BA-B93A-BD5A57B061F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114134D-8BEB-4B1C-A0E3-B2F00446C812}" srcId="{3D7C315D-0BE6-4656-A63A-0A4113F9AAA1}" destId="{16C3EA16-25CE-41BA-B93A-BD5A57B061F1}" srcOrd="2" destOrd="0" parTransId="{128B67B2-F489-4B00-9606-C76935408726}" sibTransId="{23DA1BF2-4F68-4EA1-8778-853E089A3A50}"/>
    <dgm:cxn modelId="{314D9B59-86D8-47A3-BF44-D24D05C32A49}" type="presOf" srcId="{086518C1-763A-4C43-A89D-282076011D32}" destId="{264F5734-1D4E-4055-84BB-E8D8794F743F}" srcOrd="0" destOrd="0" presId="urn:microsoft.com/office/officeart/2005/8/layout/vList2"/>
    <dgm:cxn modelId="{9F5CEED7-7A27-490C-AD82-895E7A11F9E1}" type="presOf" srcId="{16C3EA16-25CE-41BA-B93A-BD5A57B061F1}" destId="{AAA737FF-23C2-4D76-8EDF-B86AB31F8AA9}" srcOrd="0" destOrd="0" presId="urn:microsoft.com/office/officeart/2005/8/layout/vList2"/>
    <dgm:cxn modelId="{D6C1CFDB-96A7-46E6-8E46-954EE9BAED63}" type="presOf" srcId="{DE8BB6B6-44F5-4BC7-BB03-C9D5C40C3B0F}" destId="{69469DC1-1127-4A9A-A88E-443C8F794AF1}" srcOrd="0" destOrd="0" presId="urn:microsoft.com/office/officeart/2005/8/layout/vList2"/>
    <dgm:cxn modelId="{2BB2F3ED-A48E-475D-9E8F-B6A7ADBE104D}" srcId="{3D7C315D-0BE6-4656-A63A-0A4113F9AAA1}" destId="{086518C1-763A-4C43-A89D-282076011D32}" srcOrd="0" destOrd="0" parTransId="{D466A8C3-F8D1-4958-AF4B-5C6652221ACE}" sibTransId="{12E20C19-ACA1-43D0-8747-A0480867ED15}"/>
    <dgm:cxn modelId="{11555FF5-1BE9-43E7-8268-A3780A6A0848}" type="presOf" srcId="{3D7C315D-0BE6-4656-A63A-0A4113F9AAA1}" destId="{17BC4183-117B-493B-9494-DC18128C198F}" srcOrd="0" destOrd="0" presId="urn:microsoft.com/office/officeart/2005/8/layout/vList2"/>
    <dgm:cxn modelId="{9F06E1FD-12D5-4D3B-BD68-14AAE89E6C2F}" srcId="{3D7C315D-0BE6-4656-A63A-0A4113F9AAA1}" destId="{DE8BB6B6-44F5-4BC7-BB03-C9D5C40C3B0F}" srcOrd="1" destOrd="0" parTransId="{5188F5B3-7FD3-4EC0-8C5C-86229FD2D055}" sibTransId="{578EBF03-D550-4D9A-A4ED-79EACCFE2314}"/>
    <dgm:cxn modelId="{301D6E0F-6D43-4378-968C-02339B248919}" type="presParOf" srcId="{17BC4183-117B-493B-9494-DC18128C198F}" destId="{264F5734-1D4E-4055-84BB-E8D8794F743F}" srcOrd="0" destOrd="0" presId="urn:microsoft.com/office/officeart/2005/8/layout/vList2"/>
    <dgm:cxn modelId="{7C614F9C-C921-4C24-88EF-B38BF83E7EA7}" type="presParOf" srcId="{17BC4183-117B-493B-9494-DC18128C198F}" destId="{81A6A6A1-5B6A-4C2B-8E9B-6669A16CC3E1}" srcOrd="1" destOrd="0" presId="urn:microsoft.com/office/officeart/2005/8/layout/vList2"/>
    <dgm:cxn modelId="{D678328A-63D4-4790-8C6F-DDE7703F2210}" type="presParOf" srcId="{17BC4183-117B-493B-9494-DC18128C198F}" destId="{69469DC1-1127-4A9A-A88E-443C8F794AF1}" srcOrd="2" destOrd="0" presId="urn:microsoft.com/office/officeart/2005/8/layout/vList2"/>
    <dgm:cxn modelId="{8589FFEE-C74A-400C-ABD2-896105FDA035}" type="presParOf" srcId="{17BC4183-117B-493B-9494-DC18128C198F}" destId="{C7FA9067-A5B2-4846-B777-0C320F4F4EB6}" srcOrd="3" destOrd="0" presId="urn:microsoft.com/office/officeart/2005/8/layout/vList2"/>
    <dgm:cxn modelId="{179812A1-67AD-462C-8B81-715B4B671DBA}" type="presParOf" srcId="{17BC4183-117B-493B-9494-DC18128C198F}" destId="{AAA737FF-23C2-4D76-8EDF-B86AB31F8AA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E59623C-CEA2-4A3C-AC1D-5D5431DA28E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CFBE0E6-EE70-47F5-8131-6EB462093BF7}">
      <dgm:prSet/>
      <dgm:spPr/>
      <dgm:t>
        <a:bodyPr/>
        <a:lstStyle/>
        <a:p>
          <a:r>
            <a:rPr lang="en-US"/>
            <a:t>Represent whole numbers</a:t>
          </a:r>
        </a:p>
      </dgm:t>
    </dgm:pt>
    <dgm:pt modelId="{C169D24D-30AE-48FD-B5A7-934C2DFD17E9}" type="parTrans" cxnId="{99EC6C12-686C-46D0-B339-A5DE666B731F}">
      <dgm:prSet/>
      <dgm:spPr/>
      <dgm:t>
        <a:bodyPr/>
        <a:lstStyle/>
        <a:p>
          <a:endParaRPr lang="en-US"/>
        </a:p>
      </dgm:t>
    </dgm:pt>
    <dgm:pt modelId="{8E01DBD0-24CF-4DD5-BA38-75150BC3CE4B}" type="sibTrans" cxnId="{99EC6C12-686C-46D0-B339-A5DE666B731F}">
      <dgm:prSet/>
      <dgm:spPr/>
      <dgm:t>
        <a:bodyPr/>
        <a:lstStyle/>
        <a:p>
          <a:endParaRPr lang="en-US"/>
        </a:p>
      </dgm:t>
    </dgm:pt>
    <dgm:pt modelId="{5EFB1F32-249F-4A81-B87C-5A87FA3BF0AE}">
      <dgm:prSet/>
      <dgm:spPr/>
      <dgm:t>
        <a:bodyPr/>
        <a:lstStyle/>
        <a:p>
          <a:r>
            <a:rPr lang="en-US"/>
            <a:t>They can positive, negative, or zero</a:t>
          </a:r>
        </a:p>
      </dgm:t>
    </dgm:pt>
    <dgm:pt modelId="{C70ACD36-5864-44B2-943F-C2FB8B9A4C30}" type="parTrans" cxnId="{5B8C1D8A-47B1-49AD-96DE-953BEF15D18E}">
      <dgm:prSet/>
      <dgm:spPr/>
      <dgm:t>
        <a:bodyPr/>
        <a:lstStyle/>
        <a:p>
          <a:endParaRPr lang="en-US"/>
        </a:p>
      </dgm:t>
    </dgm:pt>
    <dgm:pt modelId="{6875FB77-702E-4C39-A5D2-DBC123054695}" type="sibTrans" cxnId="{5B8C1D8A-47B1-49AD-96DE-953BEF15D18E}">
      <dgm:prSet/>
      <dgm:spPr/>
      <dgm:t>
        <a:bodyPr/>
        <a:lstStyle/>
        <a:p>
          <a:endParaRPr lang="en-US"/>
        </a:p>
      </dgm:t>
    </dgm:pt>
    <dgm:pt modelId="{2C7E82F0-0A4F-42E8-BAB0-F334E85A8A66}">
      <dgm:prSet/>
      <dgm:spPr/>
      <dgm:t>
        <a:bodyPr/>
        <a:lstStyle/>
        <a:p>
          <a:r>
            <a:rPr lang="en-US"/>
            <a:t>Example -5, 0, 42, 1024</a:t>
          </a:r>
        </a:p>
      </dgm:t>
    </dgm:pt>
    <dgm:pt modelId="{A29F68EA-86CC-4C28-A9E8-CD4EF68A4474}" type="parTrans" cxnId="{5A8FEAA4-98EF-4061-AA1C-89669FE1F73A}">
      <dgm:prSet/>
      <dgm:spPr/>
      <dgm:t>
        <a:bodyPr/>
        <a:lstStyle/>
        <a:p>
          <a:endParaRPr lang="en-US"/>
        </a:p>
      </dgm:t>
    </dgm:pt>
    <dgm:pt modelId="{B0581BCC-4927-4AC2-984D-25889376BFCE}" type="sibTrans" cxnId="{5A8FEAA4-98EF-4061-AA1C-89669FE1F73A}">
      <dgm:prSet/>
      <dgm:spPr/>
      <dgm:t>
        <a:bodyPr/>
        <a:lstStyle/>
        <a:p>
          <a:endParaRPr lang="en-US"/>
        </a:p>
      </dgm:t>
    </dgm:pt>
    <dgm:pt modelId="{8D28A904-5645-4DFF-A27E-49B44C4FE06C}" type="pres">
      <dgm:prSet presAssocID="{0E59623C-CEA2-4A3C-AC1D-5D5431DA28E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09FEA4B-C148-4E03-B214-D3B2CF6C21B0}" type="pres">
      <dgm:prSet presAssocID="{1CFBE0E6-EE70-47F5-8131-6EB462093BF7}" presName="hierRoot1" presStyleCnt="0"/>
      <dgm:spPr/>
    </dgm:pt>
    <dgm:pt modelId="{FB0E5588-7331-476C-A1E0-C5F608FE19D6}" type="pres">
      <dgm:prSet presAssocID="{1CFBE0E6-EE70-47F5-8131-6EB462093BF7}" presName="composite" presStyleCnt="0"/>
      <dgm:spPr/>
    </dgm:pt>
    <dgm:pt modelId="{5568E248-2C3F-4D36-B46D-D83514CDE748}" type="pres">
      <dgm:prSet presAssocID="{1CFBE0E6-EE70-47F5-8131-6EB462093BF7}" presName="background" presStyleLbl="node0" presStyleIdx="0" presStyleCnt="3"/>
      <dgm:spPr/>
    </dgm:pt>
    <dgm:pt modelId="{F3D05DFF-6E92-44F4-B468-A235AF62C6E5}" type="pres">
      <dgm:prSet presAssocID="{1CFBE0E6-EE70-47F5-8131-6EB462093BF7}" presName="text" presStyleLbl="fgAcc0" presStyleIdx="0" presStyleCnt="3">
        <dgm:presLayoutVars>
          <dgm:chPref val="3"/>
        </dgm:presLayoutVars>
      </dgm:prSet>
      <dgm:spPr/>
    </dgm:pt>
    <dgm:pt modelId="{5BC8CB37-17DD-4DB4-8139-C5C7607ECC66}" type="pres">
      <dgm:prSet presAssocID="{1CFBE0E6-EE70-47F5-8131-6EB462093BF7}" presName="hierChild2" presStyleCnt="0"/>
      <dgm:spPr/>
    </dgm:pt>
    <dgm:pt modelId="{6A4A5C3D-65CC-4E76-A1BC-DDDCFEA2CC7A}" type="pres">
      <dgm:prSet presAssocID="{5EFB1F32-249F-4A81-B87C-5A87FA3BF0AE}" presName="hierRoot1" presStyleCnt="0"/>
      <dgm:spPr/>
    </dgm:pt>
    <dgm:pt modelId="{C370AD6D-B0D3-441C-A182-EC87731DCE72}" type="pres">
      <dgm:prSet presAssocID="{5EFB1F32-249F-4A81-B87C-5A87FA3BF0AE}" presName="composite" presStyleCnt="0"/>
      <dgm:spPr/>
    </dgm:pt>
    <dgm:pt modelId="{F30CF2F0-2538-48B3-B548-453A2D50B3BD}" type="pres">
      <dgm:prSet presAssocID="{5EFB1F32-249F-4A81-B87C-5A87FA3BF0AE}" presName="background" presStyleLbl="node0" presStyleIdx="1" presStyleCnt="3"/>
      <dgm:spPr/>
    </dgm:pt>
    <dgm:pt modelId="{8FA5D3CC-03F1-4752-9AD4-1CAC1AA16A8A}" type="pres">
      <dgm:prSet presAssocID="{5EFB1F32-249F-4A81-B87C-5A87FA3BF0AE}" presName="text" presStyleLbl="fgAcc0" presStyleIdx="1" presStyleCnt="3">
        <dgm:presLayoutVars>
          <dgm:chPref val="3"/>
        </dgm:presLayoutVars>
      </dgm:prSet>
      <dgm:spPr/>
    </dgm:pt>
    <dgm:pt modelId="{9A9CBD10-7FCF-417C-B748-B93174DF3D5B}" type="pres">
      <dgm:prSet presAssocID="{5EFB1F32-249F-4A81-B87C-5A87FA3BF0AE}" presName="hierChild2" presStyleCnt="0"/>
      <dgm:spPr/>
    </dgm:pt>
    <dgm:pt modelId="{218EBC7F-4045-4CEC-B25E-F3FAB14254F4}" type="pres">
      <dgm:prSet presAssocID="{2C7E82F0-0A4F-42E8-BAB0-F334E85A8A66}" presName="hierRoot1" presStyleCnt="0"/>
      <dgm:spPr/>
    </dgm:pt>
    <dgm:pt modelId="{1CFF8FAC-994A-4F96-83D9-B013A7ED1C68}" type="pres">
      <dgm:prSet presAssocID="{2C7E82F0-0A4F-42E8-BAB0-F334E85A8A66}" presName="composite" presStyleCnt="0"/>
      <dgm:spPr/>
    </dgm:pt>
    <dgm:pt modelId="{6F82D6A7-3BCF-47C8-9918-FC38898B2840}" type="pres">
      <dgm:prSet presAssocID="{2C7E82F0-0A4F-42E8-BAB0-F334E85A8A66}" presName="background" presStyleLbl="node0" presStyleIdx="2" presStyleCnt="3"/>
      <dgm:spPr/>
    </dgm:pt>
    <dgm:pt modelId="{F17A8F28-C3BF-4CD4-9A35-911268FA9DB8}" type="pres">
      <dgm:prSet presAssocID="{2C7E82F0-0A4F-42E8-BAB0-F334E85A8A66}" presName="text" presStyleLbl="fgAcc0" presStyleIdx="2" presStyleCnt="3">
        <dgm:presLayoutVars>
          <dgm:chPref val="3"/>
        </dgm:presLayoutVars>
      </dgm:prSet>
      <dgm:spPr/>
    </dgm:pt>
    <dgm:pt modelId="{1F6485CB-CFB5-4717-8F2E-D2019CCB9E77}" type="pres">
      <dgm:prSet presAssocID="{2C7E82F0-0A4F-42E8-BAB0-F334E85A8A66}" presName="hierChild2" presStyleCnt="0"/>
      <dgm:spPr/>
    </dgm:pt>
  </dgm:ptLst>
  <dgm:cxnLst>
    <dgm:cxn modelId="{1C7CE404-A6A1-4E45-AA1C-A357F7753D93}" type="presOf" srcId="{1CFBE0E6-EE70-47F5-8131-6EB462093BF7}" destId="{F3D05DFF-6E92-44F4-B468-A235AF62C6E5}" srcOrd="0" destOrd="0" presId="urn:microsoft.com/office/officeart/2005/8/layout/hierarchy1"/>
    <dgm:cxn modelId="{99EC6C12-686C-46D0-B339-A5DE666B731F}" srcId="{0E59623C-CEA2-4A3C-AC1D-5D5431DA28EB}" destId="{1CFBE0E6-EE70-47F5-8131-6EB462093BF7}" srcOrd="0" destOrd="0" parTransId="{C169D24D-30AE-48FD-B5A7-934C2DFD17E9}" sibTransId="{8E01DBD0-24CF-4DD5-BA38-75150BC3CE4B}"/>
    <dgm:cxn modelId="{CFCB4439-0EE3-4C40-8B91-DCE9E608F5CD}" type="presOf" srcId="{5EFB1F32-249F-4A81-B87C-5A87FA3BF0AE}" destId="{8FA5D3CC-03F1-4752-9AD4-1CAC1AA16A8A}" srcOrd="0" destOrd="0" presId="urn:microsoft.com/office/officeart/2005/8/layout/hierarchy1"/>
    <dgm:cxn modelId="{689E8F42-3FA6-49B3-B968-B36B1ED97C45}" type="presOf" srcId="{2C7E82F0-0A4F-42E8-BAB0-F334E85A8A66}" destId="{F17A8F28-C3BF-4CD4-9A35-911268FA9DB8}" srcOrd="0" destOrd="0" presId="urn:microsoft.com/office/officeart/2005/8/layout/hierarchy1"/>
    <dgm:cxn modelId="{5B8C1D8A-47B1-49AD-96DE-953BEF15D18E}" srcId="{0E59623C-CEA2-4A3C-AC1D-5D5431DA28EB}" destId="{5EFB1F32-249F-4A81-B87C-5A87FA3BF0AE}" srcOrd="1" destOrd="0" parTransId="{C70ACD36-5864-44B2-943F-C2FB8B9A4C30}" sibTransId="{6875FB77-702E-4C39-A5D2-DBC123054695}"/>
    <dgm:cxn modelId="{5A8FEAA4-98EF-4061-AA1C-89669FE1F73A}" srcId="{0E59623C-CEA2-4A3C-AC1D-5D5431DA28EB}" destId="{2C7E82F0-0A4F-42E8-BAB0-F334E85A8A66}" srcOrd="2" destOrd="0" parTransId="{A29F68EA-86CC-4C28-A9E8-CD4EF68A4474}" sibTransId="{B0581BCC-4927-4AC2-984D-25889376BFCE}"/>
    <dgm:cxn modelId="{E24FDCB5-F412-4A51-B0D6-675C8885C05C}" type="presOf" srcId="{0E59623C-CEA2-4A3C-AC1D-5D5431DA28EB}" destId="{8D28A904-5645-4DFF-A27E-49B44C4FE06C}" srcOrd="0" destOrd="0" presId="urn:microsoft.com/office/officeart/2005/8/layout/hierarchy1"/>
    <dgm:cxn modelId="{05618DB9-BF97-4624-BAD8-5505BBBA92B4}" type="presParOf" srcId="{8D28A904-5645-4DFF-A27E-49B44C4FE06C}" destId="{509FEA4B-C148-4E03-B214-D3B2CF6C21B0}" srcOrd="0" destOrd="0" presId="urn:microsoft.com/office/officeart/2005/8/layout/hierarchy1"/>
    <dgm:cxn modelId="{0418BC94-B68A-404B-9F3C-90139E7400D4}" type="presParOf" srcId="{509FEA4B-C148-4E03-B214-D3B2CF6C21B0}" destId="{FB0E5588-7331-476C-A1E0-C5F608FE19D6}" srcOrd="0" destOrd="0" presId="urn:microsoft.com/office/officeart/2005/8/layout/hierarchy1"/>
    <dgm:cxn modelId="{D4308BBB-1A03-4A6C-8A32-C0DC648E703C}" type="presParOf" srcId="{FB0E5588-7331-476C-A1E0-C5F608FE19D6}" destId="{5568E248-2C3F-4D36-B46D-D83514CDE748}" srcOrd="0" destOrd="0" presId="urn:microsoft.com/office/officeart/2005/8/layout/hierarchy1"/>
    <dgm:cxn modelId="{27E7B64C-3C4C-4485-B3A3-B5CDA345CA0E}" type="presParOf" srcId="{FB0E5588-7331-476C-A1E0-C5F608FE19D6}" destId="{F3D05DFF-6E92-44F4-B468-A235AF62C6E5}" srcOrd="1" destOrd="0" presId="urn:microsoft.com/office/officeart/2005/8/layout/hierarchy1"/>
    <dgm:cxn modelId="{5BB19F37-3CCA-4CF0-BD73-248E15298701}" type="presParOf" srcId="{509FEA4B-C148-4E03-B214-D3B2CF6C21B0}" destId="{5BC8CB37-17DD-4DB4-8139-C5C7607ECC66}" srcOrd="1" destOrd="0" presId="urn:microsoft.com/office/officeart/2005/8/layout/hierarchy1"/>
    <dgm:cxn modelId="{A1A55C92-E10C-40CA-A926-EF70A2B24778}" type="presParOf" srcId="{8D28A904-5645-4DFF-A27E-49B44C4FE06C}" destId="{6A4A5C3D-65CC-4E76-A1BC-DDDCFEA2CC7A}" srcOrd="1" destOrd="0" presId="urn:microsoft.com/office/officeart/2005/8/layout/hierarchy1"/>
    <dgm:cxn modelId="{BDC8AE00-0275-48F6-AFE3-31369941BE08}" type="presParOf" srcId="{6A4A5C3D-65CC-4E76-A1BC-DDDCFEA2CC7A}" destId="{C370AD6D-B0D3-441C-A182-EC87731DCE72}" srcOrd="0" destOrd="0" presId="urn:microsoft.com/office/officeart/2005/8/layout/hierarchy1"/>
    <dgm:cxn modelId="{C534AFDD-64F9-468F-852E-DB30349428FD}" type="presParOf" srcId="{C370AD6D-B0D3-441C-A182-EC87731DCE72}" destId="{F30CF2F0-2538-48B3-B548-453A2D50B3BD}" srcOrd="0" destOrd="0" presId="urn:microsoft.com/office/officeart/2005/8/layout/hierarchy1"/>
    <dgm:cxn modelId="{DA53A6E8-2AD8-4FE3-A0C7-7ED762839234}" type="presParOf" srcId="{C370AD6D-B0D3-441C-A182-EC87731DCE72}" destId="{8FA5D3CC-03F1-4752-9AD4-1CAC1AA16A8A}" srcOrd="1" destOrd="0" presId="urn:microsoft.com/office/officeart/2005/8/layout/hierarchy1"/>
    <dgm:cxn modelId="{BE631A17-9BBE-4494-88D1-316FAD35651B}" type="presParOf" srcId="{6A4A5C3D-65CC-4E76-A1BC-DDDCFEA2CC7A}" destId="{9A9CBD10-7FCF-417C-B748-B93174DF3D5B}" srcOrd="1" destOrd="0" presId="urn:microsoft.com/office/officeart/2005/8/layout/hierarchy1"/>
    <dgm:cxn modelId="{3BC0184A-9A32-4FD1-B1B6-C16A25FE0F94}" type="presParOf" srcId="{8D28A904-5645-4DFF-A27E-49B44C4FE06C}" destId="{218EBC7F-4045-4CEC-B25E-F3FAB14254F4}" srcOrd="2" destOrd="0" presId="urn:microsoft.com/office/officeart/2005/8/layout/hierarchy1"/>
    <dgm:cxn modelId="{BA735136-DE20-45BA-98AD-B8225621DFAA}" type="presParOf" srcId="{218EBC7F-4045-4CEC-B25E-F3FAB14254F4}" destId="{1CFF8FAC-994A-4F96-83D9-B013A7ED1C68}" srcOrd="0" destOrd="0" presId="urn:microsoft.com/office/officeart/2005/8/layout/hierarchy1"/>
    <dgm:cxn modelId="{2F8FE8E3-9AF8-4769-9DCF-BE37EFF7DE01}" type="presParOf" srcId="{1CFF8FAC-994A-4F96-83D9-B013A7ED1C68}" destId="{6F82D6A7-3BCF-47C8-9918-FC38898B2840}" srcOrd="0" destOrd="0" presId="urn:microsoft.com/office/officeart/2005/8/layout/hierarchy1"/>
    <dgm:cxn modelId="{76BCBA89-8797-4C6E-AE6D-E5F40C080F80}" type="presParOf" srcId="{1CFF8FAC-994A-4F96-83D9-B013A7ED1C68}" destId="{F17A8F28-C3BF-4CD4-9A35-911268FA9DB8}" srcOrd="1" destOrd="0" presId="urn:microsoft.com/office/officeart/2005/8/layout/hierarchy1"/>
    <dgm:cxn modelId="{D3576C90-21BF-4A1D-845A-9C989A029D15}" type="presParOf" srcId="{218EBC7F-4045-4CEC-B25E-F3FAB14254F4}" destId="{1F6485CB-CFB5-4717-8F2E-D2019CCB9E7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7318866-B129-40F6-B0DC-60DFE45BD79F}" type="doc">
      <dgm:prSet loTypeId="urn:microsoft.com/office/officeart/2005/8/layout/matrix3" loCatId="matrix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8CDFA548-2A56-48B8-9A74-D9E7592CD4E9}">
      <dgm:prSet/>
      <dgm:spPr/>
      <dgm:t>
        <a:bodyPr/>
        <a:lstStyle/>
        <a:p>
          <a:r>
            <a:rPr lang="en-US"/>
            <a:t>Represents numbers that can have a decimal point</a:t>
          </a:r>
        </a:p>
      </dgm:t>
    </dgm:pt>
    <dgm:pt modelId="{3BA35DD3-EEC1-4161-8DD6-5AFBA375CD5C}" type="parTrans" cxnId="{85937274-DE68-409E-BA7D-994FFEB26651}">
      <dgm:prSet/>
      <dgm:spPr/>
      <dgm:t>
        <a:bodyPr/>
        <a:lstStyle/>
        <a:p>
          <a:endParaRPr lang="en-US"/>
        </a:p>
      </dgm:t>
    </dgm:pt>
    <dgm:pt modelId="{8F775186-B469-4434-B2C4-41D8E3DFBDC1}" type="sibTrans" cxnId="{85937274-DE68-409E-BA7D-994FFEB26651}">
      <dgm:prSet/>
      <dgm:spPr/>
      <dgm:t>
        <a:bodyPr/>
        <a:lstStyle/>
        <a:p>
          <a:endParaRPr lang="en-US"/>
        </a:p>
      </dgm:t>
    </dgm:pt>
    <dgm:pt modelId="{70188260-5778-47CA-8338-6CFC20D2C43C}">
      <dgm:prSet/>
      <dgm:spPr/>
      <dgm:t>
        <a:bodyPr/>
        <a:lstStyle/>
        <a:p>
          <a:r>
            <a:rPr lang="en-US"/>
            <a:t>They can also be whole numbers!</a:t>
          </a:r>
        </a:p>
      </dgm:t>
    </dgm:pt>
    <dgm:pt modelId="{BEA2CF11-1D0C-4E3F-AC6F-2589899B8ECD}" type="parTrans" cxnId="{D0F531D0-1F3D-4F7F-BA3A-D8A1F902715C}">
      <dgm:prSet/>
      <dgm:spPr/>
      <dgm:t>
        <a:bodyPr/>
        <a:lstStyle/>
        <a:p>
          <a:endParaRPr lang="en-US"/>
        </a:p>
      </dgm:t>
    </dgm:pt>
    <dgm:pt modelId="{E488542F-6156-4F72-B2A7-6A48628FA6FA}" type="sibTrans" cxnId="{D0F531D0-1F3D-4F7F-BA3A-D8A1F902715C}">
      <dgm:prSet/>
      <dgm:spPr/>
      <dgm:t>
        <a:bodyPr/>
        <a:lstStyle/>
        <a:p>
          <a:endParaRPr lang="en-US"/>
        </a:p>
      </dgm:t>
    </dgm:pt>
    <dgm:pt modelId="{467A4E3D-A061-4637-B040-869572687C41}">
      <dgm:prSet/>
      <dgm:spPr/>
      <dgm:t>
        <a:bodyPr/>
        <a:lstStyle/>
        <a:p>
          <a:r>
            <a:rPr lang="en-US"/>
            <a:t>Uses more space in memory</a:t>
          </a:r>
        </a:p>
      </dgm:t>
    </dgm:pt>
    <dgm:pt modelId="{E2E1FE8A-0921-4194-9EA7-288332EE1A73}" type="parTrans" cxnId="{5358D466-0550-4428-997C-C5A85B73A6CE}">
      <dgm:prSet/>
      <dgm:spPr/>
      <dgm:t>
        <a:bodyPr/>
        <a:lstStyle/>
        <a:p>
          <a:endParaRPr lang="en-US"/>
        </a:p>
      </dgm:t>
    </dgm:pt>
    <dgm:pt modelId="{DF68BEA8-59EA-4235-ACCD-72516B04AC4B}" type="sibTrans" cxnId="{5358D466-0550-4428-997C-C5A85B73A6CE}">
      <dgm:prSet/>
      <dgm:spPr/>
      <dgm:t>
        <a:bodyPr/>
        <a:lstStyle/>
        <a:p>
          <a:endParaRPr lang="en-US"/>
        </a:p>
      </dgm:t>
    </dgm:pt>
    <dgm:pt modelId="{321517C2-0873-4A93-BC8E-9DF694A7A9D4}">
      <dgm:prSet/>
      <dgm:spPr/>
      <dgm:t>
        <a:bodyPr/>
        <a:lstStyle/>
        <a:p>
          <a:r>
            <a:rPr lang="en-US" dirty="0"/>
            <a:t>Example: 3.14159, </a:t>
          </a:r>
          <a:br>
            <a:rPr lang="en-US" dirty="0"/>
          </a:br>
          <a:r>
            <a:rPr lang="en-US" dirty="0"/>
            <a:t>-0.005, 2</a:t>
          </a:r>
        </a:p>
      </dgm:t>
    </dgm:pt>
    <dgm:pt modelId="{5A3EE172-E9DA-46A1-9671-0C36B0BE49CB}" type="parTrans" cxnId="{55D4A06E-B384-407E-BE76-04E35051B19B}">
      <dgm:prSet/>
      <dgm:spPr/>
      <dgm:t>
        <a:bodyPr/>
        <a:lstStyle/>
        <a:p>
          <a:endParaRPr lang="en-US"/>
        </a:p>
      </dgm:t>
    </dgm:pt>
    <dgm:pt modelId="{8F4EA91A-4C12-49EC-9204-895A2D44AEAB}" type="sibTrans" cxnId="{55D4A06E-B384-407E-BE76-04E35051B19B}">
      <dgm:prSet/>
      <dgm:spPr/>
      <dgm:t>
        <a:bodyPr/>
        <a:lstStyle/>
        <a:p>
          <a:endParaRPr lang="en-US"/>
        </a:p>
      </dgm:t>
    </dgm:pt>
    <dgm:pt modelId="{1BF12FF4-A6F3-4354-B77B-1048C3470AF0}" type="pres">
      <dgm:prSet presAssocID="{C7318866-B129-40F6-B0DC-60DFE45BD79F}" presName="matrix" presStyleCnt="0">
        <dgm:presLayoutVars>
          <dgm:chMax val="1"/>
          <dgm:dir/>
          <dgm:resizeHandles val="exact"/>
        </dgm:presLayoutVars>
      </dgm:prSet>
      <dgm:spPr/>
    </dgm:pt>
    <dgm:pt modelId="{CE8A351D-F25A-4E40-A644-E158A648D5A1}" type="pres">
      <dgm:prSet presAssocID="{C7318866-B129-40F6-B0DC-60DFE45BD79F}" presName="diamond" presStyleLbl="bgShp" presStyleIdx="0" presStyleCnt="1"/>
      <dgm:spPr/>
    </dgm:pt>
    <dgm:pt modelId="{1C32BCCA-C80E-483B-91EE-B7CCC444266F}" type="pres">
      <dgm:prSet presAssocID="{C7318866-B129-40F6-B0DC-60DFE45BD79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AF4C5C2-6155-4D23-AABE-98D6B6D26C41}" type="pres">
      <dgm:prSet presAssocID="{C7318866-B129-40F6-B0DC-60DFE45BD79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AA118E3-C577-4DA2-B7B1-2C51747358C0}" type="pres">
      <dgm:prSet presAssocID="{C7318866-B129-40F6-B0DC-60DFE45BD79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422095D-A7F1-4A00-AA58-B2832BDCD539}" type="pres">
      <dgm:prSet presAssocID="{C7318866-B129-40F6-B0DC-60DFE45BD79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2CB690D-FF81-4664-8CAF-9F530D884013}" type="presOf" srcId="{321517C2-0873-4A93-BC8E-9DF694A7A9D4}" destId="{C422095D-A7F1-4A00-AA58-B2832BDCD539}" srcOrd="0" destOrd="0" presId="urn:microsoft.com/office/officeart/2005/8/layout/matrix3"/>
    <dgm:cxn modelId="{5358D466-0550-4428-997C-C5A85B73A6CE}" srcId="{C7318866-B129-40F6-B0DC-60DFE45BD79F}" destId="{467A4E3D-A061-4637-B040-869572687C41}" srcOrd="2" destOrd="0" parTransId="{E2E1FE8A-0921-4194-9EA7-288332EE1A73}" sibTransId="{DF68BEA8-59EA-4235-ACCD-72516B04AC4B}"/>
    <dgm:cxn modelId="{55D4A06E-B384-407E-BE76-04E35051B19B}" srcId="{C7318866-B129-40F6-B0DC-60DFE45BD79F}" destId="{321517C2-0873-4A93-BC8E-9DF694A7A9D4}" srcOrd="3" destOrd="0" parTransId="{5A3EE172-E9DA-46A1-9671-0C36B0BE49CB}" sibTransId="{8F4EA91A-4C12-49EC-9204-895A2D44AEAB}"/>
    <dgm:cxn modelId="{85937274-DE68-409E-BA7D-994FFEB26651}" srcId="{C7318866-B129-40F6-B0DC-60DFE45BD79F}" destId="{8CDFA548-2A56-48B8-9A74-D9E7592CD4E9}" srcOrd="0" destOrd="0" parTransId="{3BA35DD3-EEC1-4161-8DD6-5AFBA375CD5C}" sibTransId="{8F775186-B469-4434-B2C4-41D8E3DFBDC1}"/>
    <dgm:cxn modelId="{B5BDC584-DC99-401A-A27D-2822374D8A08}" type="presOf" srcId="{70188260-5778-47CA-8338-6CFC20D2C43C}" destId="{1AF4C5C2-6155-4D23-AABE-98D6B6D26C41}" srcOrd="0" destOrd="0" presId="urn:microsoft.com/office/officeart/2005/8/layout/matrix3"/>
    <dgm:cxn modelId="{7353AEB9-E4FB-48BE-B671-85060C89FBC9}" type="presOf" srcId="{467A4E3D-A061-4637-B040-869572687C41}" destId="{5AA118E3-C577-4DA2-B7B1-2C51747358C0}" srcOrd="0" destOrd="0" presId="urn:microsoft.com/office/officeart/2005/8/layout/matrix3"/>
    <dgm:cxn modelId="{64B2E4CB-F7A6-4BEB-AD99-858629471DDB}" type="presOf" srcId="{8CDFA548-2A56-48B8-9A74-D9E7592CD4E9}" destId="{1C32BCCA-C80E-483B-91EE-B7CCC444266F}" srcOrd="0" destOrd="0" presId="urn:microsoft.com/office/officeart/2005/8/layout/matrix3"/>
    <dgm:cxn modelId="{D0F531D0-1F3D-4F7F-BA3A-D8A1F902715C}" srcId="{C7318866-B129-40F6-B0DC-60DFE45BD79F}" destId="{70188260-5778-47CA-8338-6CFC20D2C43C}" srcOrd="1" destOrd="0" parTransId="{BEA2CF11-1D0C-4E3F-AC6F-2589899B8ECD}" sibTransId="{E488542F-6156-4F72-B2A7-6A48628FA6FA}"/>
    <dgm:cxn modelId="{5B9E86F1-EE45-4013-BBEE-FE06D603E408}" type="presOf" srcId="{C7318866-B129-40F6-B0DC-60DFE45BD79F}" destId="{1BF12FF4-A6F3-4354-B77B-1048C3470AF0}" srcOrd="0" destOrd="0" presId="urn:microsoft.com/office/officeart/2005/8/layout/matrix3"/>
    <dgm:cxn modelId="{0BD9D93E-1909-4CBE-9C47-FC23D5CE78EC}" type="presParOf" srcId="{1BF12FF4-A6F3-4354-B77B-1048C3470AF0}" destId="{CE8A351D-F25A-4E40-A644-E158A648D5A1}" srcOrd="0" destOrd="0" presId="urn:microsoft.com/office/officeart/2005/8/layout/matrix3"/>
    <dgm:cxn modelId="{B9E886E3-8429-4666-8C61-0FCB227F3048}" type="presParOf" srcId="{1BF12FF4-A6F3-4354-B77B-1048C3470AF0}" destId="{1C32BCCA-C80E-483B-91EE-B7CCC444266F}" srcOrd="1" destOrd="0" presId="urn:microsoft.com/office/officeart/2005/8/layout/matrix3"/>
    <dgm:cxn modelId="{EA6D37F4-3C16-4143-AC7A-0EF8862CE44D}" type="presParOf" srcId="{1BF12FF4-A6F3-4354-B77B-1048C3470AF0}" destId="{1AF4C5C2-6155-4D23-AABE-98D6B6D26C41}" srcOrd="2" destOrd="0" presId="urn:microsoft.com/office/officeart/2005/8/layout/matrix3"/>
    <dgm:cxn modelId="{0B2A5DF0-7FE5-4315-A351-FB9E24EF18AE}" type="presParOf" srcId="{1BF12FF4-A6F3-4354-B77B-1048C3470AF0}" destId="{5AA118E3-C577-4DA2-B7B1-2C51747358C0}" srcOrd="3" destOrd="0" presId="urn:microsoft.com/office/officeart/2005/8/layout/matrix3"/>
    <dgm:cxn modelId="{E2273E07-32E7-481D-8F0B-11B1D9FE8A66}" type="presParOf" srcId="{1BF12FF4-A6F3-4354-B77B-1048C3470AF0}" destId="{C422095D-A7F1-4A00-AA58-B2832BDCD53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3B0DC87-D1BB-48AF-915B-A066DF08D41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512BC64-398E-4511-BAA6-CADA89E8DF73}">
      <dgm:prSet/>
      <dgm:spPr/>
      <dgm:t>
        <a:bodyPr/>
        <a:lstStyle/>
        <a:p>
          <a:r>
            <a:rPr lang="en-US"/>
            <a:t>Logical Values</a:t>
          </a:r>
        </a:p>
      </dgm:t>
    </dgm:pt>
    <dgm:pt modelId="{CF5C815A-F988-44E8-8046-F9E0DE7AB6E3}" type="parTrans" cxnId="{243B874C-0F9C-45EE-8EFE-C6DAABA2FC22}">
      <dgm:prSet/>
      <dgm:spPr/>
      <dgm:t>
        <a:bodyPr/>
        <a:lstStyle/>
        <a:p>
          <a:endParaRPr lang="en-US"/>
        </a:p>
      </dgm:t>
    </dgm:pt>
    <dgm:pt modelId="{6EE11ACA-FD2F-42B0-9880-7A0A5D465DC8}" type="sibTrans" cxnId="{243B874C-0F9C-45EE-8EFE-C6DAABA2FC22}">
      <dgm:prSet/>
      <dgm:spPr/>
      <dgm:t>
        <a:bodyPr/>
        <a:lstStyle/>
        <a:p>
          <a:endParaRPr lang="en-US"/>
        </a:p>
      </dgm:t>
    </dgm:pt>
    <dgm:pt modelId="{E890EAAA-FFF8-4457-9B5A-57E2ECA515AF}">
      <dgm:prSet/>
      <dgm:spPr/>
      <dgm:t>
        <a:bodyPr/>
        <a:lstStyle/>
        <a:p>
          <a:r>
            <a:rPr lang="en-US"/>
            <a:t>Can be TRUE or FALSE</a:t>
          </a:r>
        </a:p>
      </dgm:t>
    </dgm:pt>
    <dgm:pt modelId="{D30E5499-FE62-4629-8306-343EE2944DBF}" type="parTrans" cxnId="{8B1DF30C-D0B7-4776-B510-45E1551CBFCF}">
      <dgm:prSet/>
      <dgm:spPr/>
      <dgm:t>
        <a:bodyPr/>
        <a:lstStyle/>
        <a:p>
          <a:endParaRPr lang="en-US"/>
        </a:p>
      </dgm:t>
    </dgm:pt>
    <dgm:pt modelId="{564A4D08-8FEF-412A-88F3-256AA4BCDE96}" type="sibTrans" cxnId="{8B1DF30C-D0B7-4776-B510-45E1551CBFCF}">
      <dgm:prSet/>
      <dgm:spPr/>
      <dgm:t>
        <a:bodyPr/>
        <a:lstStyle/>
        <a:p>
          <a:endParaRPr lang="en-US"/>
        </a:p>
      </dgm:t>
    </dgm:pt>
    <dgm:pt modelId="{7FB0D7B4-0DD7-407A-A665-EFC175F8ACC0}">
      <dgm:prSet/>
      <dgm:spPr/>
      <dgm:t>
        <a:bodyPr/>
        <a:lstStyle/>
        <a:p>
          <a:r>
            <a:rPr lang="en-US"/>
            <a:t>Example: Is the light switch on? (True or False)</a:t>
          </a:r>
        </a:p>
      </dgm:t>
    </dgm:pt>
    <dgm:pt modelId="{4049E1BC-283D-4604-A0B1-440E600626DA}" type="parTrans" cxnId="{2A26773B-73FB-43C5-B304-9EF23156CC94}">
      <dgm:prSet/>
      <dgm:spPr/>
      <dgm:t>
        <a:bodyPr/>
        <a:lstStyle/>
        <a:p>
          <a:endParaRPr lang="en-US"/>
        </a:p>
      </dgm:t>
    </dgm:pt>
    <dgm:pt modelId="{0A600B3C-991A-405E-AF76-E1EBD87BE698}" type="sibTrans" cxnId="{2A26773B-73FB-43C5-B304-9EF23156CC94}">
      <dgm:prSet/>
      <dgm:spPr/>
      <dgm:t>
        <a:bodyPr/>
        <a:lstStyle/>
        <a:p>
          <a:endParaRPr lang="en-US"/>
        </a:p>
      </dgm:t>
    </dgm:pt>
    <dgm:pt modelId="{F5558B35-6A78-49C3-818C-18B8133EFAE7}" type="pres">
      <dgm:prSet presAssocID="{33B0DC87-D1BB-48AF-915B-A066DF08D413}" presName="linear" presStyleCnt="0">
        <dgm:presLayoutVars>
          <dgm:animLvl val="lvl"/>
          <dgm:resizeHandles val="exact"/>
        </dgm:presLayoutVars>
      </dgm:prSet>
      <dgm:spPr/>
    </dgm:pt>
    <dgm:pt modelId="{4B288100-9C99-42C7-8AF4-421C2E5E68F8}" type="pres">
      <dgm:prSet presAssocID="{E512BC64-398E-4511-BAA6-CADA89E8DF7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5FA9A12-9E8C-43E2-B96E-9E7ED160A0D0}" type="pres">
      <dgm:prSet presAssocID="{6EE11ACA-FD2F-42B0-9880-7A0A5D465DC8}" presName="spacer" presStyleCnt="0"/>
      <dgm:spPr/>
    </dgm:pt>
    <dgm:pt modelId="{E85077F8-7F27-49A3-9034-841B58567426}" type="pres">
      <dgm:prSet presAssocID="{E890EAAA-FFF8-4457-9B5A-57E2ECA515A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E4005C1-104E-4702-A99A-4B9A0F1438BC}" type="pres">
      <dgm:prSet presAssocID="{564A4D08-8FEF-412A-88F3-256AA4BCDE96}" presName="spacer" presStyleCnt="0"/>
      <dgm:spPr/>
    </dgm:pt>
    <dgm:pt modelId="{3529FB6A-38DF-407B-A966-409A4C95F4A4}" type="pres">
      <dgm:prSet presAssocID="{7FB0D7B4-0DD7-407A-A665-EFC175F8ACC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D198E09-AA61-41C5-B1D7-7B4E4CCEB111}" type="presOf" srcId="{7FB0D7B4-0DD7-407A-A665-EFC175F8ACC0}" destId="{3529FB6A-38DF-407B-A966-409A4C95F4A4}" srcOrd="0" destOrd="0" presId="urn:microsoft.com/office/officeart/2005/8/layout/vList2"/>
    <dgm:cxn modelId="{8B1DF30C-D0B7-4776-B510-45E1551CBFCF}" srcId="{33B0DC87-D1BB-48AF-915B-A066DF08D413}" destId="{E890EAAA-FFF8-4457-9B5A-57E2ECA515AF}" srcOrd="1" destOrd="0" parTransId="{D30E5499-FE62-4629-8306-343EE2944DBF}" sibTransId="{564A4D08-8FEF-412A-88F3-256AA4BCDE96}"/>
    <dgm:cxn modelId="{2A26773B-73FB-43C5-B304-9EF23156CC94}" srcId="{33B0DC87-D1BB-48AF-915B-A066DF08D413}" destId="{7FB0D7B4-0DD7-407A-A665-EFC175F8ACC0}" srcOrd="2" destOrd="0" parTransId="{4049E1BC-283D-4604-A0B1-440E600626DA}" sibTransId="{0A600B3C-991A-405E-AF76-E1EBD87BE698}"/>
    <dgm:cxn modelId="{243B874C-0F9C-45EE-8EFE-C6DAABA2FC22}" srcId="{33B0DC87-D1BB-48AF-915B-A066DF08D413}" destId="{E512BC64-398E-4511-BAA6-CADA89E8DF73}" srcOrd="0" destOrd="0" parTransId="{CF5C815A-F988-44E8-8046-F9E0DE7AB6E3}" sibTransId="{6EE11ACA-FD2F-42B0-9880-7A0A5D465DC8}"/>
    <dgm:cxn modelId="{3B647DA2-0EA9-4359-87E8-9D9708913E79}" type="presOf" srcId="{E890EAAA-FFF8-4457-9B5A-57E2ECA515AF}" destId="{E85077F8-7F27-49A3-9034-841B58567426}" srcOrd="0" destOrd="0" presId="urn:microsoft.com/office/officeart/2005/8/layout/vList2"/>
    <dgm:cxn modelId="{567CD9DE-92B2-48E8-8C06-C50B29A58407}" type="presOf" srcId="{33B0DC87-D1BB-48AF-915B-A066DF08D413}" destId="{F5558B35-6A78-49C3-818C-18B8133EFAE7}" srcOrd="0" destOrd="0" presId="urn:microsoft.com/office/officeart/2005/8/layout/vList2"/>
    <dgm:cxn modelId="{D0CBD2E5-9B32-442B-8384-CBAC3D5BEA42}" type="presOf" srcId="{E512BC64-398E-4511-BAA6-CADA89E8DF73}" destId="{4B288100-9C99-42C7-8AF4-421C2E5E68F8}" srcOrd="0" destOrd="0" presId="urn:microsoft.com/office/officeart/2005/8/layout/vList2"/>
    <dgm:cxn modelId="{D5105B2A-2313-4C1B-B2BA-5E274AE53DDA}" type="presParOf" srcId="{F5558B35-6A78-49C3-818C-18B8133EFAE7}" destId="{4B288100-9C99-42C7-8AF4-421C2E5E68F8}" srcOrd="0" destOrd="0" presId="urn:microsoft.com/office/officeart/2005/8/layout/vList2"/>
    <dgm:cxn modelId="{E9C7CA75-5AF2-457F-BDEE-86C5A6D99A40}" type="presParOf" srcId="{F5558B35-6A78-49C3-818C-18B8133EFAE7}" destId="{E5FA9A12-9E8C-43E2-B96E-9E7ED160A0D0}" srcOrd="1" destOrd="0" presId="urn:microsoft.com/office/officeart/2005/8/layout/vList2"/>
    <dgm:cxn modelId="{D9865EB7-77AD-45FD-AB32-3A0C76B4297A}" type="presParOf" srcId="{F5558B35-6A78-49C3-818C-18B8133EFAE7}" destId="{E85077F8-7F27-49A3-9034-841B58567426}" srcOrd="2" destOrd="0" presId="urn:microsoft.com/office/officeart/2005/8/layout/vList2"/>
    <dgm:cxn modelId="{D1C1B1A4-BAA3-4453-A036-BA3EF48AB88E}" type="presParOf" srcId="{F5558B35-6A78-49C3-818C-18B8133EFAE7}" destId="{4E4005C1-104E-4702-A99A-4B9A0F1438BC}" srcOrd="3" destOrd="0" presId="urn:microsoft.com/office/officeart/2005/8/layout/vList2"/>
    <dgm:cxn modelId="{F8593261-1E43-45B7-824C-BB8933E965BA}" type="presParOf" srcId="{F5558B35-6A78-49C3-818C-18B8133EFAE7}" destId="{3529FB6A-38DF-407B-A966-409A4C95F4A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A3ADBB4-7D1B-4667-B607-33AEBDB6EFD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67A1DAF-5F1D-4695-8D70-5CB32ECFCDCB}">
      <dgm:prSet/>
      <dgm:spPr/>
      <dgm:t>
        <a:bodyPr/>
        <a:lstStyle/>
        <a:p>
          <a:r>
            <a:rPr lang="en-US" dirty="0"/>
            <a:t>All computers operate in binary </a:t>
          </a:r>
          <a:br>
            <a:rPr lang="en-US" dirty="0"/>
          </a:br>
          <a:r>
            <a:rPr lang="en-US" dirty="0"/>
            <a:t>(Bits and Bytes!)</a:t>
          </a:r>
        </a:p>
      </dgm:t>
    </dgm:pt>
    <dgm:pt modelId="{D856C866-F837-497D-BE0B-0F83A6493D73}" type="parTrans" cxnId="{1EE29029-4B3C-409E-A494-B00614E377B4}">
      <dgm:prSet/>
      <dgm:spPr/>
      <dgm:t>
        <a:bodyPr/>
        <a:lstStyle/>
        <a:p>
          <a:endParaRPr lang="en-US"/>
        </a:p>
      </dgm:t>
    </dgm:pt>
    <dgm:pt modelId="{BA387669-9B7F-4ECE-B4A3-F74C67042717}" type="sibTrans" cxnId="{1EE29029-4B3C-409E-A494-B00614E377B4}">
      <dgm:prSet/>
      <dgm:spPr/>
      <dgm:t>
        <a:bodyPr/>
        <a:lstStyle/>
        <a:p>
          <a:endParaRPr lang="en-US"/>
        </a:p>
      </dgm:t>
    </dgm:pt>
    <dgm:pt modelId="{84AC23F7-CC4C-4D26-BACC-A81BC924CCE6}">
      <dgm:prSet/>
      <dgm:spPr/>
      <dgm:t>
        <a:bodyPr/>
        <a:lstStyle/>
        <a:p>
          <a:r>
            <a:rPr lang="en-US" dirty="0"/>
            <a:t>Data types allows the computer know how to use data</a:t>
          </a:r>
        </a:p>
      </dgm:t>
    </dgm:pt>
    <dgm:pt modelId="{AD64D4B9-4A3D-492A-B847-5171084EE192}" type="parTrans" cxnId="{D1AE9741-963A-4699-9056-90F3DAB2BD03}">
      <dgm:prSet/>
      <dgm:spPr/>
      <dgm:t>
        <a:bodyPr/>
        <a:lstStyle/>
        <a:p>
          <a:endParaRPr lang="en-US"/>
        </a:p>
      </dgm:t>
    </dgm:pt>
    <dgm:pt modelId="{5C8B1EB6-C158-4D8D-A30C-DF209C576F58}" type="sibTrans" cxnId="{D1AE9741-963A-4699-9056-90F3DAB2BD03}">
      <dgm:prSet/>
      <dgm:spPr/>
      <dgm:t>
        <a:bodyPr/>
        <a:lstStyle/>
        <a:p>
          <a:endParaRPr lang="en-US"/>
        </a:p>
      </dgm:t>
    </dgm:pt>
    <dgm:pt modelId="{CA38E880-624F-463C-819D-01A3FF9C177E}">
      <dgm:prSet/>
      <dgm:spPr/>
      <dgm:t>
        <a:bodyPr/>
        <a:lstStyle/>
        <a:p>
          <a:r>
            <a:rPr lang="en-US"/>
            <a:t>Some data types</a:t>
          </a:r>
        </a:p>
      </dgm:t>
    </dgm:pt>
    <dgm:pt modelId="{76D8C8CC-3CB1-4B9C-908B-FE09EB9C8811}" type="parTrans" cxnId="{3B98BFDD-CD85-443B-811B-5A34EC552DA6}">
      <dgm:prSet/>
      <dgm:spPr/>
      <dgm:t>
        <a:bodyPr/>
        <a:lstStyle/>
        <a:p>
          <a:endParaRPr lang="en-US"/>
        </a:p>
      </dgm:t>
    </dgm:pt>
    <dgm:pt modelId="{7222C373-D07A-4D47-A68B-0363FD4F8CE5}" type="sibTrans" cxnId="{3B98BFDD-CD85-443B-811B-5A34EC552DA6}">
      <dgm:prSet/>
      <dgm:spPr/>
      <dgm:t>
        <a:bodyPr/>
        <a:lstStyle/>
        <a:p>
          <a:endParaRPr lang="en-US"/>
        </a:p>
      </dgm:t>
    </dgm:pt>
    <dgm:pt modelId="{155EDA86-8DB5-4E75-BD37-A3BBFC599FEA}">
      <dgm:prSet/>
      <dgm:spPr/>
      <dgm:t>
        <a:bodyPr/>
        <a:lstStyle/>
        <a:p>
          <a:r>
            <a:rPr lang="en-US"/>
            <a:t>Text</a:t>
          </a:r>
        </a:p>
      </dgm:t>
    </dgm:pt>
    <dgm:pt modelId="{88CDB1CE-7384-4CE9-8E3E-518477486EC3}" type="parTrans" cxnId="{FCCCBAE8-4E1E-4CFB-9E35-8857D47016A2}">
      <dgm:prSet/>
      <dgm:spPr/>
      <dgm:t>
        <a:bodyPr/>
        <a:lstStyle/>
        <a:p>
          <a:endParaRPr lang="en-US"/>
        </a:p>
      </dgm:t>
    </dgm:pt>
    <dgm:pt modelId="{22CFAE35-914E-48DC-8369-014FB102C6B6}" type="sibTrans" cxnId="{FCCCBAE8-4E1E-4CFB-9E35-8857D47016A2}">
      <dgm:prSet/>
      <dgm:spPr/>
      <dgm:t>
        <a:bodyPr/>
        <a:lstStyle/>
        <a:p>
          <a:endParaRPr lang="en-US"/>
        </a:p>
      </dgm:t>
    </dgm:pt>
    <dgm:pt modelId="{234C4587-126C-4420-A93C-74A6F950C81F}">
      <dgm:prSet/>
      <dgm:spPr/>
      <dgm:t>
        <a:bodyPr/>
        <a:lstStyle/>
        <a:p>
          <a:r>
            <a:rPr lang="en-US"/>
            <a:t>Images</a:t>
          </a:r>
        </a:p>
      </dgm:t>
    </dgm:pt>
    <dgm:pt modelId="{82E086DC-84DE-4E5E-87EA-580339E9D89B}" type="parTrans" cxnId="{FD1E94EC-2542-4C0B-9CB3-E179F6CC8043}">
      <dgm:prSet/>
      <dgm:spPr/>
      <dgm:t>
        <a:bodyPr/>
        <a:lstStyle/>
        <a:p>
          <a:endParaRPr lang="en-US"/>
        </a:p>
      </dgm:t>
    </dgm:pt>
    <dgm:pt modelId="{C30EB174-5781-42F5-9891-878BF817FC63}" type="sibTrans" cxnId="{FD1E94EC-2542-4C0B-9CB3-E179F6CC8043}">
      <dgm:prSet/>
      <dgm:spPr/>
      <dgm:t>
        <a:bodyPr/>
        <a:lstStyle/>
        <a:p>
          <a:endParaRPr lang="en-US"/>
        </a:p>
      </dgm:t>
    </dgm:pt>
    <dgm:pt modelId="{E2205EDF-DBCB-467A-923F-5F56A4FA4107}">
      <dgm:prSet/>
      <dgm:spPr/>
      <dgm:t>
        <a:bodyPr/>
        <a:lstStyle/>
        <a:p>
          <a:r>
            <a:rPr lang="en-US"/>
            <a:t>Sound</a:t>
          </a:r>
        </a:p>
      </dgm:t>
    </dgm:pt>
    <dgm:pt modelId="{A7869D37-AF87-4ECF-B637-FF021D910E60}" type="parTrans" cxnId="{7340F0A8-834C-4FD3-99BA-E0FF6A3A661D}">
      <dgm:prSet/>
      <dgm:spPr/>
      <dgm:t>
        <a:bodyPr/>
        <a:lstStyle/>
        <a:p>
          <a:endParaRPr lang="en-US"/>
        </a:p>
      </dgm:t>
    </dgm:pt>
    <dgm:pt modelId="{2221041A-AD17-4ABC-9BD6-193DA75C5DFE}" type="sibTrans" cxnId="{7340F0A8-834C-4FD3-99BA-E0FF6A3A661D}">
      <dgm:prSet/>
      <dgm:spPr/>
      <dgm:t>
        <a:bodyPr/>
        <a:lstStyle/>
        <a:p>
          <a:endParaRPr lang="en-US"/>
        </a:p>
      </dgm:t>
    </dgm:pt>
    <dgm:pt modelId="{E08B9F18-7377-4B97-9930-84148B581ADA}">
      <dgm:prSet/>
      <dgm:spPr/>
      <dgm:t>
        <a:bodyPr/>
        <a:lstStyle/>
        <a:p>
          <a:r>
            <a:rPr lang="en-US"/>
            <a:t>Numbers</a:t>
          </a:r>
        </a:p>
      </dgm:t>
    </dgm:pt>
    <dgm:pt modelId="{0B7F2748-3B2B-47F3-8F5B-119CB736738E}" type="parTrans" cxnId="{1C94786A-8E6F-4C65-AB6F-57F400179411}">
      <dgm:prSet/>
      <dgm:spPr/>
      <dgm:t>
        <a:bodyPr/>
        <a:lstStyle/>
        <a:p>
          <a:endParaRPr lang="en-US"/>
        </a:p>
      </dgm:t>
    </dgm:pt>
    <dgm:pt modelId="{7554179E-7917-4C6A-B39C-5729B0B97830}" type="sibTrans" cxnId="{1C94786A-8E6F-4C65-AB6F-57F400179411}">
      <dgm:prSet/>
      <dgm:spPr/>
      <dgm:t>
        <a:bodyPr/>
        <a:lstStyle/>
        <a:p>
          <a:endParaRPr lang="en-US"/>
        </a:p>
      </dgm:t>
    </dgm:pt>
    <dgm:pt modelId="{7F3FC325-F6D5-427F-9EF3-A59A0B46250B}">
      <dgm:prSet/>
      <dgm:spPr/>
      <dgm:t>
        <a:bodyPr/>
        <a:lstStyle/>
        <a:p>
          <a:r>
            <a:rPr lang="en-US"/>
            <a:t>Program Instructions</a:t>
          </a:r>
        </a:p>
      </dgm:t>
    </dgm:pt>
    <dgm:pt modelId="{CA989742-BC7F-4515-AD0A-86123572E3C5}" type="parTrans" cxnId="{E019693C-82A4-40E5-97B3-B0DB29565D08}">
      <dgm:prSet/>
      <dgm:spPr/>
      <dgm:t>
        <a:bodyPr/>
        <a:lstStyle/>
        <a:p>
          <a:endParaRPr lang="en-US"/>
        </a:p>
      </dgm:t>
    </dgm:pt>
    <dgm:pt modelId="{4546466F-51F6-4CBE-9431-3AD045F7F772}" type="sibTrans" cxnId="{E019693C-82A4-40E5-97B3-B0DB29565D08}">
      <dgm:prSet/>
      <dgm:spPr/>
      <dgm:t>
        <a:bodyPr/>
        <a:lstStyle/>
        <a:p>
          <a:endParaRPr lang="en-US"/>
        </a:p>
      </dgm:t>
    </dgm:pt>
    <dgm:pt modelId="{3C4740AA-FA97-493F-94F4-684C338D3F47}" type="pres">
      <dgm:prSet presAssocID="{DA3ADBB4-7D1B-4667-B607-33AEBDB6EFD3}" presName="root" presStyleCnt="0">
        <dgm:presLayoutVars>
          <dgm:dir/>
          <dgm:resizeHandles val="exact"/>
        </dgm:presLayoutVars>
      </dgm:prSet>
      <dgm:spPr/>
    </dgm:pt>
    <dgm:pt modelId="{1B1DD924-0766-40FC-A111-1363ABE1089E}" type="pres">
      <dgm:prSet presAssocID="{467A1DAF-5F1D-4695-8D70-5CB32ECFCDCB}" presName="compNode" presStyleCnt="0"/>
      <dgm:spPr/>
    </dgm:pt>
    <dgm:pt modelId="{2B82FA39-871A-4DC6-91B9-3E0EB8A0319B}" type="pres">
      <dgm:prSet presAssocID="{467A1DAF-5F1D-4695-8D70-5CB32ECFCDCB}" presName="bgRect" presStyleLbl="bgShp" presStyleIdx="0" presStyleCnt="3"/>
      <dgm:spPr/>
    </dgm:pt>
    <dgm:pt modelId="{FFEECD69-8CF5-48EC-BFC5-DCFB676E7D18}" type="pres">
      <dgm:prSet presAssocID="{467A1DAF-5F1D-4695-8D70-5CB32ECFCDC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CECF94FE-313C-41B7-84C6-8D1C113AF4FA}" type="pres">
      <dgm:prSet presAssocID="{467A1DAF-5F1D-4695-8D70-5CB32ECFCDCB}" presName="spaceRect" presStyleCnt="0"/>
      <dgm:spPr/>
    </dgm:pt>
    <dgm:pt modelId="{38B1D403-5752-41F3-871D-AD0BEE18CC6A}" type="pres">
      <dgm:prSet presAssocID="{467A1DAF-5F1D-4695-8D70-5CB32ECFCDCB}" presName="parTx" presStyleLbl="revTx" presStyleIdx="0" presStyleCnt="4">
        <dgm:presLayoutVars>
          <dgm:chMax val="0"/>
          <dgm:chPref val="0"/>
        </dgm:presLayoutVars>
      </dgm:prSet>
      <dgm:spPr/>
    </dgm:pt>
    <dgm:pt modelId="{959C8E65-787F-4AD9-9258-D0758159CBF0}" type="pres">
      <dgm:prSet presAssocID="{BA387669-9B7F-4ECE-B4A3-F74C67042717}" presName="sibTrans" presStyleCnt="0"/>
      <dgm:spPr/>
    </dgm:pt>
    <dgm:pt modelId="{EAE45053-E9F9-44F6-ABCD-462B95DF07AE}" type="pres">
      <dgm:prSet presAssocID="{84AC23F7-CC4C-4D26-BACC-A81BC924CCE6}" presName="compNode" presStyleCnt="0"/>
      <dgm:spPr/>
    </dgm:pt>
    <dgm:pt modelId="{20DE1696-4948-45D0-B7B4-8F2CBFD2F789}" type="pres">
      <dgm:prSet presAssocID="{84AC23F7-CC4C-4D26-BACC-A81BC924CCE6}" presName="bgRect" presStyleLbl="bgShp" presStyleIdx="1" presStyleCnt="3"/>
      <dgm:spPr/>
    </dgm:pt>
    <dgm:pt modelId="{849E01FA-C014-4297-883A-C98DD449BC73}" type="pres">
      <dgm:prSet presAssocID="{84AC23F7-CC4C-4D26-BACC-A81BC924CCE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441A9533-86D7-4F8A-B587-DA9E1FF0A75E}" type="pres">
      <dgm:prSet presAssocID="{84AC23F7-CC4C-4D26-BACC-A81BC924CCE6}" presName="spaceRect" presStyleCnt="0"/>
      <dgm:spPr/>
    </dgm:pt>
    <dgm:pt modelId="{6E16C90F-5B49-4B71-A7E3-13F36F3AA51F}" type="pres">
      <dgm:prSet presAssocID="{84AC23F7-CC4C-4D26-BACC-A81BC924CCE6}" presName="parTx" presStyleLbl="revTx" presStyleIdx="1" presStyleCnt="4">
        <dgm:presLayoutVars>
          <dgm:chMax val="0"/>
          <dgm:chPref val="0"/>
        </dgm:presLayoutVars>
      </dgm:prSet>
      <dgm:spPr/>
    </dgm:pt>
    <dgm:pt modelId="{305D96E5-5D55-49F7-8C7B-0B6938F66C41}" type="pres">
      <dgm:prSet presAssocID="{5C8B1EB6-C158-4D8D-A30C-DF209C576F58}" presName="sibTrans" presStyleCnt="0"/>
      <dgm:spPr/>
    </dgm:pt>
    <dgm:pt modelId="{E607706E-8BDA-4379-A530-31B930365B84}" type="pres">
      <dgm:prSet presAssocID="{CA38E880-624F-463C-819D-01A3FF9C177E}" presName="compNode" presStyleCnt="0"/>
      <dgm:spPr/>
    </dgm:pt>
    <dgm:pt modelId="{CE51D380-28FC-4EBA-9DBC-BC57980351A3}" type="pres">
      <dgm:prSet presAssocID="{CA38E880-624F-463C-819D-01A3FF9C177E}" presName="bgRect" presStyleLbl="bgShp" presStyleIdx="2" presStyleCnt="3"/>
      <dgm:spPr/>
    </dgm:pt>
    <dgm:pt modelId="{9F8F0F86-44FD-4D97-A68C-7373986AE5E3}" type="pres">
      <dgm:prSet presAssocID="{CA38E880-624F-463C-819D-01A3FF9C177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xt"/>
        </a:ext>
      </dgm:extLst>
    </dgm:pt>
    <dgm:pt modelId="{B714CE1B-CC09-49A7-9C28-2CDDB8BAB5BD}" type="pres">
      <dgm:prSet presAssocID="{CA38E880-624F-463C-819D-01A3FF9C177E}" presName="spaceRect" presStyleCnt="0"/>
      <dgm:spPr/>
    </dgm:pt>
    <dgm:pt modelId="{FD4E5F9B-5BED-4560-A289-8E6E1BB9E70E}" type="pres">
      <dgm:prSet presAssocID="{CA38E880-624F-463C-819D-01A3FF9C177E}" presName="parTx" presStyleLbl="revTx" presStyleIdx="2" presStyleCnt="4">
        <dgm:presLayoutVars>
          <dgm:chMax val="0"/>
          <dgm:chPref val="0"/>
        </dgm:presLayoutVars>
      </dgm:prSet>
      <dgm:spPr/>
    </dgm:pt>
    <dgm:pt modelId="{3080C4F5-E4F6-4E1E-A406-852B09298C27}" type="pres">
      <dgm:prSet presAssocID="{CA38E880-624F-463C-819D-01A3FF9C177E}" presName="desTx" presStyleLbl="revTx" presStyleIdx="3" presStyleCnt="4">
        <dgm:presLayoutVars/>
      </dgm:prSet>
      <dgm:spPr/>
    </dgm:pt>
  </dgm:ptLst>
  <dgm:cxnLst>
    <dgm:cxn modelId="{1EE29029-4B3C-409E-A494-B00614E377B4}" srcId="{DA3ADBB4-7D1B-4667-B607-33AEBDB6EFD3}" destId="{467A1DAF-5F1D-4695-8D70-5CB32ECFCDCB}" srcOrd="0" destOrd="0" parTransId="{D856C866-F837-497D-BE0B-0F83A6493D73}" sibTransId="{BA387669-9B7F-4ECE-B4A3-F74C67042717}"/>
    <dgm:cxn modelId="{E019693C-82A4-40E5-97B3-B0DB29565D08}" srcId="{CA38E880-624F-463C-819D-01A3FF9C177E}" destId="{7F3FC325-F6D5-427F-9EF3-A59A0B46250B}" srcOrd="4" destOrd="0" parTransId="{CA989742-BC7F-4515-AD0A-86123572E3C5}" sibTransId="{4546466F-51F6-4CBE-9431-3AD045F7F772}"/>
    <dgm:cxn modelId="{D1AE9741-963A-4699-9056-90F3DAB2BD03}" srcId="{DA3ADBB4-7D1B-4667-B607-33AEBDB6EFD3}" destId="{84AC23F7-CC4C-4D26-BACC-A81BC924CCE6}" srcOrd="1" destOrd="0" parTransId="{AD64D4B9-4A3D-492A-B847-5171084EE192}" sibTransId="{5C8B1EB6-C158-4D8D-A30C-DF209C576F58}"/>
    <dgm:cxn modelId="{9E4ED343-E469-477E-9CB1-F3724FCC4AAF}" type="presOf" srcId="{DA3ADBB4-7D1B-4667-B607-33AEBDB6EFD3}" destId="{3C4740AA-FA97-493F-94F4-684C338D3F47}" srcOrd="0" destOrd="0" presId="urn:microsoft.com/office/officeart/2018/2/layout/IconVerticalSolidList"/>
    <dgm:cxn modelId="{1C94786A-8E6F-4C65-AB6F-57F400179411}" srcId="{CA38E880-624F-463C-819D-01A3FF9C177E}" destId="{E08B9F18-7377-4B97-9930-84148B581ADA}" srcOrd="3" destOrd="0" parTransId="{0B7F2748-3B2B-47F3-8F5B-119CB736738E}" sibTransId="{7554179E-7917-4C6A-B39C-5729B0B97830}"/>
    <dgm:cxn modelId="{B7532D8A-1137-4472-972D-D42F8FDC3C56}" type="presOf" srcId="{7F3FC325-F6D5-427F-9EF3-A59A0B46250B}" destId="{3080C4F5-E4F6-4E1E-A406-852B09298C27}" srcOrd="0" destOrd="4" presId="urn:microsoft.com/office/officeart/2018/2/layout/IconVerticalSolidList"/>
    <dgm:cxn modelId="{1D7BC191-0A6B-4168-BE76-F22039732429}" type="presOf" srcId="{467A1DAF-5F1D-4695-8D70-5CB32ECFCDCB}" destId="{38B1D403-5752-41F3-871D-AD0BEE18CC6A}" srcOrd="0" destOrd="0" presId="urn:microsoft.com/office/officeart/2018/2/layout/IconVerticalSolidList"/>
    <dgm:cxn modelId="{922D109D-9E4A-44D7-88DE-8B06473100C2}" type="presOf" srcId="{E2205EDF-DBCB-467A-923F-5F56A4FA4107}" destId="{3080C4F5-E4F6-4E1E-A406-852B09298C27}" srcOrd="0" destOrd="2" presId="urn:microsoft.com/office/officeart/2018/2/layout/IconVerticalSolidList"/>
    <dgm:cxn modelId="{7340F0A8-834C-4FD3-99BA-E0FF6A3A661D}" srcId="{CA38E880-624F-463C-819D-01A3FF9C177E}" destId="{E2205EDF-DBCB-467A-923F-5F56A4FA4107}" srcOrd="2" destOrd="0" parTransId="{A7869D37-AF87-4ECF-B637-FF021D910E60}" sibTransId="{2221041A-AD17-4ABC-9BD6-193DA75C5DFE}"/>
    <dgm:cxn modelId="{2D71F5AA-42B5-4FB5-BD09-F0E5911809E0}" type="presOf" srcId="{155EDA86-8DB5-4E75-BD37-A3BBFC599FEA}" destId="{3080C4F5-E4F6-4E1E-A406-852B09298C27}" srcOrd="0" destOrd="0" presId="urn:microsoft.com/office/officeart/2018/2/layout/IconVerticalSolidList"/>
    <dgm:cxn modelId="{A9BD71AB-82F7-42AD-805B-3D793422D1D5}" type="presOf" srcId="{CA38E880-624F-463C-819D-01A3FF9C177E}" destId="{FD4E5F9B-5BED-4560-A289-8E6E1BB9E70E}" srcOrd="0" destOrd="0" presId="urn:microsoft.com/office/officeart/2018/2/layout/IconVerticalSolidList"/>
    <dgm:cxn modelId="{AB28F2AF-BC63-478B-96B1-815D60C50A6D}" type="presOf" srcId="{84AC23F7-CC4C-4D26-BACC-A81BC924CCE6}" destId="{6E16C90F-5B49-4B71-A7E3-13F36F3AA51F}" srcOrd="0" destOrd="0" presId="urn:microsoft.com/office/officeart/2018/2/layout/IconVerticalSolidList"/>
    <dgm:cxn modelId="{762F2FBD-F433-4E92-B668-C645BB00AADC}" type="presOf" srcId="{E08B9F18-7377-4B97-9930-84148B581ADA}" destId="{3080C4F5-E4F6-4E1E-A406-852B09298C27}" srcOrd="0" destOrd="3" presId="urn:microsoft.com/office/officeart/2018/2/layout/IconVerticalSolidList"/>
    <dgm:cxn modelId="{3B98BFDD-CD85-443B-811B-5A34EC552DA6}" srcId="{DA3ADBB4-7D1B-4667-B607-33AEBDB6EFD3}" destId="{CA38E880-624F-463C-819D-01A3FF9C177E}" srcOrd="2" destOrd="0" parTransId="{76D8C8CC-3CB1-4B9C-908B-FE09EB9C8811}" sibTransId="{7222C373-D07A-4D47-A68B-0363FD4F8CE5}"/>
    <dgm:cxn modelId="{FCCCBAE8-4E1E-4CFB-9E35-8857D47016A2}" srcId="{CA38E880-624F-463C-819D-01A3FF9C177E}" destId="{155EDA86-8DB5-4E75-BD37-A3BBFC599FEA}" srcOrd="0" destOrd="0" parTransId="{88CDB1CE-7384-4CE9-8E3E-518477486EC3}" sibTransId="{22CFAE35-914E-48DC-8369-014FB102C6B6}"/>
    <dgm:cxn modelId="{05FEE6E8-1A3F-4E64-A9E9-09737EFCC9AF}" type="presOf" srcId="{234C4587-126C-4420-A93C-74A6F950C81F}" destId="{3080C4F5-E4F6-4E1E-A406-852B09298C27}" srcOrd="0" destOrd="1" presId="urn:microsoft.com/office/officeart/2018/2/layout/IconVerticalSolidList"/>
    <dgm:cxn modelId="{FD1E94EC-2542-4C0B-9CB3-E179F6CC8043}" srcId="{CA38E880-624F-463C-819D-01A3FF9C177E}" destId="{234C4587-126C-4420-A93C-74A6F950C81F}" srcOrd="1" destOrd="0" parTransId="{82E086DC-84DE-4E5E-87EA-580339E9D89B}" sibTransId="{C30EB174-5781-42F5-9891-878BF817FC63}"/>
    <dgm:cxn modelId="{B3B414AE-674F-47D5-B8AA-B6A75E4B8CB6}" type="presParOf" srcId="{3C4740AA-FA97-493F-94F4-684C338D3F47}" destId="{1B1DD924-0766-40FC-A111-1363ABE1089E}" srcOrd="0" destOrd="0" presId="urn:microsoft.com/office/officeart/2018/2/layout/IconVerticalSolidList"/>
    <dgm:cxn modelId="{1050B881-8919-44CB-A52C-91D608CFBE7D}" type="presParOf" srcId="{1B1DD924-0766-40FC-A111-1363ABE1089E}" destId="{2B82FA39-871A-4DC6-91B9-3E0EB8A0319B}" srcOrd="0" destOrd="0" presId="urn:microsoft.com/office/officeart/2018/2/layout/IconVerticalSolidList"/>
    <dgm:cxn modelId="{552BFD76-A33E-4B8B-907F-28ECD503E4D7}" type="presParOf" srcId="{1B1DD924-0766-40FC-A111-1363ABE1089E}" destId="{FFEECD69-8CF5-48EC-BFC5-DCFB676E7D18}" srcOrd="1" destOrd="0" presId="urn:microsoft.com/office/officeart/2018/2/layout/IconVerticalSolidList"/>
    <dgm:cxn modelId="{C1524392-7B00-4F28-BA5F-57DC90364D4E}" type="presParOf" srcId="{1B1DD924-0766-40FC-A111-1363ABE1089E}" destId="{CECF94FE-313C-41B7-84C6-8D1C113AF4FA}" srcOrd="2" destOrd="0" presId="urn:microsoft.com/office/officeart/2018/2/layout/IconVerticalSolidList"/>
    <dgm:cxn modelId="{2FA894E8-5EC7-40CB-8E50-1A57726D401F}" type="presParOf" srcId="{1B1DD924-0766-40FC-A111-1363ABE1089E}" destId="{38B1D403-5752-41F3-871D-AD0BEE18CC6A}" srcOrd="3" destOrd="0" presId="urn:microsoft.com/office/officeart/2018/2/layout/IconVerticalSolidList"/>
    <dgm:cxn modelId="{7F39AF6D-8BC0-4716-86F6-9159ED03CA95}" type="presParOf" srcId="{3C4740AA-FA97-493F-94F4-684C338D3F47}" destId="{959C8E65-787F-4AD9-9258-D0758159CBF0}" srcOrd="1" destOrd="0" presId="urn:microsoft.com/office/officeart/2018/2/layout/IconVerticalSolidList"/>
    <dgm:cxn modelId="{D863F076-AE33-46F4-9837-C205C5527E94}" type="presParOf" srcId="{3C4740AA-FA97-493F-94F4-684C338D3F47}" destId="{EAE45053-E9F9-44F6-ABCD-462B95DF07AE}" srcOrd="2" destOrd="0" presId="urn:microsoft.com/office/officeart/2018/2/layout/IconVerticalSolidList"/>
    <dgm:cxn modelId="{B3C10E1C-431B-4BDE-B816-ABD3489AB3E4}" type="presParOf" srcId="{EAE45053-E9F9-44F6-ABCD-462B95DF07AE}" destId="{20DE1696-4948-45D0-B7B4-8F2CBFD2F789}" srcOrd="0" destOrd="0" presId="urn:microsoft.com/office/officeart/2018/2/layout/IconVerticalSolidList"/>
    <dgm:cxn modelId="{74C62FCE-DDEF-476E-9AEC-36D9894821CC}" type="presParOf" srcId="{EAE45053-E9F9-44F6-ABCD-462B95DF07AE}" destId="{849E01FA-C014-4297-883A-C98DD449BC73}" srcOrd="1" destOrd="0" presId="urn:microsoft.com/office/officeart/2018/2/layout/IconVerticalSolidList"/>
    <dgm:cxn modelId="{7C67F862-74AB-4895-BA19-C413F9EBC4B8}" type="presParOf" srcId="{EAE45053-E9F9-44F6-ABCD-462B95DF07AE}" destId="{441A9533-86D7-4F8A-B587-DA9E1FF0A75E}" srcOrd="2" destOrd="0" presId="urn:microsoft.com/office/officeart/2018/2/layout/IconVerticalSolidList"/>
    <dgm:cxn modelId="{47AFB98C-715C-4CE0-A5F0-B7980187F3EB}" type="presParOf" srcId="{EAE45053-E9F9-44F6-ABCD-462B95DF07AE}" destId="{6E16C90F-5B49-4B71-A7E3-13F36F3AA51F}" srcOrd="3" destOrd="0" presId="urn:microsoft.com/office/officeart/2018/2/layout/IconVerticalSolidList"/>
    <dgm:cxn modelId="{81796ECB-3CD7-4675-8B77-8C62870E9F6C}" type="presParOf" srcId="{3C4740AA-FA97-493F-94F4-684C338D3F47}" destId="{305D96E5-5D55-49F7-8C7B-0B6938F66C41}" srcOrd="3" destOrd="0" presId="urn:microsoft.com/office/officeart/2018/2/layout/IconVerticalSolidList"/>
    <dgm:cxn modelId="{87B83CCD-A4A3-4C54-83A2-C47A2C78CF2D}" type="presParOf" srcId="{3C4740AA-FA97-493F-94F4-684C338D3F47}" destId="{E607706E-8BDA-4379-A530-31B930365B84}" srcOrd="4" destOrd="0" presId="urn:microsoft.com/office/officeart/2018/2/layout/IconVerticalSolidList"/>
    <dgm:cxn modelId="{0A6FC5D0-0AF5-467E-9F70-77D3B343763C}" type="presParOf" srcId="{E607706E-8BDA-4379-A530-31B930365B84}" destId="{CE51D380-28FC-4EBA-9DBC-BC57980351A3}" srcOrd="0" destOrd="0" presId="urn:microsoft.com/office/officeart/2018/2/layout/IconVerticalSolidList"/>
    <dgm:cxn modelId="{8E48996A-8CCD-4494-BC25-230132A0D469}" type="presParOf" srcId="{E607706E-8BDA-4379-A530-31B930365B84}" destId="{9F8F0F86-44FD-4D97-A68C-7373986AE5E3}" srcOrd="1" destOrd="0" presId="urn:microsoft.com/office/officeart/2018/2/layout/IconVerticalSolidList"/>
    <dgm:cxn modelId="{4E0D2395-B9BF-4E0D-A49A-959500C27C0E}" type="presParOf" srcId="{E607706E-8BDA-4379-A530-31B930365B84}" destId="{B714CE1B-CC09-49A7-9C28-2CDDB8BAB5BD}" srcOrd="2" destOrd="0" presId="urn:microsoft.com/office/officeart/2018/2/layout/IconVerticalSolidList"/>
    <dgm:cxn modelId="{A0492E3E-CDDC-47B0-9F5B-95CC648F45BE}" type="presParOf" srcId="{E607706E-8BDA-4379-A530-31B930365B84}" destId="{FD4E5F9B-5BED-4560-A289-8E6E1BB9E70E}" srcOrd="3" destOrd="0" presId="urn:microsoft.com/office/officeart/2018/2/layout/IconVerticalSolidList"/>
    <dgm:cxn modelId="{6F4970F4-8D12-48DD-A736-14E85F9E4656}" type="presParOf" srcId="{E607706E-8BDA-4379-A530-31B930365B84}" destId="{3080C4F5-E4F6-4E1E-A406-852B09298C27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FFA1E2B-41A4-43BF-8AD8-753D4A51E1C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8902EF7-8E23-44E0-84F5-D14AA5CEDBAF}">
      <dgm:prSet/>
      <dgm:spPr/>
      <dgm:t>
        <a:bodyPr/>
        <a:lstStyle/>
        <a:p>
          <a:r>
            <a:rPr lang="en-US"/>
            <a:t>Extension: .txt</a:t>
          </a:r>
        </a:p>
      </dgm:t>
    </dgm:pt>
    <dgm:pt modelId="{8299FDEB-23B6-4778-A229-48294810FE90}" type="parTrans" cxnId="{290909CF-D98D-4D7D-9618-BD2C5C089ADD}">
      <dgm:prSet/>
      <dgm:spPr/>
      <dgm:t>
        <a:bodyPr/>
        <a:lstStyle/>
        <a:p>
          <a:endParaRPr lang="en-US"/>
        </a:p>
      </dgm:t>
    </dgm:pt>
    <dgm:pt modelId="{529095AB-03D5-49E3-A7F3-BE23BB8066FE}" type="sibTrans" cxnId="{290909CF-D98D-4D7D-9618-BD2C5C089ADD}">
      <dgm:prSet/>
      <dgm:spPr/>
      <dgm:t>
        <a:bodyPr/>
        <a:lstStyle/>
        <a:p>
          <a:endParaRPr lang="en-US"/>
        </a:p>
      </dgm:t>
    </dgm:pt>
    <dgm:pt modelId="{28136D71-3C15-471A-AC02-2A357188252D}">
      <dgm:prSet/>
      <dgm:spPr/>
      <dgm:t>
        <a:bodyPr/>
        <a:lstStyle/>
        <a:p>
          <a:r>
            <a:rPr lang="en-US"/>
            <a:t>Human readable text</a:t>
          </a:r>
        </a:p>
      </dgm:t>
    </dgm:pt>
    <dgm:pt modelId="{153730CF-99F1-4F13-9DC3-34D46063801D}" type="parTrans" cxnId="{93F3CF1A-F9BB-4B9A-9EC0-5162F7A92675}">
      <dgm:prSet/>
      <dgm:spPr/>
      <dgm:t>
        <a:bodyPr/>
        <a:lstStyle/>
        <a:p>
          <a:endParaRPr lang="en-US"/>
        </a:p>
      </dgm:t>
    </dgm:pt>
    <dgm:pt modelId="{8A63425B-3CB2-41B7-B8DC-DB3E5439FB5C}" type="sibTrans" cxnId="{93F3CF1A-F9BB-4B9A-9EC0-5162F7A92675}">
      <dgm:prSet/>
      <dgm:spPr/>
      <dgm:t>
        <a:bodyPr/>
        <a:lstStyle/>
        <a:p>
          <a:endParaRPr lang="en-US"/>
        </a:p>
      </dgm:t>
    </dgm:pt>
    <dgm:pt modelId="{33637950-DE13-4565-8AE7-A6A3C24B35EF}">
      <dgm:prSet/>
      <dgm:spPr/>
      <dgm:t>
        <a:bodyPr/>
        <a:lstStyle/>
        <a:p>
          <a:r>
            <a:rPr lang="en-US"/>
            <a:t>Will display as it is written</a:t>
          </a:r>
        </a:p>
      </dgm:t>
    </dgm:pt>
    <dgm:pt modelId="{E34F1A5F-6E5D-4C9F-8CBA-00FA08D3F2C4}" type="parTrans" cxnId="{079EEED4-2636-4E17-883C-D907326DA5D1}">
      <dgm:prSet/>
      <dgm:spPr/>
      <dgm:t>
        <a:bodyPr/>
        <a:lstStyle/>
        <a:p>
          <a:endParaRPr lang="en-US"/>
        </a:p>
      </dgm:t>
    </dgm:pt>
    <dgm:pt modelId="{F96C0E7F-102F-487E-86F8-58DD05FD9F49}" type="sibTrans" cxnId="{079EEED4-2636-4E17-883C-D907326DA5D1}">
      <dgm:prSet/>
      <dgm:spPr/>
      <dgm:t>
        <a:bodyPr/>
        <a:lstStyle/>
        <a:p>
          <a:endParaRPr lang="en-US"/>
        </a:p>
      </dgm:t>
    </dgm:pt>
    <dgm:pt modelId="{1BD1BA96-007B-4125-838D-B6113A10BB3A}">
      <dgm:prSet/>
      <dgm:spPr/>
      <dgm:t>
        <a:bodyPr/>
        <a:lstStyle/>
        <a:p>
          <a:r>
            <a:rPr lang="en-US"/>
            <a:t>Books, Papers, or anything written in ASCII code</a:t>
          </a:r>
        </a:p>
      </dgm:t>
    </dgm:pt>
    <dgm:pt modelId="{A91D60A4-4E6C-4E81-AF00-685CA1E4E51A}" type="parTrans" cxnId="{DC680266-220B-4336-8491-91D1DA2280E2}">
      <dgm:prSet/>
      <dgm:spPr/>
      <dgm:t>
        <a:bodyPr/>
        <a:lstStyle/>
        <a:p>
          <a:endParaRPr lang="en-US"/>
        </a:p>
      </dgm:t>
    </dgm:pt>
    <dgm:pt modelId="{D2CC49CF-DFBB-4904-9F47-42D31FA0FEC4}" type="sibTrans" cxnId="{DC680266-220B-4336-8491-91D1DA2280E2}">
      <dgm:prSet/>
      <dgm:spPr/>
      <dgm:t>
        <a:bodyPr/>
        <a:lstStyle/>
        <a:p>
          <a:endParaRPr lang="en-US"/>
        </a:p>
      </dgm:t>
    </dgm:pt>
    <dgm:pt modelId="{209FDA1D-85E9-4441-A033-8622E7272D3E}" type="pres">
      <dgm:prSet presAssocID="{1FFA1E2B-41A4-43BF-8AD8-753D4A51E1CA}" presName="linear" presStyleCnt="0">
        <dgm:presLayoutVars>
          <dgm:animLvl val="lvl"/>
          <dgm:resizeHandles val="exact"/>
        </dgm:presLayoutVars>
      </dgm:prSet>
      <dgm:spPr/>
    </dgm:pt>
    <dgm:pt modelId="{BF4B7AB9-131A-4653-9E81-055ACE68B065}" type="pres">
      <dgm:prSet presAssocID="{A8902EF7-8E23-44E0-84F5-D14AA5CEDBA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1E6E08A-5E3D-4294-AD72-1130DFFC6F81}" type="pres">
      <dgm:prSet presAssocID="{529095AB-03D5-49E3-A7F3-BE23BB8066FE}" presName="spacer" presStyleCnt="0"/>
      <dgm:spPr/>
    </dgm:pt>
    <dgm:pt modelId="{CF9B7D08-E81D-4237-9430-0C7C04C08796}" type="pres">
      <dgm:prSet presAssocID="{28136D71-3C15-471A-AC02-2A357188252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B472425-FFB4-416A-B3F8-B1ED19A51D5C}" type="pres">
      <dgm:prSet presAssocID="{8A63425B-3CB2-41B7-B8DC-DB3E5439FB5C}" presName="spacer" presStyleCnt="0"/>
      <dgm:spPr/>
    </dgm:pt>
    <dgm:pt modelId="{84C16FC3-4C4B-4CC1-914C-54EDA3EA2A68}" type="pres">
      <dgm:prSet presAssocID="{33637950-DE13-4565-8AE7-A6A3C24B35E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9FE9AAE-7EE7-45CF-A046-B01DA42DF40B}" type="pres">
      <dgm:prSet presAssocID="{F96C0E7F-102F-487E-86F8-58DD05FD9F49}" presName="spacer" presStyleCnt="0"/>
      <dgm:spPr/>
    </dgm:pt>
    <dgm:pt modelId="{F9AA941E-94EE-48BB-8D5B-A3817519044E}" type="pres">
      <dgm:prSet presAssocID="{1BD1BA96-007B-4125-838D-B6113A10BB3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3F3CF1A-F9BB-4B9A-9EC0-5162F7A92675}" srcId="{1FFA1E2B-41A4-43BF-8AD8-753D4A51E1CA}" destId="{28136D71-3C15-471A-AC02-2A357188252D}" srcOrd="1" destOrd="0" parTransId="{153730CF-99F1-4F13-9DC3-34D46063801D}" sibTransId="{8A63425B-3CB2-41B7-B8DC-DB3E5439FB5C}"/>
    <dgm:cxn modelId="{C7D1F41A-42C4-40AF-9659-45B6621B381F}" type="presOf" srcId="{28136D71-3C15-471A-AC02-2A357188252D}" destId="{CF9B7D08-E81D-4237-9430-0C7C04C08796}" srcOrd="0" destOrd="0" presId="urn:microsoft.com/office/officeart/2005/8/layout/vList2"/>
    <dgm:cxn modelId="{E5741B1D-74BD-4865-A567-F43F39AACDAE}" type="presOf" srcId="{33637950-DE13-4565-8AE7-A6A3C24B35EF}" destId="{84C16FC3-4C4B-4CC1-914C-54EDA3EA2A68}" srcOrd="0" destOrd="0" presId="urn:microsoft.com/office/officeart/2005/8/layout/vList2"/>
    <dgm:cxn modelId="{DC680266-220B-4336-8491-91D1DA2280E2}" srcId="{1FFA1E2B-41A4-43BF-8AD8-753D4A51E1CA}" destId="{1BD1BA96-007B-4125-838D-B6113A10BB3A}" srcOrd="3" destOrd="0" parTransId="{A91D60A4-4E6C-4E81-AF00-685CA1E4E51A}" sibTransId="{D2CC49CF-DFBB-4904-9F47-42D31FA0FEC4}"/>
    <dgm:cxn modelId="{6D04F76B-A5E0-48B3-A3AD-3E407E149359}" type="presOf" srcId="{A8902EF7-8E23-44E0-84F5-D14AA5CEDBAF}" destId="{BF4B7AB9-131A-4653-9E81-055ACE68B065}" srcOrd="0" destOrd="0" presId="urn:microsoft.com/office/officeart/2005/8/layout/vList2"/>
    <dgm:cxn modelId="{D868E78C-7A9C-48C0-9C10-6656611CE65B}" type="presOf" srcId="{1FFA1E2B-41A4-43BF-8AD8-753D4A51E1CA}" destId="{209FDA1D-85E9-4441-A033-8622E7272D3E}" srcOrd="0" destOrd="0" presId="urn:microsoft.com/office/officeart/2005/8/layout/vList2"/>
    <dgm:cxn modelId="{290909CF-D98D-4D7D-9618-BD2C5C089ADD}" srcId="{1FFA1E2B-41A4-43BF-8AD8-753D4A51E1CA}" destId="{A8902EF7-8E23-44E0-84F5-D14AA5CEDBAF}" srcOrd="0" destOrd="0" parTransId="{8299FDEB-23B6-4778-A229-48294810FE90}" sibTransId="{529095AB-03D5-49E3-A7F3-BE23BB8066FE}"/>
    <dgm:cxn modelId="{079EEED4-2636-4E17-883C-D907326DA5D1}" srcId="{1FFA1E2B-41A4-43BF-8AD8-753D4A51E1CA}" destId="{33637950-DE13-4565-8AE7-A6A3C24B35EF}" srcOrd="2" destOrd="0" parTransId="{E34F1A5F-6E5D-4C9F-8CBA-00FA08D3F2C4}" sibTransId="{F96C0E7F-102F-487E-86F8-58DD05FD9F49}"/>
    <dgm:cxn modelId="{F22EADD7-7784-4028-B2D2-7803AA7F447E}" type="presOf" srcId="{1BD1BA96-007B-4125-838D-B6113A10BB3A}" destId="{F9AA941E-94EE-48BB-8D5B-A3817519044E}" srcOrd="0" destOrd="0" presId="urn:microsoft.com/office/officeart/2005/8/layout/vList2"/>
    <dgm:cxn modelId="{ABCCDB6E-F7F0-4E77-AD36-0E26C50429A4}" type="presParOf" srcId="{209FDA1D-85E9-4441-A033-8622E7272D3E}" destId="{BF4B7AB9-131A-4653-9E81-055ACE68B065}" srcOrd="0" destOrd="0" presId="urn:microsoft.com/office/officeart/2005/8/layout/vList2"/>
    <dgm:cxn modelId="{50CFA1BB-9A5A-4F5E-A511-A9E55C29C022}" type="presParOf" srcId="{209FDA1D-85E9-4441-A033-8622E7272D3E}" destId="{31E6E08A-5E3D-4294-AD72-1130DFFC6F81}" srcOrd="1" destOrd="0" presId="urn:microsoft.com/office/officeart/2005/8/layout/vList2"/>
    <dgm:cxn modelId="{2AF77B6F-CC51-43C0-BD7D-96836E43A140}" type="presParOf" srcId="{209FDA1D-85E9-4441-A033-8622E7272D3E}" destId="{CF9B7D08-E81D-4237-9430-0C7C04C08796}" srcOrd="2" destOrd="0" presId="urn:microsoft.com/office/officeart/2005/8/layout/vList2"/>
    <dgm:cxn modelId="{1345DE03-4732-4BF8-82D4-2D31D3C1806E}" type="presParOf" srcId="{209FDA1D-85E9-4441-A033-8622E7272D3E}" destId="{4B472425-FFB4-416A-B3F8-B1ED19A51D5C}" srcOrd="3" destOrd="0" presId="urn:microsoft.com/office/officeart/2005/8/layout/vList2"/>
    <dgm:cxn modelId="{A11501DA-29DF-4F85-B626-186C8346CDBF}" type="presParOf" srcId="{209FDA1D-85E9-4441-A033-8622E7272D3E}" destId="{84C16FC3-4C4B-4CC1-914C-54EDA3EA2A68}" srcOrd="4" destOrd="0" presId="urn:microsoft.com/office/officeart/2005/8/layout/vList2"/>
    <dgm:cxn modelId="{DCDDC218-39FE-4874-B6E4-6A0E78C5EFEE}" type="presParOf" srcId="{209FDA1D-85E9-4441-A033-8622E7272D3E}" destId="{B9FE9AAE-7EE7-45CF-A046-B01DA42DF40B}" srcOrd="5" destOrd="0" presId="urn:microsoft.com/office/officeart/2005/8/layout/vList2"/>
    <dgm:cxn modelId="{A85920F2-7123-4E44-9DB3-568F18075FC3}" type="presParOf" srcId="{209FDA1D-85E9-4441-A033-8622E7272D3E}" destId="{F9AA941E-94EE-48BB-8D5B-A3817519044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AC69E23-20EE-4D54-BA55-2249AB0CEA1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7912B5E-7F08-48CC-8480-D78D2AFAE778}">
      <dgm:prSet/>
      <dgm:spPr/>
      <dgm:t>
        <a:bodyPr/>
        <a:lstStyle/>
        <a:p>
          <a:r>
            <a:rPr lang="en-US"/>
            <a:t>Extension Examples: .jpg, .png, .gif</a:t>
          </a:r>
        </a:p>
      </dgm:t>
    </dgm:pt>
    <dgm:pt modelId="{E5AA2A38-3FB7-4461-965F-64D742E00B58}" type="parTrans" cxnId="{8DBD68FF-BDA9-46AB-9404-3005D8B3B444}">
      <dgm:prSet/>
      <dgm:spPr/>
      <dgm:t>
        <a:bodyPr/>
        <a:lstStyle/>
        <a:p>
          <a:endParaRPr lang="en-US"/>
        </a:p>
      </dgm:t>
    </dgm:pt>
    <dgm:pt modelId="{2FC0C36C-0289-45D2-B4B9-6F51CB45E5CE}" type="sibTrans" cxnId="{8DBD68FF-BDA9-46AB-9404-3005D8B3B444}">
      <dgm:prSet/>
      <dgm:spPr/>
      <dgm:t>
        <a:bodyPr/>
        <a:lstStyle/>
        <a:p>
          <a:endParaRPr lang="en-US"/>
        </a:p>
      </dgm:t>
    </dgm:pt>
    <dgm:pt modelId="{355C69D4-BFA6-4EFE-A646-E87F27EFD260}">
      <dgm:prSet/>
      <dgm:spPr/>
      <dgm:t>
        <a:bodyPr/>
        <a:lstStyle/>
        <a:p>
          <a:r>
            <a:rPr lang="en-US"/>
            <a:t>Translates dots (pixels) into images</a:t>
          </a:r>
        </a:p>
      </dgm:t>
    </dgm:pt>
    <dgm:pt modelId="{EE2D91D5-B38F-42EA-877F-DB0D75F56557}" type="parTrans" cxnId="{5F9DACB7-2FA0-404A-98D8-CD91A3876B82}">
      <dgm:prSet/>
      <dgm:spPr/>
      <dgm:t>
        <a:bodyPr/>
        <a:lstStyle/>
        <a:p>
          <a:endParaRPr lang="en-US"/>
        </a:p>
      </dgm:t>
    </dgm:pt>
    <dgm:pt modelId="{88600D23-91FD-4A04-A8C7-A8757AA878A8}" type="sibTrans" cxnId="{5F9DACB7-2FA0-404A-98D8-CD91A3876B82}">
      <dgm:prSet/>
      <dgm:spPr/>
      <dgm:t>
        <a:bodyPr/>
        <a:lstStyle/>
        <a:p>
          <a:endParaRPr lang="en-US"/>
        </a:p>
      </dgm:t>
    </dgm:pt>
    <dgm:pt modelId="{6C902ADD-BC37-4402-8ADA-9614B997C879}">
      <dgm:prSet/>
      <dgm:spPr/>
      <dgm:t>
        <a:bodyPr/>
        <a:lstStyle/>
        <a:p>
          <a:r>
            <a:rPr lang="en-US"/>
            <a:t>Each pixel is setup to be a color</a:t>
          </a:r>
        </a:p>
      </dgm:t>
    </dgm:pt>
    <dgm:pt modelId="{8763987E-2F0E-4431-AB57-A4304C242B2E}" type="parTrans" cxnId="{D54E20B2-51CD-4BE4-AB53-508417ADCBFF}">
      <dgm:prSet/>
      <dgm:spPr/>
      <dgm:t>
        <a:bodyPr/>
        <a:lstStyle/>
        <a:p>
          <a:endParaRPr lang="en-US"/>
        </a:p>
      </dgm:t>
    </dgm:pt>
    <dgm:pt modelId="{8DF1DC81-C491-45E7-8334-BC09335F432E}" type="sibTrans" cxnId="{D54E20B2-51CD-4BE4-AB53-508417ADCBFF}">
      <dgm:prSet/>
      <dgm:spPr/>
      <dgm:t>
        <a:bodyPr/>
        <a:lstStyle/>
        <a:p>
          <a:endParaRPr lang="en-US"/>
        </a:p>
      </dgm:t>
    </dgm:pt>
    <dgm:pt modelId="{8EE3F569-2FFE-4497-89D8-4A7BEBD04122}">
      <dgm:prSet/>
      <dgm:spPr/>
      <dgm:t>
        <a:bodyPr/>
        <a:lstStyle/>
        <a:p>
          <a:r>
            <a:rPr lang="en-US"/>
            <a:t>Once stored it can be displayed as an image</a:t>
          </a:r>
        </a:p>
      </dgm:t>
    </dgm:pt>
    <dgm:pt modelId="{59434810-C6DB-4633-A607-44FBF9222536}" type="parTrans" cxnId="{8C920CD5-FAD3-4DA8-9347-45FE115F00FA}">
      <dgm:prSet/>
      <dgm:spPr/>
      <dgm:t>
        <a:bodyPr/>
        <a:lstStyle/>
        <a:p>
          <a:endParaRPr lang="en-US"/>
        </a:p>
      </dgm:t>
    </dgm:pt>
    <dgm:pt modelId="{6E7C8EA1-94BB-4579-8BEE-37226BC1AAE5}" type="sibTrans" cxnId="{8C920CD5-FAD3-4DA8-9347-45FE115F00FA}">
      <dgm:prSet/>
      <dgm:spPr/>
      <dgm:t>
        <a:bodyPr/>
        <a:lstStyle/>
        <a:p>
          <a:endParaRPr lang="en-US"/>
        </a:p>
      </dgm:t>
    </dgm:pt>
    <dgm:pt modelId="{7E4C8FB8-390C-4C39-83BB-8D515910927A}" type="pres">
      <dgm:prSet presAssocID="{3AC69E23-20EE-4D54-BA55-2249AB0CEA1F}" presName="linear" presStyleCnt="0">
        <dgm:presLayoutVars>
          <dgm:animLvl val="lvl"/>
          <dgm:resizeHandles val="exact"/>
        </dgm:presLayoutVars>
      </dgm:prSet>
      <dgm:spPr/>
    </dgm:pt>
    <dgm:pt modelId="{0752A641-56C0-4F3C-8877-E759A71D92BB}" type="pres">
      <dgm:prSet presAssocID="{A7912B5E-7F08-48CC-8480-D78D2AFAE77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D948731-C425-4947-A13F-34124C4CFCBA}" type="pres">
      <dgm:prSet presAssocID="{2FC0C36C-0289-45D2-B4B9-6F51CB45E5CE}" presName="spacer" presStyleCnt="0"/>
      <dgm:spPr/>
    </dgm:pt>
    <dgm:pt modelId="{8452EAEB-FA2D-443A-A517-190F1FAD8729}" type="pres">
      <dgm:prSet presAssocID="{355C69D4-BFA6-4EFE-A646-E87F27EFD26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F9CEBA1-F8E8-4F15-B104-681D10EFF807}" type="pres">
      <dgm:prSet presAssocID="{88600D23-91FD-4A04-A8C7-A8757AA878A8}" presName="spacer" presStyleCnt="0"/>
      <dgm:spPr/>
    </dgm:pt>
    <dgm:pt modelId="{0554252F-8C6D-4C43-925F-7CDB8DB36439}" type="pres">
      <dgm:prSet presAssocID="{6C902ADD-BC37-4402-8ADA-9614B997C87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1105212-EF77-46E6-85EA-F9D784EC689B}" type="pres">
      <dgm:prSet presAssocID="{8DF1DC81-C491-45E7-8334-BC09335F432E}" presName="spacer" presStyleCnt="0"/>
      <dgm:spPr/>
    </dgm:pt>
    <dgm:pt modelId="{F97CC29B-53C1-44CA-B8FA-19224D9CC478}" type="pres">
      <dgm:prSet presAssocID="{8EE3F569-2FFE-4497-89D8-4A7BEBD0412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D8D7507-BA36-40FB-8779-FDEE4FAACFBC}" type="presOf" srcId="{6C902ADD-BC37-4402-8ADA-9614B997C879}" destId="{0554252F-8C6D-4C43-925F-7CDB8DB36439}" srcOrd="0" destOrd="0" presId="urn:microsoft.com/office/officeart/2005/8/layout/vList2"/>
    <dgm:cxn modelId="{B32FE73E-C97E-49F3-BF83-E0B8C5BFBB83}" type="presOf" srcId="{355C69D4-BFA6-4EFE-A646-E87F27EFD260}" destId="{8452EAEB-FA2D-443A-A517-190F1FAD8729}" srcOrd="0" destOrd="0" presId="urn:microsoft.com/office/officeart/2005/8/layout/vList2"/>
    <dgm:cxn modelId="{AFEE019C-06E5-4150-A4BD-6FA111480998}" type="presOf" srcId="{3AC69E23-20EE-4D54-BA55-2249AB0CEA1F}" destId="{7E4C8FB8-390C-4C39-83BB-8D515910927A}" srcOrd="0" destOrd="0" presId="urn:microsoft.com/office/officeart/2005/8/layout/vList2"/>
    <dgm:cxn modelId="{061EBFA2-86B4-41DC-BEBB-A47AD98D38E1}" type="presOf" srcId="{A7912B5E-7F08-48CC-8480-D78D2AFAE778}" destId="{0752A641-56C0-4F3C-8877-E759A71D92BB}" srcOrd="0" destOrd="0" presId="urn:microsoft.com/office/officeart/2005/8/layout/vList2"/>
    <dgm:cxn modelId="{D54E20B2-51CD-4BE4-AB53-508417ADCBFF}" srcId="{3AC69E23-20EE-4D54-BA55-2249AB0CEA1F}" destId="{6C902ADD-BC37-4402-8ADA-9614B997C879}" srcOrd="2" destOrd="0" parTransId="{8763987E-2F0E-4431-AB57-A4304C242B2E}" sibTransId="{8DF1DC81-C491-45E7-8334-BC09335F432E}"/>
    <dgm:cxn modelId="{5F9DACB7-2FA0-404A-98D8-CD91A3876B82}" srcId="{3AC69E23-20EE-4D54-BA55-2249AB0CEA1F}" destId="{355C69D4-BFA6-4EFE-A646-E87F27EFD260}" srcOrd="1" destOrd="0" parTransId="{EE2D91D5-B38F-42EA-877F-DB0D75F56557}" sibTransId="{88600D23-91FD-4A04-A8C7-A8757AA878A8}"/>
    <dgm:cxn modelId="{8C920CD5-FAD3-4DA8-9347-45FE115F00FA}" srcId="{3AC69E23-20EE-4D54-BA55-2249AB0CEA1F}" destId="{8EE3F569-2FFE-4497-89D8-4A7BEBD04122}" srcOrd="3" destOrd="0" parTransId="{59434810-C6DB-4633-A607-44FBF9222536}" sibTransId="{6E7C8EA1-94BB-4579-8BEE-37226BC1AAE5}"/>
    <dgm:cxn modelId="{AE1B27EC-697A-41C0-9377-51945CC0AF47}" type="presOf" srcId="{8EE3F569-2FFE-4497-89D8-4A7BEBD04122}" destId="{F97CC29B-53C1-44CA-B8FA-19224D9CC478}" srcOrd="0" destOrd="0" presId="urn:microsoft.com/office/officeart/2005/8/layout/vList2"/>
    <dgm:cxn modelId="{8DBD68FF-BDA9-46AB-9404-3005D8B3B444}" srcId="{3AC69E23-20EE-4D54-BA55-2249AB0CEA1F}" destId="{A7912B5E-7F08-48CC-8480-D78D2AFAE778}" srcOrd="0" destOrd="0" parTransId="{E5AA2A38-3FB7-4461-965F-64D742E00B58}" sibTransId="{2FC0C36C-0289-45D2-B4B9-6F51CB45E5CE}"/>
    <dgm:cxn modelId="{A6195A4E-E988-407E-BDE9-5764A7C47349}" type="presParOf" srcId="{7E4C8FB8-390C-4C39-83BB-8D515910927A}" destId="{0752A641-56C0-4F3C-8877-E759A71D92BB}" srcOrd="0" destOrd="0" presId="urn:microsoft.com/office/officeart/2005/8/layout/vList2"/>
    <dgm:cxn modelId="{7DB987DB-E353-4D5B-B24F-204E3B9D838B}" type="presParOf" srcId="{7E4C8FB8-390C-4C39-83BB-8D515910927A}" destId="{AD948731-C425-4947-A13F-34124C4CFCBA}" srcOrd="1" destOrd="0" presId="urn:microsoft.com/office/officeart/2005/8/layout/vList2"/>
    <dgm:cxn modelId="{C26809A0-8235-4459-BF5B-7D838830E5EE}" type="presParOf" srcId="{7E4C8FB8-390C-4C39-83BB-8D515910927A}" destId="{8452EAEB-FA2D-443A-A517-190F1FAD8729}" srcOrd="2" destOrd="0" presId="urn:microsoft.com/office/officeart/2005/8/layout/vList2"/>
    <dgm:cxn modelId="{441108FD-BAB2-4D8C-8D55-63BACB290073}" type="presParOf" srcId="{7E4C8FB8-390C-4C39-83BB-8D515910927A}" destId="{FF9CEBA1-F8E8-4F15-B104-681D10EFF807}" srcOrd="3" destOrd="0" presId="urn:microsoft.com/office/officeart/2005/8/layout/vList2"/>
    <dgm:cxn modelId="{FB7E8BBA-07D9-468D-8FB5-C8BE92248E42}" type="presParOf" srcId="{7E4C8FB8-390C-4C39-83BB-8D515910927A}" destId="{0554252F-8C6D-4C43-925F-7CDB8DB36439}" srcOrd="4" destOrd="0" presId="urn:microsoft.com/office/officeart/2005/8/layout/vList2"/>
    <dgm:cxn modelId="{83D418DF-7778-4EFE-B664-13B0B115E0B6}" type="presParOf" srcId="{7E4C8FB8-390C-4C39-83BB-8D515910927A}" destId="{01105212-EF77-46E6-85EA-F9D784EC689B}" srcOrd="5" destOrd="0" presId="urn:microsoft.com/office/officeart/2005/8/layout/vList2"/>
    <dgm:cxn modelId="{F4D88B60-9450-4477-B45F-6EDDB4B4387A}" type="presParOf" srcId="{7E4C8FB8-390C-4C39-83BB-8D515910927A}" destId="{F97CC29B-53C1-44CA-B8FA-19224D9CC47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9D26134-01C9-4A32-9EF9-2432E84D91A6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23C5C39-8411-42FB-8EB1-73BFA6BC253D}">
      <dgm:prSet/>
      <dgm:spPr/>
      <dgm:t>
        <a:bodyPr/>
        <a:lstStyle/>
        <a:p>
          <a:r>
            <a:rPr lang="en-US"/>
            <a:t>Extension Example: .mp3, .wav, .aac</a:t>
          </a:r>
        </a:p>
      </dgm:t>
    </dgm:pt>
    <dgm:pt modelId="{364DC905-1FCF-456E-A493-4211E6966191}" type="parTrans" cxnId="{00963A1D-261C-4E63-8818-2164E272B1C6}">
      <dgm:prSet/>
      <dgm:spPr/>
      <dgm:t>
        <a:bodyPr/>
        <a:lstStyle/>
        <a:p>
          <a:endParaRPr lang="en-US"/>
        </a:p>
      </dgm:t>
    </dgm:pt>
    <dgm:pt modelId="{631EE47D-42B1-48CA-9880-15811494577D}" type="sibTrans" cxnId="{00963A1D-261C-4E63-8818-2164E272B1C6}">
      <dgm:prSet/>
      <dgm:spPr/>
      <dgm:t>
        <a:bodyPr/>
        <a:lstStyle/>
        <a:p>
          <a:endParaRPr lang="en-US"/>
        </a:p>
      </dgm:t>
    </dgm:pt>
    <dgm:pt modelId="{FAC2389C-4DC6-4148-8B00-36EE8E86C9FD}">
      <dgm:prSet/>
      <dgm:spPr/>
      <dgm:t>
        <a:bodyPr/>
        <a:lstStyle/>
        <a:p>
          <a:r>
            <a:rPr lang="en-US"/>
            <a:t>Represents Sounds</a:t>
          </a:r>
        </a:p>
      </dgm:t>
    </dgm:pt>
    <dgm:pt modelId="{E8CED4E2-AB61-4617-891A-F1D92008421A}" type="parTrans" cxnId="{05B94FBD-37BD-4CCA-8828-2A65E35C2F00}">
      <dgm:prSet/>
      <dgm:spPr/>
      <dgm:t>
        <a:bodyPr/>
        <a:lstStyle/>
        <a:p>
          <a:endParaRPr lang="en-US"/>
        </a:p>
      </dgm:t>
    </dgm:pt>
    <dgm:pt modelId="{2B5AF151-0323-4867-AB3A-C153CC580429}" type="sibTrans" cxnId="{05B94FBD-37BD-4CCA-8828-2A65E35C2F00}">
      <dgm:prSet/>
      <dgm:spPr/>
      <dgm:t>
        <a:bodyPr/>
        <a:lstStyle/>
        <a:p>
          <a:endParaRPr lang="en-US"/>
        </a:p>
      </dgm:t>
    </dgm:pt>
    <dgm:pt modelId="{0961DE77-1563-4412-AF60-113AA2D81F8E}">
      <dgm:prSet/>
      <dgm:spPr/>
      <dgm:t>
        <a:bodyPr/>
        <a:lstStyle/>
        <a:p>
          <a:r>
            <a:rPr lang="en-US"/>
            <a:t>Computers use Digitization or Sampling to create an analog wave</a:t>
          </a:r>
        </a:p>
      </dgm:t>
    </dgm:pt>
    <dgm:pt modelId="{DBA10B7F-DEA6-44E8-B629-A10C13C79D7A}" type="parTrans" cxnId="{DCE6E143-3387-4327-A626-F74073AECD6D}">
      <dgm:prSet/>
      <dgm:spPr/>
      <dgm:t>
        <a:bodyPr/>
        <a:lstStyle/>
        <a:p>
          <a:endParaRPr lang="en-US"/>
        </a:p>
      </dgm:t>
    </dgm:pt>
    <dgm:pt modelId="{E70BC5CC-5D18-4D4F-9CDB-7D676331442C}" type="sibTrans" cxnId="{DCE6E143-3387-4327-A626-F74073AECD6D}">
      <dgm:prSet/>
      <dgm:spPr/>
      <dgm:t>
        <a:bodyPr/>
        <a:lstStyle/>
        <a:p>
          <a:endParaRPr lang="en-US"/>
        </a:p>
      </dgm:t>
    </dgm:pt>
    <dgm:pt modelId="{6A24425D-3787-4846-8096-DD9C02324819}">
      <dgm:prSet/>
      <dgm:spPr/>
      <dgm:t>
        <a:bodyPr/>
        <a:lstStyle/>
        <a:p>
          <a:r>
            <a:rPr lang="en-US"/>
            <a:t>When played back the wave is converted into sound </a:t>
          </a:r>
        </a:p>
      </dgm:t>
    </dgm:pt>
    <dgm:pt modelId="{D96DE0B4-681C-41E9-B8BA-9A33A60D3B0E}" type="parTrans" cxnId="{6B0C7ED0-9F99-48F3-87E7-09DE74167E97}">
      <dgm:prSet/>
      <dgm:spPr/>
      <dgm:t>
        <a:bodyPr/>
        <a:lstStyle/>
        <a:p>
          <a:endParaRPr lang="en-US"/>
        </a:p>
      </dgm:t>
    </dgm:pt>
    <dgm:pt modelId="{B9B552D3-21CE-4772-B631-952AA352F999}" type="sibTrans" cxnId="{6B0C7ED0-9F99-48F3-87E7-09DE74167E97}">
      <dgm:prSet/>
      <dgm:spPr/>
      <dgm:t>
        <a:bodyPr/>
        <a:lstStyle/>
        <a:p>
          <a:endParaRPr lang="en-US"/>
        </a:p>
      </dgm:t>
    </dgm:pt>
    <dgm:pt modelId="{F3BA1D63-B9DD-41F2-9FFF-AB0BF3BF81DC}" type="pres">
      <dgm:prSet presAssocID="{19D26134-01C9-4A32-9EF9-2432E84D91A6}" presName="matrix" presStyleCnt="0">
        <dgm:presLayoutVars>
          <dgm:chMax val="1"/>
          <dgm:dir/>
          <dgm:resizeHandles val="exact"/>
        </dgm:presLayoutVars>
      </dgm:prSet>
      <dgm:spPr/>
    </dgm:pt>
    <dgm:pt modelId="{29BD0AEA-C7BF-4508-871E-E77D0DE4B319}" type="pres">
      <dgm:prSet presAssocID="{19D26134-01C9-4A32-9EF9-2432E84D91A6}" presName="diamond" presStyleLbl="bgShp" presStyleIdx="0" presStyleCnt="1"/>
      <dgm:spPr/>
    </dgm:pt>
    <dgm:pt modelId="{C632C209-2108-443A-A257-3D2880D4EC91}" type="pres">
      <dgm:prSet presAssocID="{19D26134-01C9-4A32-9EF9-2432E84D91A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8D9C04F-9B68-438D-ADA0-22D9A2EDCE6A}" type="pres">
      <dgm:prSet presAssocID="{19D26134-01C9-4A32-9EF9-2432E84D91A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E46752C-B24E-4C4D-8FDC-C0088DF750E9}" type="pres">
      <dgm:prSet presAssocID="{19D26134-01C9-4A32-9EF9-2432E84D91A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0793F8A-AB14-4D1D-B4BA-25491CCE5BAE}" type="pres">
      <dgm:prSet presAssocID="{19D26134-01C9-4A32-9EF9-2432E84D91A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0963A1D-261C-4E63-8818-2164E272B1C6}" srcId="{19D26134-01C9-4A32-9EF9-2432E84D91A6}" destId="{423C5C39-8411-42FB-8EB1-73BFA6BC253D}" srcOrd="0" destOrd="0" parTransId="{364DC905-1FCF-456E-A493-4211E6966191}" sibTransId="{631EE47D-42B1-48CA-9880-15811494577D}"/>
    <dgm:cxn modelId="{746E942B-F088-4222-86C6-0422DCA2B40F}" type="presOf" srcId="{19D26134-01C9-4A32-9EF9-2432E84D91A6}" destId="{F3BA1D63-B9DD-41F2-9FFF-AB0BF3BF81DC}" srcOrd="0" destOrd="0" presId="urn:microsoft.com/office/officeart/2005/8/layout/matrix3"/>
    <dgm:cxn modelId="{DCE6E143-3387-4327-A626-F74073AECD6D}" srcId="{19D26134-01C9-4A32-9EF9-2432E84D91A6}" destId="{0961DE77-1563-4412-AF60-113AA2D81F8E}" srcOrd="2" destOrd="0" parTransId="{DBA10B7F-DEA6-44E8-B629-A10C13C79D7A}" sibTransId="{E70BC5CC-5D18-4D4F-9CDB-7D676331442C}"/>
    <dgm:cxn modelId="{F3025C83-AC4E-41A8-8F22-8262296B2855}" type="presOf" srcId="{0961DE77-1563-4412-AF60-113AA2D81F8E}" destId="{9E46752C-B24E-4C4D-8FDC-C0088DF750E9}" srcOrd="0" destOrd="0" presId="urn:microsoft.com/office/officeart/2005/8/layout/matrix3"/>
    <dgm:cxn modelId="{05B94FBD-37BD-4CCA-8828-2A65E35C2F00}" srcId="{19D26134-01C9-4A32-9EF9-2432E84D91A6}" destId="{FAC2389C-4DC6-4148-8B00-36EE8E86C9FD}" srcOrd="1" destOrd="0" parTransId="{E8CED4E2-AB61-4617-891A-F1D92008421A}" sibTransId="{2B5AF151-0323-4867-AB3A-C153CC580429}"/>
    <dgm:cxn modelId="{6B0C7ED0-9F99-48F3-87E7-09DE74167E97}" srcId="{19D26134-01C9-4A32-9EF9-2432E84D91A6}" destId="{6A24425D-3787-4846-8096-DD9C02324819}" srcOrd="3" destOrd="0" parTransId="{D96DE0B4-681C-41E9-B8BA-9A33A60D3B0E}" sibTransId="{B9B552D3-21CE-4772-B631-952AA352F999}"/>
    <dgm:cxn modelId="{2A61EADC-4800-4865-9C1C-32B8A42BE1BF}" type="presOf" srcId="{423C5C39-8411-42FB-8EB1-73BFA6BC253D}" destId="{C632C209-2108-443A-A257-3D2880D4EC91}" srcOrd="0" destOrd="0" presId="urn:microsoft.com/office/officeart/2005/8/layout/matrix3"/>
    <dgm:cxn modelId="{747BEBF7-9010-48F7-98BF-FC299EF6A95A}" type="presOf" srcId="{FAC2389C-4DC6-4148-8B00-36EE8E86C9FD}" destId="{98D9C04F-9B68-438D-ADA0-22D9A2EDCE6A}" srcOrd="0" destOrd="0" presId="urn:microsoft.com/office/officeart/2005/8/layout/matrix3"/>
    <dgm:cxn modelId="{84929AF9-A92D-432F-8950-8BB2EF72C4F1}" type="presOf" srcId="{6A24425D-3787-4846-8096-DD9C02324819}" destId="{90793F8A-AB14-4D1D-B4BA-25491CCE5BAE}" srcOrd="0" destOrd="0" presId="urn:microsoft.com/office/officeart/2005/8/layout/matrix3"/>
    <dgm:cxn modelId="{D140D600-7AB7-44DE-8C24-B68BAB86A0FE}" type="presParOf" srcId="{F3BA1D63-B9DD-41F2-9FFF-AB0BF3BF81DC}" destId="{29BD0AEA-C7BF-4508-871E-E77D0DE4B319}" srcOrd="0" destOrd="0" presId="urn:microsoft.com/office/officeart/2005/8/layout/matrix3"/>
    <dgm:cxn modelId="{64138811-C0B3-4335-960C-7DD5C8C61480}" type="presParOf" srcId="{F3BA1D63-B9DD-41F2-9FFF-AB0BF3BF81DC}" destId="{C632C209-2108-443A-A257-3D2880D4EC91}" srcOrd="1" destOrd="0" presId="urn:microsoft.com/office/officeart/2005/8/layout/matrix3"/>
    <dgm:cxn modelId="{E9ED3B0F-97AC-413A-B972-99468064E7CE}" type="presParOf" srcId="{F3BA1D63-B9DD-41F2-9FFF-AB0BF3BF81DC}" destId="{98D9C04F-9B68-438D-ADA0-22D9A2EDCE6A}" srcOrd="2" destOrd="0" presId="urn:microsoft.com/office/officeart/2005/8/layout/matrix3"/>
    <dgm:cxn modelId="{34FAED2E-590F-4F8C-AD6F-CC3651D12376}" type="presParOf" srcId="{F3BA1D63-B9DD-41F2-9FFF-AB0BF3BF81DC}" destId="{9E46752C-B24E-4C4D-8FDC-C0088DF750E9}" srcOrd="3" destOrd="0" presId="urn:microsoft.com/office/officeart/2005/8/layout/matrix3"/>
    <dgm:cxn modelId="{EB990D52-8443-42D7-B147-541C5EAB2173}" type="presParOf" srcId="{F3BA1D63-B9DD-41F2-9FFF-AB0BF3BF81DC}" destId="{90793F8A-AB14-4D1D-B4BA-25491CCE5BA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356EBF3-90D0-4D71-8F9F-871B33542A2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E693346-6C97-4463-AF1A-760FB84A84B1}">
      <dgm:prSet/>
      <dgm:spPr/>
      <dgm:t>
        <a:bodyPr/>
        <a:lstStyle/>
        <a:p>
          <a:pPr>
            <a:defRPr cap="all"/>
          </a:pPr>
          <a:r>
            <a:rPr lang="en-US"/>
            <a:t>Weve discussed numbers Integers, and Floats</a:t>
          </a:r>
        </a:p>
      </dgm:t>
    </dgm:pt>
    <dgm:pt modelId="{46422702-750D-42C2-944E-D15AF81AB913}" type="parTrans" cxnId="{90ECE514-1870-4EA8-A0B9-646CCA5C82B6}">
      <dgm:prSet/>
      <dgm:spPr/>
      <dgm:t>
        <a:bodyPr/>
        <a:lstStyle/>
        <a:p>
          <a:endParaRPr lang="en-US"/>
        </a:p>
      </dgm:t>
    </dgm:pt>
    <dgm:pt modelId="{32AEABA2-F66C-493A-A02A-F2B927EA1F4C}" type="sibTrans" cxnId="{90ECE514-1870-4EA8-A0B9-646CCA5C82B6}">
      <dgm:prSet/>
      <dgm:spPr/>
      <dgm:t>
        <a:bodyPr/>
        <a:lstStyle/>
        <a:p>
          <a:endParaRPr lang="en-US"/>
        </a:p>
      </dgm:t>
    </dgm:pt>
    <dgm:pt modelId="{49ABF5A5-1497-406E-94D1-6DFF52B1AA52}">
      <dgm:prSet/>
      <dgm:spPr/>
      <dgm:t>
        <a:bodyPr/>
        <a:lstStyle/>
        <a:p>
          <a:pPr>
            <a:defRPr cap="all"/>
          </a:pPr>
          <a:r>
            <a:rPr lang="en-US"/>
            <a:t>Computers can do MATH on numbers</a:t>
          </a:r>
        </a:p>
      </dgm:t>
    </dgm:pt>
    <dgm:pt modelId="{FE89171B-5CC2-44B6-A898-16703E1D96CB}" type="parTrans" cxnId="{57BBBA10-F8B8-45AF-B527-276A90DEC858}">
      <dgm:prSet/>
      <dgm:spPr/>
      <dgm:t>
        <a:bodyPr/>
        <a:lstStyle/>
        <a:p>
          <a:endParaRPr lang="en-US"/>
        </a:p>
      </dgm:t>
    </dgm:pt>
    <dgm:pt modelId="{7DD947FE-1A78-4FAF-A4DE-C335CAC27BF9}" type="sibTrans" cxnId="{57BBBA10-F8B8-45AF-B527-276A90DEC858}">
      <dgm:prSet/>
      <dgm:spPr/>
      <dgm:t>
        <a:bodyPr/>
        <a:lstStyle/>
        <a:p>
          <a:endParaRPr lang="en-US"/>
        </a:p>
      </dgm:t>
    </dgm:pt>
    <dgm:pt modelId="{C99D1AE8-AB97-4229-BD1A-E195E8E73579}">
      <dgm:prSet/>
      <dgm:spPr/>
      <dgm:t>
        <a:bodyPr/>
        <a:lstStyle/>
        <a:p>
          <a:pPr>
            <a:defRPr cap="all"/>
          </a:pPr>
          <a:r>
            <a:rPr lang="en-US"/>
            <a:t>Telling a computer it is working with a number allows for quick arithmetic. </a:t>
          </a:r>
        </a:p>
      </dgm:t>
    </dgm:pt>
    <dgm:pt modelId="{32139AF3-6CB3-40A9-BB73-1947BD4020FB}" type="parTrans" cxnId="{0CE740E2-5134-49CB-8D1F-EDEE118C3C89}">
      <dgm:prSet/>
      <dgm:spPr/>
      <dgm:t>
        <a:bodyPr/>
        <a:lstStyle/>
        <a:p>
          <a:endParaRPr lang="en-US"/>
        </a:p>
      </dgm:t>
    </dgm:pt>
    <dgm:pt modelId="{6FC0B321-E652-4B23-9E22-ECF0094F0347}" type="sibTrans" cxnId="{0CE740E2-5134-49CB-8D1F-EDEE118C3C89}">
      <dgm:prSet/>
      <dgm:spPr/>
      <dgm:t>
        <a:bodyPr/>
        <a:lstStyle/>
        <a:p>
          <a:endParaRPr lang="en-US"/>
        </a:p>
      </dgm:t>
    </dgm:pt>
    <dgm:pt modelId="{0CD06A75-A649-4D95-9BD2-6E07A27F1445}" type="pres">
      <dgm:prSet presAssocID="{C356EBF3-90D0-4D71-8F9F-871B33542A2C}" presName="root" presStyleCnt="0">
        <dgm:presLayoutVars>
          <dgm:dir/>
          <dgm:resizeHandles val="exact"/>
        </dgm:presLayoutVars>
      </dgm:prSet>
      <dgm:spPr/>
    </dgm:pt>
    <dgm:pt modelId="{9D0FAA76-9F2B-4B16-973C-5D41DDF8DE92}" type="pres">
      <dgm:prSet presAssocID="{6E693346-6C97-4463-AF1A-760FB84A84B1}" presName="compNode" presStyleCnt="0"/>
      <dgm:spPr/>
    </dgm:pt>
    <dgm:pt modelId="{F2ED6816-543A-4503-8AE9-5EF1743EE795}" type="pres">
      <dgm:prSet presAssocID="{6E693346-6C97-4463-AF1A-760FB84A84B1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283A555-D4F9-4B4F-965F-830E897230A3}" type="pres">
      <dgm:prSet presAssocID="{6E693346-6C97-4463-AF1A-760FB84A84B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ild with Balloon"/>
        </a:ext>
      </dgm:extLst>
    </dgm:pt>
    <dgm:pt modelId="{175BFD5E-D39C-49B4-8C01-6217DDBD0CD8}" type="pres">
      <dgm:prSet presAssocID="{6E693346-6C97-4463-AF1A-760FB84A84B1}" presName="spaceRect" presStyleCnt="0"/>
      <dgm:spPr/>
    </dgm:pt>
    <dgm:pt modelId="{4E7DF3E1-68E5-4D96-A92F-B0E5E1EB2DD3}" type="pres">
      <dgm:prSet presAssocID="{6E693346-6C97-4463-AF1A-760FB84A84B1}" presName="textRect" presStyleLbl="revTx" presStyleIdx="0" presStyleCnt="3">
        <dgm:presLayoutVars>
          <dgm:chMax val="1"/>
          <dgm:chPref val="1"/>
        </dgm:presLayoutVars>
      </dgm:prSet>
      <dgm:spPr/>
    </dgm:pt>
    <dgm:pt modelId="{9319EDE4-3AC3-499E-AC04-7DB965CF5CE3}" type="pres">
      <dgm:prSet presAssocID="{32AEABA2-F66C-493A-A02A-F2B927EA1F4C}" presName="sibTrans" presStyleCnt="0"/>
      <dgm:spPr/>
    </dgm:pt>
    <dgm:pt modelId="{C7CE44F9-9358-4BF1-BAE0-F0719FA4E54E}" type="pres">
      <dgm:prSet presAssocID="{49ABF5A5-1497-406E-94D1-6DFF52B1AA52}" presName="compNode" presStyleCnt="0"/>
      <dgm:spPr/>
    </dgm:pt>
    <dgm:pt modelId="{1199BD7E-6FC2-4325-9AE1-DFAA03E1B258}" type="pres">
      <dgm:prSet presAssocID="{49ABF5A5-1497-406E-94D1-6DFF52B1AA52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9E2B063-BB2B-428A-B557-01685959F76A}" type="pres">
      <dgm:prSet presAssocID="{49ABF5A5-1497-406E-94D1-6DFF52B1AA5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56317E8-FF42-4D93-805C-8A89851A2912}" type="pres">
      <dgm:prSet presAssocID="{49ABF5A5-1497-406E-94D1-6DFF52B1AA52}" presName="spaceRect" presStyleCnt="0"/>
      <dgm:spPr/>
    </dgm:pt>
    <dgm:pt modelId="{330CDD80-4820-45B3-B3FC-BE73166CE308}" type="pres">
      <dgm:prSet presAssocID="{49ABF5A5-1497-406E-94D1-6DFF52B1AA52}" presName="textRect" presStyleLbl="revTx" presStyleIdx="1" presStyleCnt="3">
        <dgm:presLayoutVars>
          <dgm:chMax val="1"/>
          <dgm:chPref val="1"/>
        </dgm:presLayoutVars>
      </dgm:prSet>
      <dgm:spPr/>
    </dgm:pt>
    <dgm:pt modelId="{82C923BF-6086-49C0-A6AB-96D72A16B5D3}" type="pres">
      <dgm:prSet presAssocID="{7DD947FE-1A78-4FAF-A4DE-C335CAC27BF9}" presName="sibTrans" presStyleCnt="0"/>
      <dgm:spPr/>
    </dgm:pt>
    <dgm:pt modelId="{2BBE0174-4FFF-4227-A13A-11B7150EE71C}" type="pres">
      <dgm:prSet presAssocID="{C99D1AE8-AB97-4229-BD1A-E195E8E73579}" presName="compNode" presStyleCnt="0"/>
      <dgm:spPr/>
    </dgm:pt>
    <dgm:pt modelId="{CAFC464A-6E43-4B1C-8FBA-08899150736D}" type="pres">
      <dgm:prSet presAssocID="{C99D1AE8-AB97-4229-BD1A-E195E8E73579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BC74441-4B8D-48B0-9569-220F04FF88A1}" type="pres">
      <dgm:prSet presAssocID="{C99D1AE8-AB97-4229-BD1A-E195E8E7357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5C42451E-46F6-469A-B3BE-4754B6F3E990}" type="pres">
      <dgm:prSet presAssocID="{C99D1AE8-AB97-4229-BD1A-E195E8E73579}" presName="spaceRect" presStyleCnt="0"/>
      <dgm:spPr/>
    </dgm:pt>
    <dgm:pt modelId="{25BFC031-DD1A-4A37-AB63-442A30796A97}" type="pres">
      <dgm:prSet presAssocID="{C99D1AE8-AB97-4229-BD1A-E195E8E7357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B9A9400-57E7-475F-99BB-7FC3E68C44EA}" type="presOf" srcId="{49ABF5A5-1497-406E-94D1-6DFF52B1AA52}" destId="{330CDD80-4820-45B3-B3FC-BE73166CE308}" srcOrd="0" destOrd="0" presId="urn:microsoft.com/office/officeart/2018/5/layout/IconLeafLabelList"/>
    <dgm:cxn modelId="{57BBBA10-F8B8-45AF-B527-276A90DEC858}" srcId="{C356EBF3-90D0-4D71-8F9F-871B33542A2C}" destId="{49ABF5A5-1497-406E-94D1-6DFF52B1AA52}" srcOrd="1" destOrd="0" parTransId="{FE89171B-5CC2-44B6-A898-16703E1D96CB}" sibTransId="{7DD947FE-1A78-4FAF-A4DE-C335CAC27BF9}"/>
    <dgm:cxn modelId="{90ECE514-1870-4EA8-A0B9-646CCA5C82B6}" srcId="{C356EBF3-90D0-4D71-8F9F-871B33542A2C}" destId="{6E693346-6C97-4463-AF1A-760FB84A84B1}" srcOrd="0" destOrd="0" parTransId="{46422702-750D-42C2-944E-D15AF81AB913}" sibTransId="{32AEABA2-F66C-493A-A02A-F2B927EA1F4C}"/>
    <dgm:cxn modelId="{3A5A3F43-EE88-41F0-9E40-78636E5192E9}" type="presOf" srcId="{C356EBF3-90D0-4D71-8F9F-871B33542A2C}" destId="{0CD06A75-A649-4D95-9BD2-6E07A27F1445}" srcOrd="0" destOrd="0" presId="urn:microsoft.com/office/officeart/2018/5/layout/IconLeafLabelList"/>
    <dgm:cxn modelId="{1101774C-EC73-4E9C-A4B4-50DB180D82AD}" type="presOf" srcId="{6E693346-6C97-4463-AF1A-760FB84A84B1}" destId="{4E7DF3E1-68E5-4D96-A92F-B0E5E1EB2DD3}" srcOrd="0" destOrd="0" presId="urn:microsoft.com/office/officeart/2018/5/layout/IconLeafLabelList"/>
    <dgm:cxn modelId="{0CE740E2-5134-49CB-8D1F-EDEE118C3C89}" srcId="{C356EBF3-90D0-4D71-8F9F-871B33542A2C}" destId="{C99D1AE8-AB97-4229-BD1A-E195E8E73579}" srcOrd="2" destOrd="0" parTransId="{32139AF3-6CB3-40A9-BB73-1947BD4020FB}" sibTransId="{6FC0B321-E652-4B23-9E22-ECF0094F0347}"/>
    <dgm:cxn modelId="{E5A787E3-8FAD-467F-8F90-8F72C24B9517}" type="presOf" srcId="{C99D1AE8-AB97-4229-BD1A-E195E8E73579}" destId="{25BFC031-DD1A-4A37-AB63-442A30796A97}" srcOrd="0" destOrd="0" presId="urn:microsoft.com/office/officeart/2018/5/layout/IconLeafLabelList"/>
    <dgm:cxn modelId="{408ED25F-200C-4814-B2B8-D70D3A6DAC15}" type="presParOf" srcId="{0CD06A75-A649-4D95-9BD2-6E07A27F1445}" destId="{9D0FAA76-9F2B-4B16-973C-5D41DDF8DE92}" srcOrd="0" destOrd="0" presId="urn:microsoft.com/office/officeart/2018/5/layout/IconLeafLabelList"/>
    <dgm:cxn modelId="{302AB41A-EE76-44EF-87EE-988400667119}" type="presParOf" srcId="{9D0FAA76-9F2B-4B16-973C-5D41DDF8DE92}" destId="{F2ED6816-543A-4503-8AE9-5EF1743EE795}" srcOrd="0" destOrd="0" presId="urn:microsoft.com/office/officeart/2018/5/layout/IconLeafLabelList"/>
    <dgm:cxn modelId="{381AA3AD-37A3-4D6D-AD82-698A63726C65}" type="presParOf" srcId="{9D0FAA76-9F2B-4B16-973C-5D41DDF8DE92}" destId="{7283A555-D4F9-4B4F-965F-830E897230A3}" srcOrd="1" destOrd="0" presId="urn:microsoft.com/office/officeart/2018/5/layout/IconLeafLabelList"/>
    <dgm:cxn modelId="{1160D822-5BCD-47B4-8519-A98DC770477A}" type="presParOf" srcId="{9D0FAA76-9F2B-4B16-973C-5D41DDF8DE92}" destId="{175BFD5E-D39C-49B4-8C01-6217DDBD0CD8}" srcOrd="2" destOrd="0" presId="urn:microsoft.com/office/officeart/2018/5/layout/IconLeafLabelList"/>
    <dgm:cxn modelId="{A2CCC579-A529-44FF-BCCF-71A70FE60F96}" type="presParOf" srcId="{9D0FAA76-9F2B-4B16-973C-5D41DDF8DE92}" destId="{4E7DF3E1-68E5-4D96-A92F-B0E5E1EB2DD3}" srcOrd="3" destOrd="0" presId="urn:microsoft.com/office/officeart/2018/5/layout/IconLeafLabelList"/>
    <dgm:cxn modelId="{F9BBF79C-AB7F-49CD-AAC0-576775C4C042}" type="presParOf" srcId="{0CD06A75-A649-4D95-9BD2-6E07A27F1445}" destId="{9319EDE4-3AC3-499E-AC04-7DB965CF5CE3}" srcOrd="1" destOrd="0" presId="urn:microsoft.com/office/officeart/2018/5/layout/IconLeafLabelList"/>
    <dgm:cxn modelId="{A4E3991C-E381-4CAA-A021-7C255E31D3A8}" type="presParOf" srcId="{0CD06A75-A649-4D95-9BD2-6E07A27F1445}" destId="{C7CE44F9-9358-4BF1-BAE0-F0719FA4E54E}" srcOrd="2" destOrd="0" presId="urn:microsoft.com/office/officeart/2018/5/layout/IconLeafLabelList"/>
    <dgm:cxn modelId="{1FAC0E9D-268F-49BF-8E51-C5FD1C0CC339}" type="presParOf" srcId="{C7CE44F9-9358-4BF1-BAE0-F0719FA4E54E}" destId="{1199BD7E-6FC2-4325-9AE1-DFAA03E1B258}" srcOrd="0" destOrd="0" presId="urn:microsoft.com/office/officeart/2018/5/layout/IconLeafLabelList"/>
    <dgm:cxn modelId="{7D293595-7006-483C-B8A5-2A6536AA209F}" type="presParOf" srcId="{C7CE44F9-9358-4BF1-BAE0-F0719FA4E54E}" destId="{D9E2B063-BB2B-428A-B557-01685959F76A}" srcOrd="1" destOrd="0" presId="urn:microsoft.com/office/officeart/2018/5/layout/IconLeafLabelList"/>
    <dgm:cxn modelId="{1CE290D3-4247-41C0-AEEF-55EAFAB5A7E7}" type="presParOf" srcId="{C7CE44F9-9358-4BF1-BAE0-F0719FA4E54E}" destId="{856317E8-FF42-4D93-805C-8A89851A2912}" srcOrd="2" destOrd="0" presId="urn:microsoft.com/office/officeart/2018/5/layout/IconLeafLabelList"/>
    <dgm:cxn modelId="{BB7305F3-DBCC-4375-9158-46AE3E49E96B}" type="presParOf" srcId="{C7CE44F9-9358-4BF1-BAE0-F0719FA4E54E}" destId="{330CDD80-4820-45B3-B3FC-BE73166CE308}" srcOrd="3" destOrd="0" presId="urn:microsoft.com/office/officeart/2018/5/layout/IconLeafLabelList"/>
    <dgm:cxn modelId="{0BA91EB3-EDD4-4768-AE9B-61665B9B85F9}" type="presParOf" srcId="{0CD06A75-A649-4D95-9BD2-6E07A27F1445}" destId="{82C923BF-6086-49C0-A6AB-96D72A16B5D3}" srcOrd="3" destOrd="0" presId="urn:microsoft.com/office/officeart/2018/5/layout/IconLeafLabelList"/>
    <dgm:cxn modelId="{6401DD59-95F0-4221-B429-14CDBA150675}" type="presParOf" srcId="{0CD06A75-A649-4D95-9BD2-6E07A27F1445}" destId="{2BBE0174-4FFF-4227-A13A-11B7150EE71C}" srcOrd="4" destOrd="0" presId="urn:microsoft.com/office/officeart/2018/5/layout/IconLeafLabelList"/>
    <dgm:cxn modelId="{5BB8F34B-D1AD-4820-8240-5B8670DCCAE9}" type="presParOf" srcId="{2BBE0174-4FFF-4227-A13A-11B7150EE71C}" destId="{CAFC464A-6E43-4B1C-8FBA-08899150736D}" srcOrd="0" destOrd="0" presId="urn:microsoft.com/office/officeart/2018/5/layout/IconLeafLabelList"/>
    <dgm:cxn modelId="{0DA6BB19-FF85-4199-AC81-6CFA95987499}" type="presParOf" srcId="{2BBE0174-4FFF-4227-A13A-11B7150EE71C}" destId="{5BC74441-4B8D-48B0-9569-220F04FF88A1}" srcOrd="1" destOrd="0" presId="urn:microsoft.com/office/officeart/2018/5/layout/IconLeafLabelList"/>
    <dgm:cxn modelId="{713E51BB-4591-4BBC-A8E6-0212C944760D}" type="presParOf" srcId="{2BBE0174-4FFF-4227-A13A-11B7150EE71C}" destId="{5C42451E-46F6-469A-B3BE-4754B6F3E990}" srcOrd="2" destOrd="0" presId="urn:microsoft.com/office/officeart/2018/5/layout/IconLeafLabelList"/>
    <dgm:cxn modelId="{BAD44A29-0711-4879-8CAA-8A1A762F7A94}" type="presParOf" srcId="{2BBE0174-4FFF-4227-A13A-11B7150EE71C}" destId="{25BFC031-DD1A-4A37-AB63-442A30796A9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1A938539-32C4-4DBF-A4C4-56E0EE8E210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9825B28-5AA4-46E2-BEB9-624332A8A7A8}">
      <dgm:prSet/>
      <dgm:spPr/>
      <dgm:t>
        <a:bodyPr/>
        <a:lstStyle/>
        <a:p>
          <a:r>
            <a:rPr lang="en-US"/>
            <a:t>Some software is written in a lower level than human speech</a:t>
          </a:r>
        </a:p>
      </dgm:t>
    </dgm:pt>
    <dgm:pt modelId="{19806436-C258-47F2-8500-4B11F79C9943}" type="parTrans" cxnId="{8ED51A88-1529-4003-9F2B-6A1B4E53EE9D}">
      <dgm:prSet/>
      <dgm:spPr/>
      <dgm:t>
        <a:bodyPr/>
        <a:lstStyle/>
        <a:p>
          <a:endParaRPr lang="en-US"/>
        </a:p>
      </dgm:t>
    </dgm:pt>
    <dgm:pt modelId="{6A7DE9A6-FA32-4528-B44F-664FEBF4C899}" type="sibTrans" cxnId="{8ED51A88-1529-4003-9F2B-6A1B4E53EE9D}">
      <dgm:prSet/>
      <dgm:spPr/>
      <dgm:t>
        <a:bodyPr/>
        <a:lstStyle/>
        <a:p>
          <a:endParaRPr lang="en-US"/>
        </a:p>
      </dgm:t>
    </dgm:pt>
    <dgm:pt modelId="{2EC27715-743B-4562-8834-FD10AF1EA3CC}">
      <dgm:prSet/>
      <dgm:spPr/>
      <dgm:t>
        <a:bodyPr/>
        <a:lstStyle/>
        <a:p>
          <a:r>
            <a:rPr lang="en-US"/>
            <a:t>This is programming instructions</a:t>
          </a:r>
        </a:p>
      </dgm:t>
    </dgm:pt>
    <dgm:pt modelId="{706FEB31-B22D-4904-92A2-EE291FE15131}" type="parTrans" cxnId="{1F7D0C73-EB1F-4714-BCA7-A3E405FFC1E7}">
      <dgm:prSet/>
      <dgm:spPr/>
      <dgm:t>
        <a:bodyPr/>
        <a:lstStyle/>
        <a:p>
          <a:endParaRPr lang="en-US"/>
        </a:p>
      </dgm:t>
    </dgm:pt>
    <dgm:pt modelId="{60B92F80-F364-4716-934A-241E62237FA4}" type="sibTrans" cxnId="{1F7D0C73-EB1F-4714-BCA7-A3E405FFC1E7}">
      <dgm:prSet/>
      <dgm:spPr/>
      <dgm:t>
        <a:bodyPr/>
        <a:lstStyle/>
        <a:p>
          <a:endParaRPr lang="en-US"/>
        </a:p>
      </dgm:t>
    </dgm:pt>
    <dgm:pt modelId="{9C49CCD7-5630-488E-BAD5-8F9BBB8D510F}">
      <dgm:prSet/>
      <dgm:spPr/>
      <dgm:t>
        <a:bodyPr/>
        <a:lstStyle/>
        <a:p>
          <a:r>
            <a:rPr lang="en-US"/>
            <a:t>This “machine code” can be used by the CPU (processor) of a computer</a:t>
          </a:r>
        </a:p>
      </dgm:t>
    </dgm:pt>
    <dgm:pt modelId="{B53B2A77-489E-4B4C-935F-1F0F36F8880A}" type="parTrans" cxnId="{899FAF21-B8F5-4CF7-9AAB-6658E009C7A1}">
      <dgm:prSet/>
      <dgm:spPr/>
      <dgm:t>
        <a:bodyPr/>
        <a:lstStyle/>
        <a:p>
          <a:endParaRPr lang="en-US"/>
        </a:p>
      </dgm:t>
    </dgm:pt>
    <dgm:pt modelId="{B26ADAC2-C616-4752-8E99-D4EB1C1109E5}" type="sibTrans" cxnId="{899FAF21-B8F5-4CF7-9AAB-6658E009C7A1}">
      <dgm:prSet/>
      <dgm:spPr/>
      <dgm:t>
        <a:bodyPr/>
        <a:lstStyle/>
        <a:p>
          <a:endParaRPr lang="en-US"/>
        </a:p>
      </dgm:t>
    </dgm:pt>
    <dgm:pt modelId="{D114EA0B-96B2-4113-8EF9-AA91F13FB027}" type="pres">
      <dgm:prSet presAssocID="{1A938539-32C4-4DBF-A4C4-56E0EE8E210A}" presName="root" presStyleCnt="0">
        <dgm:presLayoutVars>
          <dgm:dir/>
          <dgm:resizeHandles val="exact"/>
        </dgm:presLayoutVars>
      </dgm:prSet>
      <dgm:spPr/>
    </dgm:pt>
    <dgm:pt modelId="{6D304A50-2666-428E-B9B2-B49F8FD7A312}" type="pres">
      <dgm:prSet presAssocID="{39825B28-5AA4-46E2-BEB9-624332A8A7A8}" presName="compNode" presStyleCnt="0"/>
      <dgm:spPr/>
    </dgm:pt>
    <dgm:pt modelId="{7281166F-6C48-4FD1-B1F8-4E5E26198FB1}" type="pres">
      <dgm:prSet presAssocID="{39825B28-5AA4-46E2-BEB9-624332A8A7A8}" presName="bgRect" presStyleLbl="bgShp" presStyleIdx="0" presStyleCnt="3"/>
      <dgm:spPr/>
    </dgm:pt>
    <dgm:pt modelId="{D17E155A-6743-4B64-A0FF-23259C0053E8}" type="pres">
      <dgm:prSet presAssocID="{39825B28-5AA4-46E2-BEB9-624332A8A7A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94AE028-CCA3-4A44-80C8-74757CB6B33D}" type="pres">
      <dgm:prSet presAssocID="{39825B28-5AA4-46E2-BEB9-624332A8A7A8}" presName="spaceRect" presStyleCnt="0"/>
      <dgm:spPr/>
    </dgm:pt>
    <dgm:pt modelId="{E9E9A8AA-067A-41D3-807C-5D7139622E6D}" type="pres">
      <dgm:prSet presAssocID="{39825B28-5AA4-46E2-BEB9-624332A8A7A8}" presName="parTx" presStyleLbl="revTx" presStyleIdx="0" presStyleCnt="3">
        <dgm:presLayoutVars>
          <dgm:chMax val="0"/>
          <dgm:chPref val="0"/>
        </dgm:presLayoutVars>
      </dgm:prSet>
      <dgm:spPr/>
    </dgm:pt>
    <dgm:pt modelId="{DF453BB8-060B-4946-993E-AB2FE016A120}" type="pres">
      <dgm:prSet presAssocID="{6A7DE9A6-FA32-4528-B44F-664FEBF4C899}" presName="sibTrans" presStyleCnt="0"/>
      <dgm:spPr/>
    </dgm:pt>
    <dgm:pt modelId="{6699FDA5-E238-4A10-8939-A2CBB9B688DA}" type="pres">
      <dgm:prSet presAssocID="{2EC27715-743B-4562-8834-FD10AF1EA3CC}" presName="compNode" presStyleCnt="0"/>
      <dgm:spPr/>
    </dgm:pt>
    <dgm:pt modelId="{03325C77-A17A-4017-963F-62B672910F81}" type="pres">
      <dgm:prSet presAssocID="{2EC27715-743B-4562-8834-FD10AF1EA3CC}" presName="bgRect" presStyleLbl="bgShp" presStyleIdx="1" presStyleCnt="3"/>
      <dgm:spPr/>
    </dgm:pt>
    <dgm:pt modelId="{13369908-690F-4C97-B695-9F0CEB69E9B3}" type="pres">
      <dgm:prSet presAssocID="{2EC27715-743B-4562-8834-FD10AF1EA3C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BA5F333-E978-4036-BB00-354126F0C6B5}" type="pres">
      <dgm:prSet presAssocID="{2EC27715-743B-4562-8834-FD10AF1EA3CC}" presName="spaceRect" presStyleCnt="0"/>
      <dgm:spPr/>
    </dgm:pt>
    <dgm:pt modelId="{236D224A-AB66-44B4-9727-4DEEFD1C798D}" type="pres">
      <dgm:prSet presAssocID="{2EC27715-743B-4562-8834-FD10AF1EA3CC}" presName="parTx" presStyleLbl="revTx" presStyleIdx="1" presStyleCnt="3">
        <dgm:presLayoutVars>
          <dgm:chMax val="0"/>
          <dgm:chPref val="0"/>
        </dgm:presLayoutVars>
      </dgm:prSet>
      <dgm:spPr/>
    </dgm:pt>
    <dgm:pt modelId="{0F51C396-9265-4CE6-B2AE-DB43162DAFFA}" type="pres">
      <dgm:prSet presAssocID="{60B92F80-F364-4716-934A-241E62237FA4}" presName="sibTrans" presStyleCnt="0"/>
      <dgm:spPr/>
    </dgm:pt>
    <dgm:pt modelId="{0CCE6FB7-924F-4426-A941-2049BA9BE430}" type="pres">
      <dgm:prSet presAssocID="{9C49CCD7-5630-488E-BAD5-8F9BBB8D510F}" presName="compNode" presStyleCnt="0"/>
      <dgm:spPr/>
    </dgm:pt>
    <dgm:pt modelId="{A379407E-F89E-4C6F-9DC2-A72590825283}" type="pres">
      <dgm:prSet presAssocID="{9C49CCD7-5630-488E-BAD5-8F9BBB8D510F}" presName="bgRect" presStyleLbl="bgShp" presStyleIdx="2" presStyleCnt="3"/>
      <dgm:spPr/>
    </dgm:pt>
    <dgm:pt modelId="{FF600347-3FCF-46DD-83EE-25976BC0A46C}" type="pres">
      <dgm:prSet presAssocID="{9C49CCD7-5630-488E-BAD5-8F9BBB8D510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C431D944-F22B-4EE3-BFD5-3477C63CBA9D}" type="pres">
      <dgm:prSet presAssocID="{9C49CCD7-5630-488E-BAD5-8F9BBB8D510F}" presName="spaceRect" presStyleCnt="0"/>
      <dgm:spPr/>
    </dgm:pt>
    <dgm:pt modelId="{0CC9F454-9F41-47BD-9BCC-A42BCA118675}" type="pres">
      <dgm:prSet presAssocID="{9C49CCD7-5630-488E-BAD5-8F9BBB8D510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99FAF21-B8F5-4CF7-9AAB-6658E009C7A1}" srcId="{1A938539-32C4-4DBF-A4C4-56E0EE8E210A}" destId="{9C49CCD7-5630-488E-BAD5-8F9BBB8D510F}" srcOrd="2" destOrd="0" parTransId="{B53B2A77-489E-4B4C-935F-1F0F36F8880A}" sibTransId="{B26ADAC2-C616-4752-8E99-D4EB1C1109E5}"/>
    <dgm:cxn modelId="{E4C69636-EDE2-4680-89DC-7DE0CFC9BB7C}" type="presOf" srcId="{9C49CCD7-5630-488E-BAD5-8F9BBB8D510F}" destId="{0CC9F454-9F41-47BD-9BCC-A42BCA118675}" srcOrd="0" destOrd="0" presId="urn:microsoft.com/office/officeart/2018/2/layout/IconVerticalSolidList"/>
    <dgm:cxn modelId="{1F7D0C73-EB1F-4714-BCA7-A3E405FFC1E7}" srcId="{1A938539-32C4-4DBF-A4C4-56E0EE8E210A}" destId="{2EC27715-743B-4562-8834-FD10AF1EA3CC}" srcOrd="1" destOrd="0" parTransId="{706FEB31-B22D-4904-92A2-EE291FE15131}" sibTransId="{60B92F80-F364-4716-934A-241E62237FA4}"/>
    <dgm:cxn modelId="{0FD24D73-A1F1-4C49-BF28-68C6C0A76EA8}" type="presOf" srcId="{1A938539-32C4-4DBF-A4C4-56E0EE8E210A}" destId="{D114EA0B-96B2-4113-8EF9-AA91F13FB027}" srcOrd="0" destOrd="0" presId="urn:microsoft.com/office/officeart/2018/2/layout/IconVerticalSolidList"/>
    <dgm:cxn modelId="{8ED51A88-1529-4003-9F2B-6A1B4E53EE9D}" srcId="{1A938539-32C4-4DBF-A4C4-56E0EE8E210A}" destId="{39825B28-5AA4-46E2-BEB9-624332A8A7A8}" srcOrd="0" destOrd="0" parTransId="{19806436-C258-47F2-8500-4B11F79C9943}" sibTransId="{6A7DE9A6-FA32-4528-B44F-664FEBF4C899}"/>
    <dgm:cxn modelId="{C88B7B9C-3522-4C59-8A80-17BA25A731E2}" type="presOf" srcId="{39825B28-5AA4-46E2-BEB9-624332A8A7A8}" destId="{E9E9A8AA-067A-41D3-807C-5D7139622E6D}" srcOrd="0" destOrd="0" presId="urn:microsoft.com/office/officeart/2018/2/layout/IconVerticalSolidList"/>
    <dgm:cxn modelId="{7D7BB2DC-8954-4370-A8CA-D766DDBD4117}" type="presOf" srcId="{2EC27715-743B-4562-8834-FD10AF1EA3CC}" destId="{236D224A-AB66-44B4-9727-4DEEFD1C798D}" srcOrd="0" destOrd="0" presId="urn:microsoft.com/office/officeart/2018/2/layout/IconVerticalSolidList"/>
    <dgm:cxn modelId="{2718170A-8390-4C11-B5EF-0E2CA3701019}" type="presParOf" srcId="{D114EA0B-96B2-4113-8EF9-AA91F13FB027}" destId="{6D304A50-2666-428E-B9B2-B49F8FD7A312}" srcOrd="0" destOrd="0" presId="urn:microsoft.com/office/officeart/2018/2/layout/IconVerticalSolidList"/>
    <dgm:cxn modelId="{6FD07635-AFC5-4BD5-8F15-BF74DFA23322}" type="presParOf" srcId="{6D304A50-2666-428E-B9B2-B49F8FD7A312}" destId="{7281166F-6C48-4FD1-B1F8-4E5E26198FB1}" srcOrd="0" destOrd="0" presId="urn:microsoft.com/office/officeart/2018/2/layout/IconVerticalSolidList"/>
    <dgm:cxn modelId="{ECBF25E4-3F72-409D-BA3B-6FFCB1A3738C}" type="presParOf" srcId="{6D304A50-2666-428E-B9B2-B49F8FD7A312}" destId="{D17E155A-6743-4B64-A0FF-23259C0053E8}" srcOrd="1" destOrd="0" presId="urn:microsoft.com/office/officeart/2018/2/layout/IconVerticalSolidList"/>
    <dgm:cxn modelId="{9591309C-9FBA-4959-A82F-410456A6D38C}" type="presParOf" srcId="{6D304A50-2666-428E-B9B2-B49F8FD7A312}" destId="{A94AE028-CCA3-4A44-80C8-74757CB6B33D}" srcOrd="2" destOrd="0" presId="urn:microsoft.com/office/officeart/2018/2/layout/IconVerticalSolidList"/>
    <dgm:cxn modelId="{2AC79040-7021-40E8-83BA-EACBC87090E3}" type="presParOf" srcId="{6D304A50-2666-428E-B9B2-B49F8FD7A312}" destId="{E9E9A8AA-067A-41D3-807C-5D7139622E6D}" srcOrd="3" destOrd="0" presId="urn:microsoft.com/office/officeart/2018/2/layout/IconVerticalSolidList"/>
    <dgm:cxn modelId="{67BBDC8E-B4BC-4928-BF3B-BA17B1A6742D}" type="presParOf" srcId="{D114EA0B-96B2-4113-8EF9-AA91F13FB027}" destId="{DF453BB8-060B-4946-993E-AB2FE016A120}" srcOrd="1" destOrd="0" presId="urn:microsoft.com/office/officeart/2018/2/layout/IconVerticalSolidList"/>
    <dgm:cxn modelId="{C1F9151C-0CF3-4053-996E-BD1D210AA580}" type="presParOf" srcId="{D114EA0B-96B2-4113-8EF9-AA91F13FB027}" destId="{6699FDA5-E238-4A10-8939-A2CBB9B688DA}" srcOrd="2" destOrd="0" presId="urn:microsoft.com/office/officeart/2018/2/layout/IconVerticalSolidList"/>
    <dgm:cxn modelId="{81B0544F-B683-4AD0-A2F4-E94229260BEC}" type="presParOf" srcId="{6699FDA5-E238-4A10-8939-A2CBB9B688DA}" destId="{03325C77-A17A-4017-963F-62B672910F81}" srcOrd="0" destOrd="0" presId="urn:microsoft.com/office/officeart/2018/2/layout/IconVerticalSolidList"/>
    <dgm:cxn modelId="{ED7A4FFF-21FE-4534-97D4-4F2E436456DA}" type="presParOf" srcId="{6699FDA5-E238-4A10-8939-A2CBB9B688DA}" destId="{13369908-690F-4C97-B695-9F0CEB69E9B3}" srcOrd="1" destOrd="0" presId="urn:microsoft.com/office/officeart/2018/2/layout/IconVerticalSolidList"/>
    <dgm:cxn modelId="{16A29957-4125-45AF-8E53-CE258CA26C11}" type="presParOf" srcId="{6699FDA5-E238-4A10-8939-A2CBB9B688DA}" destId="{3BA5F333-E978-4036-BB00-354126F0C6B5}" srcOrd="2" destOrd="0" presId="urn:microsoft.com/office/officeart/2018/2/layout/IconVerticalSolidList"/>
    <dgm:cxn modelId="{44F9FA27-23E0-4204-9EEA-9273CED7C087}" type="presParOf" srcId="{6699FDA5-E238-4A10-8939-A2CBB9B688DA}" destId="{236D224A-AB66-44B4-9727-4DEEFD1C798D}" srcOrd="3" destOrd="0" presId="urn:microsoft.com/office/officeart/2018/2/layout/IconVerticalSolidList"/>
    <dgm:cxn modelId="{5EC9376A-2A2B-4019-A054-254D2E367E36}" type="presParOf" srcId="{D114EA0B-96B2-4113-8EF9-AA91F13FB027}" destId="{0F51C396-9265-4CE6-B2AE-DB43162DAFFA}" srcOrd="3" destOrd="0" presId="urn:microsoft.com/office/officeart/2018/2/layout/IconVerticalSolidList"/>
    <dgm:cxn modelId="{953FF56C-166E-496B-AC7E-82DC2F546831}" type="presParOf" srcId="{D114EA0B-96B2-4113-8EF9-AA91F13FB027}" destId="{0CCE6FB7-924F-4426-A941-2049BA9BE430}" srcOrd="4" destOrd="0" presId="urn:microsoft.com/office/officeart/2018/2/layout/IconVerticalSolidList"/>
    <dgm:cxn modelId="{8C23202E-F0FD-4539-B895-581DF1F7F0E8}" type="presParOf" srcId="{0CCE6FB7-924F-4426-A941-2049BA9BE430}" destId="{A379407E-F89E-4C6F-9DC2-A72590825283}" srcOrd="0" destOrd="0" presId="urn:microsoft.com/office/officeart/2018/2/layout/IconVerticalSolidList"/>
    <dgm:cxn modelId="{B6049622-8746-449C-A292-3C41CF803A60}" type="presParOf" srcId="{0CCE6FB7-924F-4426-A941-2049BA9BE430}" destId="{FF600347-3FCF-46DD-83EE-25976BC0A46C}" srcOrd="1" destOrd="0" presId="urn:microsoft.com/office/officeart/2018/2/layout/IconVerticalSolidList"/>
    <dgm:cxn modelId="{C235B8DF-5AE0-4DF2-837B-1459D17B47A1}" type="presParOf" srcId="{0CCE6FB7-924F-4426-A941-2049BA9BE430}" destId="{C431D944-F22B-4EE3-BFD5-3477C63CBA9D}" srcOrd="2" destOrd="0" presId="urn:microsoft.com/office/officeart/2018/2/layout/IconVerticalSolidList"/>
    <dgm:cxn modelId="{90E3645C-F453-4FC2-ABF1-59B3CF3B4C91}" type="presParOf" srcId="{0CCE6FB7-924F-4426-A941-2049BA9BE430}" destId="{0CC9F454-9F41-47BD-9BCC-A42BCA11867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05C90B-12C5-4F86-BAAD-C937814466F9}">
      <dsp:nvSpPr>
        <dsp:cNvPr id="0" name=""/>
        <dsp:cNvSpPr/>
      </dsp:nvSpPr>
      <dsp:spPr>
        <a:xfrm>
          <a:off x="0" y="46538"/>
          <a:ext cx="6451943" cy="79150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Every computer!</a:t>
          </a:r>
        </a:p>
      </dsp:txBody>
      <dsp:txXfrm>
        <a:off x="38638" y="85176"/>
        <a:ext cx="6374667" cy="714229"/>
      </dsp:txXfrm>
    </dsp:sp>
    <dsp:sp modelId="{505B3458-937B-426F-8CE7-28F00343D40B}">
      <dsp:nvSpPr>
        <dsp:cNvPr id="0" name=""/>
        <dsp:cNvSpPr/>
      </dsp:nvSpPr>
      <dsp:spPr>
        <a:xfrm>
          <a:off x="0" y="933083"/>
          <a:ext cx="6451943" cy="791505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 matter how simple or complex</a:t>
          </a:r>
        </a:p>
      </dsp:txBody>
      <dsp:txXfrm>
        <a:off x="38638" y="971721"/>
        <a:ext cx="6374667" cy="714229"/>
      </dsp:txXfrm>
    </dsp:sp>
    <dsp:sp modelId="{B97EB115-3770-4A21-BE45-92C3DB676475}">
      <dsp:nvSpPr>
        <dsp:cNvPr id="0" name=""/>
        <dsp:cNvSpPr/>
      </dsp:nvSpPr>
      <dsp:spPr>
        <a:xfrm>
          <a:off x="0" y="1819628"/>
          <a:ext cx="6451943" cy="791505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Four basic operations:</a:t>
          </a:r>
        </a:p>
      </dsp:txBody>
      <dsp:txXfrm>
        <a:off x="38638" y="1858266"/>
        <a:ext cx="6374667" cy="714229"/>
      </dsp:txXfrm>
    </dsp:sp>
    <dsp:sp modelId="{01245206-3C8C-4D7D-935B-EABE903F16D3}">
      <dsp:nvSpPr>
        <dsp:cNvPr id="0" name=""/>
        <dsp:cNvSpPr/>
      </dsp:nvSpPr>
      <dsp:spPr>
        <a:xfrm>
          <a:off x="0" y="2611133"/>
          <a:ext cx="6451943" cy="1810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4849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/>
            <a:t>Input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/>
            <a:t>Output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/>
            <a:t>Processing 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/>
            <a:t>Storage</a:t>
          </a:r>
        </a:p>
      </dsp:txBody>
      <dsp:txXfrm>
        <a:off x="0" y="2611133"/>
        <a:ext cx="6451943" cy="18102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258762-3F6B-45E5-A3C2-E6ABD88D0420}">
      <dsp:nvSpPr>
        <dsp:cNvPr id="0" name=""/>
        <dsp:cNvSpPr/>
      </dsp:nvSpPr>
      <dsp:spPr>
        <a:xfrm>
          <a:off x="0" y="545"/>
          <a:ext cx="6451943" cy="12762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4EDB73-320F-4F05-A895-9AAB448A9C87}">
      <dsp:nvSpPr>
        <dsp:cNvPr id="0" name=""/>
        <dsp:cNvSpPr/>
      </dsp:nvSpPr>
      <dsp:spPr>
        <a:xfrm>
          <a:off x="386058" y="287696"/>
          <a:ext cx="701925" cy="7019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087233-96A2-42E4-AF13-BE67C3719601}">
      <dsp:nvSpPr>
        <dsp:cNvPr id="0" name=""/>
        <dsp:cNvSpPr/>
      </dsp:nvSpPr>
      <dsp:spPr>
        <a:xfrm>
          <a:off x="1474042" y="545"/>
          <a:ext cx="4977900" cy="1276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067" tIns="135067" rIns="135067" bIns="1350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 way of writing down numbers. </a:t>
          </a:r>
        </a:p>
      </dsp:txBody>
      <dsp:txXfrm>
        <a:off x="1474042" y="545"/>
        <a:ext cx="4977900" cy="1276227"/>
      </dsp:txXfrm>
    </dsp:sp>
    <dsp:sp modelId="{FD7A14A2-F073-464D-A62A-CEC4032AE91B}">
      <dsp:nvSpPr>
        <dsp:cNvPr id="0" name=""/>
        <dsp:cNvSpPr/>
      </dsp:nvSpPr>
      <dsp:spPr>
        <a:xfrm>
          <a:off x="0" y="1595829"/>
          <a:ext cx="6451943" cy="12762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CB5218-CBF0-4991-AEA1-B582E2F023E0}">
      <dsp:nvSpPr>
        <dsp:cNvPr id="0" name=""/>
        <dsp:cNvSpPr/>
      </dsp:nvSpPr>
      <dsp:spPr>
        <a:xfrm>
          <a:off x="386058" y="1882980"/>
          <a:ext cx="701925" cy="7019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7028D3-C19A-45A4-A138-BE65C1CADAD5}">
      <dsp:nvSpPr>
        <dsp:cNvPr id="0" name=""/>
        <dsp:cNvSpPr/>
      </dsp:nvSpPr>
      <dsp:spPr>
        <a:xfrm>
          <a:off x="1474042" y="1595829"/>
          <a:ext cx="4977900" cy="1276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067" tIns="135067" rIns="135067" bIns="1350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How data is stored.</a:t>
          </a:r>
        </a:p>
      </dsp:txBody>
      <dsp:txXfrm>
        <a:off x="1474042" y="1595829"/>
        <a:ext cx="4977900" cy="1276227"/>
      </dsp:txXfrm>
    </dsp:sp>
    <dsp:sp modelId="{E292C911-B654-4DF0-A729-097812042654}">
      <dsp:nvSpPr>
        <dsp:cNvPr id="0" name=""/>
        <dsp:cNvSpPr/>
      </dsp:nvSpPr>
      <dsp:spPr>
        <a:xfrm>
          <a:off x="0" y="3191114"/>
          <a:ext cx="6451943" cy="12762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751490-EA6E-4116-B6E1-6F53D83EDA31}">
      <dsp:nvSpPr>
        <dsp:cNvPr id="0" name=""/>
        <dsp:cNvSpPr/>
      </dsp:nvSpPr>
      <dsp:spPr>
        <a:xfrm>
          <a:off x="386058" y="3478265"/>
          <a:ext cx="701925" cy="7019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8A026F-A219-4CFA-BDE4-17069C1A62B9}">
      <dsp:nvSpPr>
        <dsp:cNvPr id="0" name=""/>
        <dsp:cNvSpPr/>
      </dsp:nvSpPr>
      <dsp:spPr>
        <a:xfrm>
          <a:off x="1474042" y="3191114"/>
          <a:ext cx="2903374" cy="1276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067" tIns="135067" rIns="135067" bIns="1350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4 Main notational systems</a:t>
          </a:r>
        </a:p>
      </dsp:txBody>
      <dsp:txXfrm>
        <a:off x="1474042" y="3191114"/>
        <a:ext cx="2903374" cy="1276227"/>
      </dsp:txXfrm>
    </dsp:sp>
    <dsp:sp modelId="{DC2CC33B-2580-462A-800E-9A2B3E72F3F3}">
      <dsp:nvSpPr>
        <dsp:cNvPr id="0" name=""/>
        <dsp:cNvSpPr/>
      </dsp:nvSpPr>
      <dsp:spPr>
        <a:xfrm>
          <a:off x="4377417" y="3191114"/>
          <a:ext cx="2074525" cy="1276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067" tIns="135067" rIns="135067" bIns="135067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Decimal	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Binary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Hexadecimal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Octal</a:t>
          </a:r>
        </a:p>
      </dsp:txBody>
      <dsp:txXfrm>
        <a:off x="4377417" y="3191114"/>
        <a:ext cx="2074525" cy="12762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DCDCA9-4F5F-4A2A-A405-65165FA3F517}">
      <dsp:nvSpPr>
        <dsp:cNvPr id="0" name=""/>
        <dsp:cNvSpPr/>
      </dsp:nvSpPr>
      <dsp:spPr>
        <a:xfrm>
          <a:off x="0" y="278310"/>
          <a:ext cx="6451943" cy="5516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Base-16 (Each position is a power of 16)</a:t>
          </a:r>
        </a:p>
      </dsp:txBody>
      <dsp:txXfrm>
        <a:off x="26930" y="305240"/>
        <a:ext cx="6398083" cy="497795"/>
      </dsp:txXfrm>
    </dsp:sp>
    <dsp:sp modelId="{E7F49227-C770-4707-96FB-E0B1E7852A50}">
      <dsp:nvSpPr>
        <dsp:cNvPr id="0" name=""/>
        <dsp:cNvSpPr/>
      </dsp:nvSpPr>
      <dsp:spPr>
        <a:xfrm>
          <a:off x="0" y="896205"/>
          <a:ext cx="6451943" cy="551655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Hexadecimal Mapping:</a:t>
          </a:r>
        </a:p>
      </dsp:txBody>
      <dsp:txXfrm>
        <a:off x="26930" y="923135"/>
        <a:ext cx="6398083" cy="497795"/>
      </dsp:txXfrm>
    </dsp:sp>
    <dsp:sp modelId="{08CC4D86-8447-40EE-BBE9-79EEBC77B93F}">
      <dsp:nvSpPr>
        <dsp:cNvPr id="0" name=""/>
        <dsp:cNvSpPr/>
      </dsp:nvSpPr>
      <dsp:spPr>
        <a:xfrm>
          <a:off x="0" y="1447860"/>
          <a:ext cx="6451943" cy="2190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4849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0-9 represent their usual decimal values.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A represents decimal 10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B represents decimal 11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C represents decimal 12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D represents decimal 13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E represents decimal 14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F represents decimal 15</a:t>
          </a:r>
        </a:p>
      </dsp:txBody>
      <dsp:txXfrm>
        <a:off x="0" y="1447860"/>
        <a:ext cx="6451943" cy="2190060"/>
      </dsp:txXfrm>
    </dsp:sp>
    <dsp:sp modelId="{D06D84E2-FA8C-42F2-8C23-423BF44D4D67}">
      <dsp:nvSpPr>
        <dsp:cNvPr id="0" name=""/>
        <dsp:cNvSpPr/>
      </dsp:nvSpPr>
      <dsp:spPr>
        <a:xfrm>
          <a:off x="0" y="3637921"/>
          <a:ext cx="6451943" cy="551655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hlinkClick xmlns:r="http://schemas.openxmlformats.org/officeDocument/2006/relationships" r:id="rId1"/>
            </a:rPr>
            <a:t>https://www.youtube.com/watch?v=0xkP_FQUsuM</a:t>
          </a:r>
          <a:endParaRPr lang="en-US" sz="2300" kern="1200"/>
        </a:p>
      </dsp:txBody>
      <dsp:txXfrm>
        <a:off x="26930" y="3664851"/>
        <a:ext cx="6398083" cy="4977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497BAB-546D-4AB2-9860-F5C05CCD7CB2}">
      <dsp:nvSpPr>
        <dsp:cNvPr id="0" name=""/>
        <dsp:cNvSpPr/>
      </dsp:nvSpPr>
      <dsp:spPr>
        <a:xfrm>
          <a:off x="961003" y="725561"/>
          <a:ext cx="1030640" cy="10306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700111-E4F4-4867-A60A-A0FFF83687A0}">
      <dsp:nvSpPr>
        <dsp:cNvPr id="0" name=""/>
        <dsp:cNvSpPr/>
      </dsp:nvSpPr>
      <dsp:spPr>
        <a:xfrm>
          <a:off x="3979" y="1857094"/>
          <a:ext cx="2944687" cy="44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b="1" kern="1200"/>
            <a:t>Bit</a:t>
          </a:r>
          <a:endParaRPr lang="en-US" sz="3100" kern="1200"/>
        </a:p>
      </dsp:txBody>
      <dsp:txXfrm>
        <a:off x="3979" y="1857094"/>
        <a:ext cx="2944687" cy="441703"/>
      </dsp:txXfrm>
    </dsp:sp>
    <dsp:sp modelId="{6668EBD6-1F30-4FBE-A7F4-9A1432BB8214}">
      <dsp:nvSpPr>
        <dsp:cNvPr id="0" name=""/>
        <dsp:cNvSpPr/>
      </dsp:nvSpPr>
      <dsp:spPr>
        <a:xfrm>
          <a:off x="3979" y="2345724"/>
          <a:ext cx="2944687" cy="72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two values, 0 or 1. </a:t>
          </a:r>
          <a:br>
            <a:rPr lang="en-US" sz="1700" kern="1200" dirty="0"/>
          </a:br>
          <a:r>
            <a:rPr lang="en-US" sz="1700" kern="1200" dirty="0"/>
            <a:t>Think of it as a light switch </a:t>
          </a:r>
          <a:br>
            <a:rPr lang="en-US" sz="1700" kern="1200" dirty="0"/>
          </a:br>
          <a:r>
            <a:rPr lang="en-US" sz="1700" kern="1200" dirty="0"/>
            <a:t>on or off.</a:t>
          </a:r>
        </a:p>
      </dsp:txBody>
      <dsp:txXfrm>
        <a:off x="3979" y="2345724"/>
        <a:ext cx="2944687" cy="726182"/>
      </dsp:txXfrm>
    </dsp:sp>
    <dsp:sp modelId="{0185BE3F-C7E6-42A4-9827-5B3410EA80AE}">
      <dsp:nvSpPr>
        <dsp:cNvPr id="0" name=""/>
        <dsp:cNvSpPr/>
      </dsp:nvSpPr>
      <dsp:spPr>
        <a:xfrm>
          <a:off x="4421011" y="725561"/>
          <a:ext cx="1030640" cy="10306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14778-0669-4E47-BF93-8EEC43C5587D}">
      <dsp:nvSpPr>
        <dsp:cNvPr id="0" name=""/>
        <dsp:cNvSpPr/>
      </dsp:nvSpPr>
      <dsp:spPr>
        <a:xfrm>
          <a:off x="3463987" y="1857094"/>
          <a:ext cx="2944687" cy="44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b="1" kern="1200"/>
            <a:t>Byte</a:t>
          </a:r>
          <a:endParaRPr lang="en-US" sz="3100" kern="1200"/>
        </a:p>
      </dsp:txBody>
      <dsp:txXfrm>
        <a:off x="3463987" y="1857094"/>
        <a:ext cx="2944687" cy="441703"/>
      </dsp:txXfrm>
    </dsp:sp>
    <dsp:sp modelId="{4872DF2C-FC37-4F1E-8759-BECAC0312839}">
      <dsp:nvSpPr>
        <dsp:cNvPr id="0" name=""/>
        <dsp:cNvSpPr/>
      </dsp:nvSpPr>
      <dsp:spPr>
        <a:xfrm>
          <a:off x="3463987" y="2345724"/>
          <a:ext cx="2944687" cy="72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group of 8 Bits. Very important, as each character is 1 byte </a:t>
          </a:r>
          <a:br>
            <a:rPr lang="en-US" sz="1700" kern="1200" dirty="0"/>
          </a:br>
          <a:r>
            <a:rPr lang="en-US" sz="1700" kern="1200" dirty="0"/>
            <a:t>(A, 1, #)</a:t>
          </a:r>
        </a:p>
      </dsp:txBody>
      <dsp:txXfrm>
        <a:off x="3463987" y="2345724"/>
        <a:ext cx="2944687" cy="726182"/>
      </dsp:txXfrm>
    </dsp:sp>
    <dsp:sp modelId="{2770C3E9-B8FF-412B-9E3E-7492DAFFBA4F}">
      <dsp:nvSpPr>
        <dsp:cNvPr id="0" name=""/>
        <dsp:cNvSpPr/>
      </dsp:nvSpPr>
      <dsp:spPr>
        <a:xfrm>
          <a:off x="7881019" y="725561"/>
          <a:ext cx="1030640" cy="103064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8D56E0-6C4F-48BD-90FB-86E5789C0FC2}">
      <dsp:nvSpPr>
        <dsp:cNvPr id="0" name=""/>
        <dsp:cNvSpPr/>
      </dsp:nvSpPr>
      <dsp:spPr>
        <a:xfrm>
          <a:off x="6923995" y="1857094"/>
          <a:ext cx="2944687" cy="44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b="1" kern="1200"/>
            <a:t>Nibble</a:t>
          </a:r>
          <a:r>
            <a:rPr lang="en-US" sz="3100" kern="1200"/>
            <a:t> </a:t>
          </a:r>
        </a:p>
      </dsp:txBody>
      <dsp:txXfrm>
        <a:off x="6923995" y="1857094"/>
        <a:ext cx="2944687" cy="441703"/>
      </dsp:txXfrm>
    </dsp:sp>
    <dsp:sp modelId="{4EC64B2B-D234-4051-81B1-DECE139B38E4}">
      <dsp:nvSpPr>
        <dsp:cNvPr id="0" name=""/>
        <dsp:cNvSpPr/>
      </dsp:nvSpPr>
      <dsp:spPr>
        <a:xfrm>
          <a:off x="6923995" y="2345724"/>
          <a:ext cx="2944687" cy="72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Half of a byte! 4 bits. </a:t>
          </a:r>
        </a:p>
      </dsp:txBody>
      <dsp:txXfrm>
        <a:off x="6923995" y="2345724"/>
        <a:ext cx="2944687" cy="7261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BBD16D-77EF-4643-8904-1F58CA576664}">
      <dsp:nvSpPr>
        <dsp:cNvPr id="0" name=""/>
        <dsp:cNvSpPr/>
      </dsp:nvSpPr>
      <dsp:spPr>
        <a:xfrm>
          <a:off x="303" y="588627"/>
          <a:ext cx="1451011" cy="7255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Kilobyte (KB)</a:t>
          </a:r>
        </a:p>
      </dsp:txBody>
      <dsp:txXfrm>
        <a:off x="21552" y="609876"/>
        <a:ext cx="1408513" cy="683007"/>
      </dsp:txXfrm>
    </dsp:sp>
    <dsp:sp modelId="{B50E898B-A78C-4C1C-AA0C-6F6950ADB369}">
      <dsp:nvSpPr>
        <dsp:cNvPr id="0" name=""/>
        <dsp:cNvSpPr/>
      </dsp:nvSpPr>
      <dsp:spPr>
        <a:xfrm>
          <a:off x="145404" y="1314132"/>
          <a:ext cx="145101" cy="5441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4129"/>
              </a:lnTo>
              <a:lnTo>
                <a:pt x="145101" y="544129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BB67A9-2649-4CE3-B73C-10F55E88F819}">
      <dsp:nvSpPr>
        <dsp:cNvPr id="0" name=""/>
        <dsp:cNvSpPr/>
      </dsp:nvSpPr>
      <dsp:spPr>
        <a:xfrm>
          <a:off x="290506" y="1495509"/>
          <a:ext cx="1160809" cy="7255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</a:t>
          </a:r>
          <a:r>
            <a:rPr lang="en-US" sz="1600" kern="1200" baseline="30000"/>
            <a:t>10</a:t>
          </a:r>
          <a:r>
            <a:rPr lang="en-US" sz="1600" kern="1200"/>
            <a:t> bytes = 1KB</a:t>
          </a:r>
        </a:p>
      </dsp:txBody>
      <dsp:txXfrm>
        <a:off x="311755" y="1516758"/>
        <a:ext cx="1118311" cy="683007"/>
      </dsp:txXfrm>
    </dsp:sp>
    <dsp:sp modelId="{AED32D79-B147-443C-ADE1-6CD929D09F47}">
      <dsp:nvSpPr>
        <dsp:cNvPr id="0" name=""/>
        <dsp:cNvSpPr/>
      </dsp:nvSpPr>
      <dsp:spPr>
        <a:xfrm>
          <a:off x="145404" y="1314132"/>
          <a:ext cx="145101" cy="14510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1011"/>
              </a:lnTo>
              <a:lnTo>
                <a:pt x="145101" y="145101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8835CB-6F26-474E-9EBA-D39D5C9F31A0}">
      <dsp:nvSpPr>
        <dsp:cNvPr id="0" name=""/>
        <dsp:cNvSpPr/>
      </dsp:nvSpPr>
      <dsp:spPr>
        <a:xfrm>
          <a:off x="290506" y="2402391"/>
          <a:ext cx="1160809" cy="7255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1KB = </a:t>
          </a:r>
          <a:br>
            <a:rPr lang="en-US" sz="1600" kern="1200" dirty="0"/>
          </a:br>
          <a:r>
            <a:rPr lang="en-US" sz="1600" kern="1200" dirty="0"/>
            <a:t>1024 bytes</a:t>
          </a:r>
        </a:p>
      </dsp:txBody>
      <dsp:txXfrm>
        <a:off x="311755" y="2423640"/>
        <a:ext cx="1118311" cy="683007"/>
      </dsp:txXfrm>
    </dsp:sp>
    <dsp:sp modelId="{6E63085E-1BE2-4E13-8CDC-8786484E0597}">
      <dsp:nvSpPr>
        <dsp:cNvPr id="0" name=""/>
        <dsp:cNvSpPr/>
      </dsp:nvSpPr>
      <dsp:spPr>
        <a:xfrm>
          <a:off x="1814068" y="588627"/>
          <a:ext cx="1451011" cy="72550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Megabyte (MB)</a:t>
          </a:r>
        </a:p>
      </dsp:txBody>
      <dsp:txXfrm>
        <a:off x="1835317" y="609876"/>
        <a:ext cx="1408513" cy="683007"/>
      </dsp:txXfrm>
    </dsp:sp>
    <dsp:sp modelId="{E70EAFB2-2AE6-48DF-A5E3-58D3962916E0}">
      <dsp:nvSpPr>
        <dsp:cNvPr id="0" name=""/>
        <dsp:cNvSpPr/>
      </dsp:nvSpPr>
      <dsp:spPr>
        <a:xfrm>
          <a:off x="1959169" y="1314132"/>
          <a:ext cx="145101" cy="5441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4129"/>
              </a:lnTo>
              <a:lnTo>
                <a:pt x="145101" y="544129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0F0A6C-723A-4ACE-BAEE-EF88A9845598}">
      <dsp:nvSpPr>
        <dsp:cNvPr id="0" name=""/>
        <dsp:cNvSpPr/>
      </dsp:nvSpPr>
      <dsp:spPr>
        <a:xfrm>
          <a:off x="2104270" y="1495509"/>
          <a:ext cx="1160809" cy="7255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</a:t>
          </a:r>
          <a:r>
            <a:rPr lang="en-US" sz="1600" kern="1200" baseline="30000"/>
            <a:t>20</a:t>
          </a:r>
          <a:r>
            <a:rPr lang="en-US" sz="1600" kern="1200"/>
            <a:t> bytes = 1MB</a:t>
          </a:r>
        </a:p>
      </dsp:txBody>
      <dsp:txXfrm>
        <a:off x="2125519" y="1516758"/>
        <a:ext cx="1118311" cy="683007"/>
      </dsp:txXfrm>
    </dsp:sp>
    <dsp:sp modelId="{EDDC4118-6B53-43C3-A922-C1A4F5567342}">
      <dsp:nvSpPr>
        <dsp:cNvPr id="0" name=""/>
        <dsp:cNvSpPr/>
      </dsp:nvSpPr>
      <dsp:spPr>
        <a:xfrm>
          <a:off x="1959169" y="1314132"/>
          <a:ext cx="145101" cy="14510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1011"/>
              </a:lnTo>
              <a:lnTo>
                <a:pt x="145101" y="145101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120655-238D-4D82-8D57-637EAF430D67}">
      <dsp:nvSpPr>
        <dsp:cNvPr id="0" name=""/>
        <dsp:cNvSpPr/>
      </dsp:nvSpPr>
      <dsp:spPr>
        <a:xfrm>
          <a:off x="2104270" y="2402391"/>
          <a:ext cx="1160809" cy="7255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1MB = 1,048,576 bytes</a:t>
          </a:r>
        </a:p>
      </dsp:txBody>
      <dsp:txXfrm>
        <a:off x="2125519" y="2423640"/>
        <a:ext cx="1118311" cy="683007"/>
      </dsp:txXfrm>
    </dsp:sp>
    <dsp:sp modelId="{C99F5E5F-BF5E-4026-A16B-97C37A9946CA}">
      <dsp:nvSpPr>
        <dsp:cNvPr id="0" name=""/>
        <dsp:cNvSpPr/>
      </dsp:nvSpPr>
      <dsp:spPr>
        <a:xfrm>
          <a:off x="3627832" y="588627"/>
          <a:ext cx="1451011" cy="72550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Gigabyte (GB)</a:t>
          </a:r>
        </a:p>
      </dsp:txBody>
      <dsp:txXfrm>
        <a:off x="3649081" y="609876"/>
        <a:ext cx="1408513" cy="683007"/>
      </dsp:txXfrm>
    </dsp:sp>
    <dsp:sp modelId="{B1BEC5A6-0DF5-43B1-9C5B-43B892922A9D}">
      <dsp:nvSpPr>
        <dsp:cNvPr id="0" name=""/>
        <dsp:cNvSpPr/>
      </dsp:nvSpPr>
      <dsp:spPr>
        <a:xfrm>
          <a:off x="3772933" y="1314132"/>
          <a:ext cx="145101" cy="5441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4129"/>
              </a:lnTo>
              <a:lnTo>
                <a:pt x="145101" y="544129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793B7A-C1AA-477D-AA89-0D2346796BF9}">
      <dsp:nvSpPr>
        <dsp:cNvPr id="0" name=""/>
        <dsp:cNvSpPr/>
      </dsp:nvSpPr>
      <dsp:spPr>
        <a:xfrm>
          <a:off x="3918034" y="1495509"/>
          <a:ext cx="1160809" cy="7255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230 bytes = 1GB</a:t>
          </a:r>
        </a:p>
      </dsp:txBody>
      <dsp:txXfrm>
        <a:off x="3939283" y="1516758"/>
        <a:ext cx="1118311" cy="683007"/>
      </dsp:txXfrm>
    </dsp:sp>
    <dsp:sp modelId="{219B75FC-00D8-4B2D-93DE-4C36CC0592A7}">
      <dsp:nvSpPr>
        <dsp:cNvPr id="0" name=""/>
        <dsp:cNvSpPr/>
      </dsp:nvSpPr>
      <dsp:spPr>
        <a:xfrm>
          <a:off x="3772933" y="1314132"/>
          <a:ext cx="145101" cy="14510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1011"/>
              </a:lnTo>
              <a:lnTo>
                <a:pt x="145101" y="145101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AA5D33-212B-487A-87A1-799570D40B4F}">
      <dsp:nvSpPr>
        <dsp:cNvPr id="0" name=""/>
        <dsp:cNvSpPr/>
      </dsp:nvSpPr>
      <dsp:spPr>
        <a:xfrm>
          <a:off x="3918034" y="2402391"/>
          <a:ext cx="1160809" cy="7255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1 GB=</a:t>
          </a:r>
          <a:br>
            <a:rPr lang="en-US" sz="1600" kern="1200" dirty="0"/>
          </a:br>
          <a:r>
            <a:rPr lang="en-US" sz="1600" kern="1200" dirty="0"/>
            <a:t>1,073,741,824 bytes </a:t>
          </a:r>
        </a:p>
      </dsp:txBody>
      <dsp:txXfrm>
        <a:off x="3939283" y="2423640"/>
        <a:ext cx="1118311" cy="683007"/>
      </dsp:txXfrm>
    </dsp:sp>
    <dsp:sp modelId="{B1608136-CD12-4205-9C4C-E9B5EF7859DC}">
      <dsp:nvSpPr>
        <dsp:cNvPr id="0" name=""/>
        <dsp:cNvSpPr/>
      </dsp:nvSpPr>
      <dsp:spPr>
        <a:xfrm>
          <a:off x="5441596" y="588627"/>
          <a:ext cx="1451011" cy="72550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Terabyte (TB)</a:t>
          </a:r>
        </a:p>
      </dsp:txBody>
      <dsp:txXfrm>
        <a:off x="5462845" y="609876"/>
        <a:ext cx="1408513" cy="683007"/>
      </dsp:txXfrm>
    </dsp:sp>
    <dsp:sp modelId="{53DC30F8-DF2D-4478-8B9D-6CAE5F940816}">
      <dsp:nvSpPr>
        <dsp:cNvPr id="0" name=""/>
        <dsp:cNvSpPr/>
      </dsp:nvSpPr>
      <dsp:spPr>
        <a:xfrm>
          <a:off x="5586698" y="1314132"/>
          <a:ext cx="145101" cy="5441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4129"/>
              </a:lnTo>
              <a:lnTo>
                <a:pt x="145101" y="544129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01140C-C0A0-4BC4-85EE-50F7340E15DD}">
      <dsp:nvSpPr>
        <dsp:cNvPr id="0" name=""/>
        <dsp:cNvSpPr/>
      </dsp:nvSpPr>
      <dsp:spPr>
        <a:xfrm>
          <a:off x="5731799" y="1495509"/>
          <a:ext cx="1160809" cy="7255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240 bytes = 1TB</a:t>
          </a:r>
        </a:p>
      </dsp:txBody>
      <dsp:txXfrm>
        <a:off x="5753048" y="1516758"/>
        <a:ext cx="1118311" cy="683007"/>
      </dsp:txXfrm>
    </dsp:sp>
    <dsp:sp modelId="{E64C3BA4-CE8B-42DA-880E-678575FEC123}">
      <dsp:nvSpPr>
        <dsp:cNvPr id="0" name=""/>
        <dsp:cNvSpPr/>
      </dsp:nvSpPr>
      <dsp:spPr>
        <a:xfrm>
          <a:off x="5586698" y="1314132"/>
          <a:ext cx="145101" cy="14510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1011"/>
              </a:lnTo>
              <a:lnTo>
                <a:pt x="145101" y="145101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EA4BF9-D6F0-44B7-875A-B6BCFC01C9B1}">
      <dsp:nvSpPr>
        <dsp:cNvPr id="0" name=""/>
        <dsp:cNvSpPr/>
      </dsp:nvSpPr>
      <dsp:spPr>
        <a:xfrm>
          <a:off x="5731799" y="2402391"/>
          <a:ext cx="1677079" cy="7255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1 TB=</a:t>
          </a:r>
          <a:br>
            <a:rPr lang="en-US" sz="1600" kern="1200" dirty="0"/>
          </a:br>
          <a:r>
            <a:rPr lang="en-US" sz="1600" kern="1200" dirty="0"/>
            <a:t>1,099,511,627,776 bytes </a:t>
          </a:r>
        </a:p>
      </dsp:txBody>
      <dsp:txXfrm>
        <a:off x="5753048" y="2423640"/>
        <a:ext cx="1634581" cy="683007"/>
      </dsp:txXfrm>
    </dsp:sp>
    <dsp:sp modelId="{5BB6F730-24B6-464E-A6AE-2664728A9BEE}">
      <dsp:nvSpPr>
        <dsp:cNvPr id="0" name=""/>
        <dsp:cNvSpPr/>
      </dsp:nvSpPr>
      <dsp:spPr>
        <a:xfrm>
          <a:off x="7481428" y="588627"/>
          <a:ext cx="1451011" cy="72550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Petabyte (PB)</a:t>
          </a:r>
        </a:p>
      </dsp:txBody>
      <dsp:txXfrm>
        <a:off x="7502677" y="609876"/>
        <a:ext cx="1408513" cy="683007"/>
      </dsp:txXfrm>
    </dsp:sp>
    <dsp:sp modelId="{9B54C1E3-3966-4BA3-BCD1-868A0C5C75A3}">
      <dsp:nvSpPr>
        <dsp:cNvPr id="0" name=""/>
        <dsp:cNvSpPr/>
      </dsp:nvSpPr>
      <dsp:spPr>
        <a:xfrm>
          <a:off x="7626530" y="1314132"/>
          <a:ext cx="145101" cy="5441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4129"/>
              </a:lnTo>
              <a:lnTo>
                <a:pt x="145101" y="544129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0FBB51-BE48-4C4F-840C-2E8D26B6B436}">
      <dsp:nvSpPr>
        <dsp:cNvPr id="0" name=""/>
        <dsp:cNvSpPr/>
      </dsp:nvSpPr>
      <dsp:spPr>
        <a:xfrm>
          <a:off x="7771631" y="1495509"/>
          <a:ext cx="1160809" cy="7255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250 bytes = 1PB</a:t>
          </a:r>
        </a:p>
      </dsp:txBody>
      <dsp:txXfrm>
        <a:off x="7792880" y="1516758"/>
        <a:ext cx="1118311" cy="683007"/>
      </dsp:txXfrm>
    </dsp:sp>
    <dsp:sp modelId="{EEADF0A0-00DC-4C71-A8DA-25101CB45C4C}">
      <dsp:nvSpPr>
        <dsp:cNvPr id="0" name=""/>
        <dsp:cNvSpPr/>
      </dsp:nvSpPr>
      <dsp:spPr>
        <a:xfrm>
          <a:off x="7626530" y="1314132"/>
          <a:ext cx="145101" cy="14914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91483"/>
              </a:lnTo>
              <a:lnTo>
                <a:pt x="145101" y="1491483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39B91E-2C73-4A5B-8A94-31C5DA06E571}">
      <dsp:nvSpPr>
        <dsp:cNvPr id="0" name=""/>
        <dsp:cNvSpPr/>
      </dsp:nvSpPr>
      <dsp:spPr>
        <a:xfrm>
          <a:off x="7771631" y="2402391"/>
          <a:ext cx="2100728" cy="8064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1 PB=</a:t>
          </a:r>
          <a:br>
            <a:rPr lang="en-US" sz="1600" kern="1200" dirty="0"/>
          </a:br>
          <a:r>
            <a:rPr lang="en-US" sz="1600" kern="1200" dirty="0"/>
            <a:t>1,125,899,906,842,624 bytes</a:t>
          </a:r>
        </a:p>
      </dsp:txBody>
      <dsp:txXfrm>
        <a:off x="7795251" y="2426011"/>
        <a:ext cx="2053488" cy="7592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43F2A7-BF0C-42BA-B1DD-F97DCD01D0B5}">
      <dsp:nvSpPr>
        <dsp:cNvPr id="0" name=""/>
        <dsp:cNvSpPr/>
      </dsp:nvSpPr>
      <dsp:spPr>
        <a:xfrm>
          <a:off x="0" y="2466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Letter</a:t>
          </a:r>
        </a:p>
      </dsp:txBody>
      <dsp:txXfrm>
        <a:off x="44492" y="69152"/>
        <a:ext cx="4665896" cy="822446"/>
      </dsp:txXfrm>
    </dsp:sp>
    <dsp:sp modelId="{2246C64A-E8E6-4B15-9906-664013FC95A2}">
      <dsp:nvSpPr>
        <dsp:cNvPr id="0" name=""/>
        <dsp:cNvSpPr/>
      </dsp:nvSpPr>
      <dsp:spPr>
        <a:xfrm>
          <a:off x="0" y="104553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Number</a:t>
          </a:r>
        </a:p>
      </dsp:txBody>
      <dsp:txXfrm>
        <a:off x="44492" y="1090022"/>
        <a:ext cx="4665896" cy="822446"/>
      </dsp:txXfrm>
    </dsp:sp>
    <dsp:sp modelId="{9057356B-C20C-45AF-A324-C2484ADD0DF0}">
      <dsp:nvSpPr>
        <dsp:cNvPr id="0" name=""/>
        <dsp:cNvSpPr/>
      </dsp:nvSpPr>
      <dsp:spPr>
        <a:xfrm>
          <a:off x="0" y="206640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Symbol</a:t>
          </a:r>
        </a:p>
      </dsp:txBody>
      <dsp:txXfrm>
        <a:off x="44492" y="2110892"/>
        <a:ext cx="4665896" cy="822446"/>
      </dsp:txXfrm>
    </dsp:sp>
    <dsp:sp modelId="{5CD5A120-48EA-479A-8DC8-106C1F5EA4D0}">
      <dsp:nvSpPr>
        <dsp:cNvPr id="0" name=""/>
        <dsp:cNvSpPr/>
      </dsp:nvSpPr>
      <dsp:spPr>
        <a:xfrm>
          <a:off x="0" y="308727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Punctuation Mark</a:t>
          </a:r>
        </a:p>
      </dsp:txBody>
      <dsp:txXfrm>
        <a:off x="44492" y="3131762"/>
        <a:ext cx="4665896" cy="8224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43F2A7-BF0C-42BA-B1DD-F97DCD01D0B5}">
      <dsp:nvSpPr>
        <dsp:cNvPr id="0" name=""/>
        <dsp:cNvSpPr/>
      </dsp:nvSpPr>
      <dsp:spPr>
        <a:xfrm>
          <a:off x="0" y="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A</a:t>
          </a:r>
        </a:p>
      </dsp:txBody>
      <dsp:txXfrm>
        <a:off x="44492" y="44492"/>
        <a:ext cx="4665896" cy="822446"/>
      </dsp:txXfrm>
    </dsp:sp>
    <dsp:sp modelId="{2246C64A-E8E6-4B15-9906-664013FC95A2}">
      <dsp:nvSpPr>
        <dsp:cNvPr id="0" name=""/>
        <dsp:cNvSpPr/>
      </dsp:nvSpPr>
      <dsp:spPr>
        <a:xfrm>
          <a:off x="0" y="104553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1</a:t>
          </a:r>
        </a:p>
      </dsp:txBody>
      <dsp:txXfrm>
        <a:off x="44492" y="1090022"/>
        <a:ext cx="4665896" cy="822446"/>
      </dsp:txXfrm>
    </dsp:sp>
    <dsp:sp modelId="{9057356B-C20C-45AF-A324-C2484ADD0DF0}">
      <dsp:nvSpPr>
        <dsp:cNvPr id="0" name=""/>
        <dsp:cNvSpPr/>
      </dsp:nvSpPr>
      <dsp:spPr>
        <a:xfrm>
          <a:off x="0" y="206640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©</a:t>
          </a:r>
          <a:endParaRPr lang="en-US" sz="3800" kern="1200" dirty="0"/>
        </a:p>
      </dsp:txBody>
      <dsp:txXfrm>
        <a:off x="44492" y="2110892"/>
        <a:ext cx="4665896" cy="822446"/>
      </dsp:txXfrm>
    </dsp:sp>
    <dsp:sp modelId="{5CD5A120-48EA-479A-8DC8-106C1F5EA4D0}">
      <dsp:nvSpPr>
        <dsp:cNvPr id="0" name=""/>
        <dsp:cNvSpPr/>
      </dsp:nvSpPr>
      <dsp:spPr>
        <a:xfrm>
          <a:off x="0" y="308727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.</a:t>
          </a:r>
        </a:p>
      </dsp:txBody>
      <dsp:txXfrm>
        <a:off x="44492" y="3131762"/>
        <a:ext cx="4665896" cy="82244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4F5734-1D4E-4055-84BB-E8D8794F743F}">
      <dsp:nvSpPr>
        <dsp:cNvPr id="0" name=""/>
        <dsp:cNvSpPr/>
      </dsp:nvSpPr>
      <dsp:spPr>
        <a:xfrm>
          <a:off x="0" y="17700"/>
          <a:ext cx="3912583" cy="127296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Sequence of Characters</a:t>
          </a:r>
        </a:p>
      </dsp:txBody>
      <dsp:txXfrm>
        <a:off x="62141" y="79841"/>
        <a:ext cx="3788301" cy="1148678"/>
      </dsp:txXfrm>
    </dsp:sp>
    <dsp:sp modelId="{69469DC1-1127-4A9A-A88E-443C8F794AF1}">
      <dsp:nvSpPr>
        <dsp:cNvPr id="0" name=""/>
        <dsp:cNvSpPr/>
      </dsp:nvSpPr>
      <dsp:spPr>
        <a:xfrm>
          <a:off x="0" y="1382820"/>
          <a:ext cx="3912583" cy="127296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Text</a:t>
          </a:r>
        </a:p>
      </dsp:txBody>
      <dsp:txXfrm>
        <a:off x="62141" y="1444961"/>
        <a:ext cx="3788301" cy="1148678"/>
      </dsp:txXfrm>
    </dsp:sp>
    <dsp:sp modelId="{AAA737FF-23C2-4D76-8EDF-B86AB31F8AA9}">
      <dsp:nvSpPr>
        <dsp:cNvPr id="0" name=""/>
        <dsp:cNvSpPr/>
      </dsp:nvSpPr>
      <dsp:spPr>
        <a:xfrm>
          <a:off x="0" y="2747940"/>
          <a:ext cx="3912583" cy="127296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“Hello World”</a:t>
          </a:r>
        </a:p>
      </dsp:txBody>
      <dsp:txXfrm>
        <a:off x="62141" y="2810081"/>
        <a:ext cx="3788301" cy="114867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68E248-2C3F-4D36-B46D-D83514CDE748}">
      <dsp:nvSpPr>
        <dsp:cNvPr id="0" name=""/>
        <dsp:cNvSpPr/>
      </dsp:nvSpPr>
      <dsp:spPr>
        <a:xfrm>
          <a:off x="0" y="870589"/>
          <a:ext cx="2776686" cy="17631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D05DFF-6E92-44F4-B468-A235AF62C6E5}">
      <dsp:nvSpPr>
        <dsp:cNvPr id="0" name=""/>
        <dsp:cNvSpPr/>
      </dsp:nvSpPr>
      <dsp:spPr>
        <a:xfrm>
          <a:off x="308520" y="1163683"/>
          <a:ext cx="2776686" cy="17631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Represent whole numbers</a:t>
          </a:r>
        </a:p>
      </dsp:txBody>
      <dsp:txXfrm>
        <a:off x="360162" y="1215325"/>
        <a:ext cx="2673402" cy="1659911"/>
      </dsp:txXfrm>
    </dsp:sp>
    <dsp:sp modelId="{F30CF2F0-2538-48B3-B548-453A2D50B3BD}">
      <dsp:nvSpPr>
        <dsp:cNvPr id="0" name=""/>
        <dsp:cNvSpPr/>
      </dsp:nvSpPr>
      <dsp:spPr>
        <a:xfrm>
          <a:off x="3393727" y="870589"/>
          <a:ext cx="2776686" cy="17631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A5D3CC-03F1-4752-9AD4-1CAC1AA16A8A}">
      <dsp:nvSpPr>
        <dsp:cNvPr id="0" name=""/>
        <dsp:cNvSpPr/>
      </dsp:nvSpPr>
      <dsp:spPr>
        <a:xfrm>
          <a:off x="3702248" y="1163683"/>
          <a:ext cx="2776686" cy="17631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They can positive, negative, or zero</a:t>
          </a:r>
        </a:p>
      </dsp:txBody>
      <dsp:txXfrm>
        <a:off x="3753890" y="1215325"/>
        <a:ext cx="2673402" cy="1659911"/>
      </dsp:txXfrm>
    </dsp:sp>
    <dsp:sp modelId="{6F82D6A7-3BCF-47C8-9918-FC38898B2840}">
      <dsp:nvSpPr>
        <dsp:cNvPr id="0" name=""/>
        <dsp:cNvSpPr/>
      </dsp:nvSpPr>
      <dsp:spPr>
        <a:xfrm>
          <a:off x="6787455" y="870589"/>
          <a:ext cx="2776686" cy="17631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7A8F28-C3BF-4CD4-9A35-911268FA9DB8}">
      <dsp:nvSpPr>
        <dsp:cNvPr id="0" name=""/>
        <dsp:cNvSpPr/>
      </dsp:nvSpPr>
      <dsp:spPr>
        <a:xfrm>
          <a:off x="7095976" y="1163683"/>
          <a:ext cx="2776686" cy="17631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Example -5, 0, 42, 1024</a:t>
          </a:r>
        </a:p>
      </dsp:txBody>
      <dsp:txXfrm>
        <a:off x="7147618" y="1215325"/>
        <a:ext cx="2673402" cy="165991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8A351D-F25A-4E40-A644-E158A648D5A1}">
      <dsp:nvSpPr>
        <dsp:cNvPr id="0" name=""/>
        <dsp:cNvSpPr/>
      </dsp:nvSpPr>
      <dsp:spPr>
        <a:xfrm>
          <a:off x="461169" y="0"/>
          <a:ext cx="5132386" cy="5132386"/>
        </a:xfrm>
        <a:prstGeom prst="diamond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32BCCA-C80E-483B-91EE-B7CCC444266F}">
      <dsp:nvSpPr>
        <dsp:cNvPr id="0" name=""/>
        <dsp:cNvSpPr/>
      </dsp:nvSpPr>
      <dsp:spPr>
        <a:xfrm>
          <a:off x="948745" y="487576"/>
          <a:ext cx="2001630" cy="200163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Represents numbers that can have a decimal point</a:t>
          </a:r>
        </a:p>
      </dsp:txBody>
      <dsp:txXfrm>
        <a:off x="1046457" y="585288"/>
        <a:ext cx="1806206" cy="1806206"/>
      </dsp:txXfrm>
    </dsp:sp>
    <dsp:sp modelId="{1AF4C5C2-6155-4D23-AABE-98D6B6D26C41}">
      <dsp:nvSpPr>
        <dsp:cNvPr id="0" name=""/>
        <dsp:cNvSpPr/>
      </dsp:nvSpPr>
      <dsp:spPr>
        <a:xfrm>
          <a:off x="3104348" y="487576"/>
          <a:ext cx="2001630" cy="200163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They can also be whole numbers!</a:t>
          </a:r>
        </a:p>
      </dsp:txBody>
      <dsp:txXfrm>
        <a:off x="3202060" y="585288"/>
        <a:ext cx="1806206" cy="1806206"/>
      </dsp:txXfrm>
    </dsp:sp>
    <dsp:sp modelId="{5AA118E3-C577-4DA2-B7B1-2C51747358C0}">
      <dsp:nvSpPr>
        <dsp:cNvPr id="0" name=""/>
        <dsp:cNvSpPr/>
      </dsp:nvSpPr>
      <dsp:spPr>
        <a:xfrm>
          <a:off x="948745" y="2643179"/>
          <a:ext cx="2001630" cy="200163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Uses more space in memory</a:t>
          </a:r>
        </a:p>
      </dsp:txBody>
      <dsp:txXfrm>
        <a:off x="1046457" y="2740891"/>
        <a:ext cx="1806206" cy="1806206"/>
      </dsp:txXfrm>
    </dsp:sp>
    <dsp:sp modelId="{C422095D-A7F1-4A00-AA58-B2832BDCD539}">
      <dsp:nvSpPr>
        <dsp:cNvPr id="0" name=""/>
        <dsp:cNvSpPr/>
      </dsp:nvSpPr>
      <dsp:spPr>
        <a:xfrm>
          <a:off x="3104348" y="2643179"/>
          <a:ext cx="2001630" cy="200163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Example: 3.14159, </a:t>
          </a:r>
          <a:br>
            <a:rPr lang="en-US" sz="2300" kern="1200" dirty="0"/>
          </a:br>
          <a:r>
            <a:rPr lang="en-US" sz="2300" kern="1200" dirty="0"/>
            <a:t>-0.005, 2</a:t>
          </a:r>
        </a:p>
      </dsp:txBody>
      <dsp:txXfrm>
        <a:off x="3202060" y="2740891"/>
        <a:ext cx="1806206" cy="180620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288100-9C99-42C7-8AF4-421C2E5E68F8}">
      <dsp:nvSpPr>
        <dsp:cNvPr id="0" name=""/>
        <dsp:cNvSpPr/>
      </dsp:nvSpPr>
      <dsp:spPr>
        <a:xfrm>
          <a:off x="0" y="47572"/>
          <a:ext cx="6451943" cy="13903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Logical Values</a:t>
          </a:r>
        </a:p>
      </dsp:txBody>
      <dsp:txXfrm>
        <a:off x="67873" y="115445"/>
        <a:ext cx="6316197" cy="1254634"/>
      </dsp:txXfrm>
    </dsp:sp>
    <dsp:sp modelId="{E85077F8-7F27-49A3-9034-841B58567426}">
      <dsp:nvSpPr>
        <dsp:cNvPr id="0" name=""/>
        <dsp:cNvSpPr/>
      </dsp:nvSpPr>
      <dsp:spPr>
        <a:xfrm>
          <a:off x="0" y="1538753"/>
          <a:ext cx="6451943" cy="1390380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Can be TRUE or FALSE</a:t>
          </a:r>
        </a:p>
      </dsp:txBody>
      <dsp:txXfrm>
        <a:off x="67873" y="1606626"/>
        <a:ext cx="6316197" cy="1254634"/>
      </dsp:txXfrm>
    </dsp:sp>
    <dsp:sp modelId="{3529FB6A-38DF-407B-A966-409A4C95F4A4}">
      <dsp:nvSpPr>
        <dsp:cNvPr id="0" name=""/>
        <dsp:cNvSpPr/>
      </dsp:nvSpPr>
      <dsp:spPr>
        <a:xfrm>
          <a:off x="0" y="3029933"/>
          <a:ext cx="6451943" cy="139038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Example: Is the light switch on? (True or False)</a:t>
          </a:r>
        </a:p>
      </dsp:txBody>
      <dsp:txXfrm>
        <a:off x="67873" y="3097806"/>
        <a:ext cx="6316197" cy="125463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82FA39-871A-4DC6-91B9-3E0EB8A0319B}">
      <dsp:nvSpPr>
        <dsp:cNvPr id="0" name=""/>
        <dsp:cNvSpPr/>
      </dsp:nvSpPr>
      <dsp:spPr>
        <a:xfrm>
          <a:off x="0" y="2726"/>
          <a:ext cx="6451943" cy="12749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EECD69-8CF5-48EC-BFC5-DCFB676E7D18}">
      <dsp:nvSpPr>
        <dsp:cNvPr id="0" name=""/>
        <dsp:cNvSpPr/>
      </dsp:nvSpPr>
      <dsp:spPr>
        <a:xfrm>
          <a:off x="385681" y="289597"/>
          <a:ext cx="701239" cy="7012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B1D403-5752-41F3-871D-AD0BEE18CC6A}">
      <dsp:nvSpPr>
        <dsp:cNvPr id="0" name=""/>
        <dsp:cNvSpPr/>
      </dsp:nvSpPr>
      <dsp:spPr>
        <a:xfrm>
          <a:off x="1472603" y="2726"/>
          <a:ext cx="4977900" cy="1274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936" tIns="134936" rIns="134936" bIns="1349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All computers operate in binary </a:t>
          </a:r>
          <a:br>
            <a:rPr lang="en-US" sz="2500" kern="1200" dirty="0"/>
          </a:br>
          <a:r>
            <a:rPr lang="en-US" sz="2500" kern="1200" dirty="0"/>
            <a:t>(Bits and Bytes!)</a:t>
          </a:r>
        </a:p>
      </dsp:txBody>
      <dsp:txXfrm>
        <a:off x="1472603" y="2726"/>
        <a:ext cx="4977900" cy="1274981"/>
      </dsp:txXfrm>
    </dsp:sp>
    <dsp:sp modelId="{20DE1696-4948-45D0-B7B4-8F2CBFD2F789}">
      <dsp:nvSpPr>
        <dsp:cNvPr id="0" name=""/>
        <dsp:cNvSpPr/>
      </dsp:nvSpPr>
      <dsp:spPr>
        <a:xfrm>
          <a:off x="0" y="1596452"/>
          <a:ext cx="6451943" cy="12749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9E01FA-C014-4297-883A-C98DD449BC73}">
      <dsp:nvSpPr>
        <dsp:cNvPr id="0" name=""/>
        <dsp:cNvSpPr/>
      </dsp:nvSpPr>
      <dsp:spPr>
        <a:xfrm>
          <a:off x="385681" y="1883323"/>
          <a:ext cx="701239" cy="7012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16C90F-5B49-4B71-A7E3-13F36F3AA51F}">
      <dsp:nvSpPr>
        <dsp:cNvPr id="0" name=""/>
        <dsp:cNvSpPr/>
      </dsp:nvSpPr>
      <dsp:spPr>
        <a:xfrm>
          <a:off x="1472603" y="1596452"/>
          <a:ext cx="4977900" cy="1274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936" tIns="134936" rIns="134936" bIns="1349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Data types allows the computer know how to use data</a:t>
          </a:r>
        </a:p>
      </dsp:txBody>
      <dsp:txXfrm>
        <a:off x="1472603" y="1596452"/>
        <a:ext cx="4977900" cy="1274981"/>
      </dsp:txXfrm>
    </dsp:sp>
    <dsp:sp modelId="{CE51D380-28FC-4EBA-9DBC-BC57980351A3}">
      <dsp:nvSpPr>
        <dsp:cNvPr id="0" name=""/>
        <dsp:cNvSpPr/>
      </dsp:nvSpPr>
      <dsp:spPr>
        <a:xfrm>
          <a:off x="0" y="3190179"/>
          <a:ext cx="6451943" cy="12749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8F0F86-44FD-4D97-A68C-7373986AE5E3}">
      <dsp:nvSpPr>
        <dsp:cNvPr id="0" name=""/>
        <dsp:cNvSpPr/>
      </dsp:nvSpPr>
      <dsp:spPr>
        <a:xfrm>
          <a:off x="385681" y="3477050"/>
          <a:ext cx="701239" cy="7012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E5F9B-5BED-4560-A289-8E6E1BB9E70E}">
      <dsp:nvSpPr>
        <dsp:cNvPr id="0" name=""/>
        <dsp:cNvSpPr/>
      </dsp:nvSpPr>
      <dsp:spPr>
        <a:xfrm>
          <a:off x="1472603" y="3190179"/>
          <a:ext cx="2903374" cy="1274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936" tIns="134936" rIns="134936" bIns="1349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Some data types</a:t>
          </a:r>
        </a:p>
      </dsp:txBody>
      <dsp:txXfrm>
        <a:off x="1472603" y="3190179"/>
        <a:ext cx="2903374" cy="1274981"/>
      </dsp:txXfrm>
    </dsp:sp>
    <dsp:sp modelId="{3080C4F5-E4F6-4E1E-A406-852B09298C27}">
      <dsp:nvSpPr>
        <dsp:cNvPr id="0" name=""/>
        <dsp:cNvSpPr/>
      </dsp:nvSpPr>
      <dsp:spPr>
        <a:xfrm>
          <a:off x="4375977" y="3190179"/>
          <a:ext cx="2074525" cy="1274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936" tIns="134936" rIns="134936" bIns="134936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Text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Images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Sound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Numbers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Program Instructions</a:t>
          </a:r>
        </a:p>
      </dsp:txBody>
      <dsp:txXfrm>
        <a:off x="4375977" y="3190179"/>
        <a:ext cx="2074525" cy="127498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B7AB9-131A-4653-9E81-055ACE68B065}">
      <dsp:nvSpPr>
        <dsp:cNvPr id="0" name=""/>
        <dsp:cNvSpPr/>
      </dsp:nvSpPr>
      <dsp:spPr>
        <a:xfrm>
          <a:off x="0" y="55915"/>
          <a:ext cx="6451943" cy="103285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Extension: .txt</a:t>
          </a:r>
        </a:p>
      </dsp:txBody>
      <dsp:txXfrm>
        <a:off x="50420" y="106335"/>
        <a:ext cx="6351103" cy="932014"/>
      </dsp:txXfrm>
    </dsp:sp>
    <dsp:sp modelId="{CF9B7D08-E81D-4237-9430-0C7C04C08796}">
      <dsp:nvSpPr>
        <dsp:cNvPr id="0" name=""/>
        <dsp:cNvSpPr/>
      </dsp:nvSpPr>
      <dsp:spPr>
        <a:xfrm>
          <a:off x="0" y="1163649"/>
          <a:ext cx="6451943" cy="1032854"/>
        </a:xfrm>
        <a:prstGeom prst="roundRect">
          <a:avLst/>
        </a:prstGeom>
        <a:solidFill>
          <a:schemeClr val="accent5">
            <a:hueOff val="785595"/>
            <a:satOff val="-3757"/>
            <a:lumOff val="41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Human readable text</a:t>
          </a:r>
        </a:p>
      </dsp:txBody>
      <dsp:txXfrm>
        <a:off x="50420" y="1214069"/>
        <a:ext cx="6351103" cy="932014"/>
      </dsp:txXfrm>
    </dsp:sp>
    <dsp:sp modelId="{84C16FC3-4C4B-4CC1-914C-54EDA3EA2A68}">
      <dsp:nvSpPr>
        <dsp:cNvPr id="0" name=""/>
        <dsp:cNvSpPr/>
      </dsp:nvSpPr>
      <dsp:spPr>
        <a:xfrm>
          <a:off x="0" y="2271383"/>
          <a:ext cx="6451943" cy="1032854"/>
        </a:xfrm>
        <a:prstGeom prst="roundRect">
          <a:avLst/>
        </a:prstGeom>
        <a:solidFill>
          <a:schemeClr val="accent5">
            <a:hueOff val="1571189"/>
            <a:satOff val="-7513"/>
            <a:lumOff val="823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Will display as it is written</a:t>
          </a:r>
        </a:p>
      </dsp:txBody>
      <dsp:txXfrm>
        <a:off x="50420" y="2321803"/>
        <a:ext cx="6351103" cy="932014"/>
      </dsp:txXfrm>
    </dsp:sp>
    <dsp:sp modelId="{F9AA941E-94EE-48BB-8D5B-A3817519044E}">
      <dsp:nvSpPr>
        <dsp:cNvPr id="0" name=""/>
        <dsp:cNvSpPr/>
      </dsp:nvSpPr>
      <dsp:spPr>
        <a:xfrm>
          <a:off x="0" y="3379117"/>
          <a:ext cx="6451943" cy="1032854"/>
        </a:xfrm>
        <a:prstGeom prst="roundRect">
          <a:avLst/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Books, Papers, or anything written in ASCII code</a:t>
          </a:r>
        </a:p>
      </dsp:txBody>
      <dsp:txXfrm>
        <a:off x="50420" y="3429537"/>
        <a:ext cx="6351103" cy="93201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52A641-56C0-4F3C-8877-E759A71D92BB}">
      <dsp:nvSpPr>
        <dsp:cNvPr id="0" name=""/>
        <dsp:cNvSpPr/>
      </dsp:nvSpPr>
      <dsp:spPr>
        <a:xfrm>
          <a:off x="0" y="32280"/>
          <a:ext cx="9872871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Extension Examples: .jpg, .png, .gif</a:t>
          </a:r>
        </a:p>
      </dsp:txBody>
      <dsp:txXfrm>
        <a:off x="44492" y="76772"/>
        <a:ext cx="9783887" cy="822446"/>
      </dsp:txXfrm>
    </dsp:sp>
    <dsp:sp modelId="{8452EAEB-FA2D-443A-A517-190F1FAD8729}">
      <dsp:nvSpPr>
        <dsp:cNvPr id="0" name=""/>
        <dsp:cNvSpPr/>
      </dsp:nvSpPr>
      <dsp:spPr>
        <a:xfrm>
          <a:off x="0" y="1053150"/>
          <a:ext cx="9872871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Translates dots (pixels) into images</a:t>
          </a:r>
        </a:p>
      </dsp:txBody>
      <dsp:txXfrm>
        <a:off x="44492" y="1097642"/>
        <a:ext cx="9783887" cy="822446"/>
      </dsp:txXfrm>
    </dsp:sp>
    <dsp:sp modelId="{0554252F-8C6D-4C43-925F-7CDB8DB36439}">
      <dsp:nvSpPr>
        <dsp:cNvPr id="0" name=""/>
        <dsp:cNvSpPr/>
      </dsp:nvSpPr>
      <dsp:spPr>
        <a:xfrm>
          <a:off x="0" y="2074020"/>
          <a:ext cx="9872871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Each pixel is setup to be a color</a:t>
          </a:r>
        </a:p>
      </dsp:txBody>
      <dsp:txXfrm>
        <a:off x="44492" y="2118512"/>
        <a:ext cx="9783887" cy="822446"/>
      </dsp:txXfrm>
    </dsp:sp>
    <dsp:sp modelId="{F97CC29B-53C1-44CA-B8FA-19224D9CC478}">
      <dsp:nvSpPr>
        <dsp:cNvPr id="0" name=""/>
        <dsp:cNvSpPr/>
      </dsp:nvSpPr>
      <dsp:spPr>
        <a:xfrm>
          <a:off x="0" y="3094890"/>
          <a:ext cx="9872871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Once stored it can be displayed as an image</a:t>
          </a:r>
        </a:p>
      </dsp:txBody>
      <dsp:txXfrm>
        <a:off x="44492" y="3139382"/>
        <a:ext cx="9783887" cy="82244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BD0AEA-C7BF-4508-871E-E77D0DE4B319}">
      <dsp:nvSpPr>
        <dsp:cNvPr id="0" name=""/>
        <dsp:cNvSpPr/>
      </dsp:nvSpPr>
      <dsp:spPr>
        <a:xfrm>
          <a:off x="992028" y="0"/>
          <a:ext cx="4467887" cy="4467887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32C209-2108-443A-A257-3D2880D4EC91}">
      <dsp:nvSpPr>
        <dsp:cNvPr id="0" name=""/>
        <dsp:cNvSpPr/>
      </dsp:nvSpPr>
      <dsp:spPr>
        <a:xfrm>
          <a:off x="1416477" y="424449"/>
          <a:ext cx="1742475" cy="174247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Extension Example: .mp3, .wav, .aac</a:t>
          </a:r>
        </a:p>
      </dsp:txBody>
      <dsp:txXfrm>
        <a:off x="1501538" y="509510"/>
        <a:ext cx="1572353" cy="1572353"/>
      </dsp:txXfrm>
    </dsp:sp>
    <dsp:sp modelId="{98D9C04F-9B68-438D-ADA0-22D9A2EDCE6A}">
      <dsp:nvSpPr>
        <dsp:cNvPr id="0" name=""/>
        <dsp:cNvSpPr/>
      </dsp:nvSpPr>
      <dsp:spPr>
        <a:xfrm>
          <a:off x="3292989" y="424449"/>
          <a:ext cx="1742475" cy="1742475"/>
        </a:xfrm>
        <a:prstGeom prst="roundRect">
          <a:avLst/>
        </a:prstGeom>
        <a:solidFill>
          <a:schemeClr val="accent5">
            <a:hueOff val="785595"/>
            <a:satOff val="-3757"/>
            <a:lumOff val="41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Represents Sounds</a:t>
          </a:r>
        </a:p>
      </dsp:txBody>
      <dsp:txXfrm>
        <a:off x="3378050" y="509510"/>
        <a:ext cx="1572353" cy="1572353"/>
      </dsp:txXfrm>
    </dsp:sp>
    <dsp:sp modelId="{9E46752C-B24E-4C4D-8FDC-C0088DF750E9}">
      <dsp:nvSpPr>
        <dsp:cNvPr id="0" name=""/>
        <dsp:cNvSpPr/>
      </dsp:nvSpPr>
      <dsp:spPr>
        <a:xfrm>
          <a:off x="1416477" y="2300961"/>
          <a:ext cx="1742475" cy="1742475"/>
        </a:xfrm>
        <a:prstGeom prst="roundRect">
          <a:avLst/>
        </a:prstGeom>
        <a:solidFill>
          <a:schemeClr val="accent5">
            <a:hueOff val="1571189"/>
            <a:satOff val="-7513"/>
            <a:lumOff val="823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Computers use Digitization or Sampling to create an analog wave</a:t>
          </a:r>
        </a:p>
      </dsp:txBody>
      <dsp:txXfrm>
        <a:off x="1501538" y="2386022"/>
        <a:ext cx="1572353" cy="1572353"/>
      </dsp:txXfrm>
    </dsp:sp>
    <dsp:sp modelId="{90793F8A-AB14-4D1D-B4BA-25491CCE5BAE}">
      <dsp:nvSpPr>
        <dsp:cNvPr id="0" name=""/>
        <dsp:cNvSpPr/>
      </dsp:nvSpPr>
      <dsp:spPr>
        <a:xfrm>
          <a:off x="3292989" y="2300961"/>
          <a:ext cx="1742475" cy="1742475"/>
        </a:xfrm>
        <a:prstGeom prst="roundRect">
          <a:avLst/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When played back the wave is converted into sound </a:t>
          </a:r>
        </a:p>
      </dsp:txBody>
      <dsp:txXfrm>
        <a:off x="3378050" y="2386022"/>
        <a:ext cx="1572353" cy="1572353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ED6816-543A-4503-8AE9-5EF1743EE795}">
      <dsp:nvSpPr>
        <dsp:cNvPr id="0" name=""/>
        <dsp:cNvSpPr/>
      </dsp:nvSpPr>
      <dsp:spPr>
        <a:xfrm>
          <a:off x="607331" y="368734"/>
          <a:ext cx="1784250" cy="17842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83A555-D4F9-4B4F-965F-830E897230A3}">
      <dsp:nvSpPr>
        <dsp:cNvPr id="0" name=""/>
        <dsp:cNvSpPr/>
      </dsp:nvSpPr>
      <dsp:spPr>
        <a:xfrm>
          <a:off x="987581" y="748984"/>
          <a:ext cx="1023750" cy="10237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7DF3E1-68E5-4D96-A92F-B0E5E1EB2DD3}">
      <dsp:nvSpPr>
        <dsp:cNvPr id="0" name=""/>
        <dsp:cNvSpPr/>
      </dsp:nvSpPr>
      <dsp:spPr>
        <a:xfrm>
          <a:off x="36956" y="2708735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Weve discussed numbers Integers, and Floats</a:t>
          </a:r>
        </a:p>
      </dsp:txBody>
      <dsp:txXfrm>
        <a:off x="36956" y="2708735"/>
        <a:ext cx="2925000" cy="720000"/>
      </dsp:txXfrm>
    </dsp:sp>
    <dsp:sp modelId="{1199BD7E-6FC2-4325-9AE1-DFAA03E1B258}">
      <dsp:nvSpPr>
        <dsp:cNvPr id="0" name=""/>
        <dsp:cNvSpPr/>
      </dsp:nvSpPr>
      <dsp:spPr>
        <a:xfrm>
          <a:off x="4044206" y="368734"/>
          <a:ext cx="1784250" cy="17842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E2B063-BB2B-428A-B557-01685959F76A}">
      <dsp:nvSpPr>
        <dsp:cNvPr id="0" name=""/>
        <dsp:cNvSpPr/>
      </dsp:nvSpPr>
      <dsp:spPr>
        <a:xfrm>
          <a:off x="4424456" y="748984"/>
          <a:ext cx="1023750" cy="10237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0CDD80-4820-45B3-B3FC-BE73166CE308}">
      <dsp:nvSpPr>
        <dsp:cNvPr id="0" name=""/>
        <dsp:cNvSpPr/>
      </dsp:nvSpPr>
      <dsp:spPr>
        <a:xfrm>
          <a:off x="3473831" y="2708735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Computers can do MATH on numbers</a:t>
          </a:r>
        </a:p>
      </dsp:txBody>
      <dsp:txXfrm>
        <a:off x="3473831" y="2708735"/>
        <a:ext cx="2925000" cy="720000"/>
      </dsp:txXfrm>
    </dsp:sp>
    <dsp:sp modelId="{CAFC464A-6E43-4B1C-8FBA-08899150736D}">
      <dsp:nvSpPr>
        <dsp:cNvPr id="0" name=""/>
        <dsp:cNvSpPr/>
      </dsp:nvSpPr>
      <dsp:spPr>
        <a:xfrm>
          <a:off x="7481081" y="368734"/>
          <a:ext cx="1784250" cy="17842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C74441-4B8D-48B0-9569-220F04FF88A1}">
      <dsp:nvSpPr>
        <dsp:cNvPr id="0" name=""/>
        <dsp:cNvSpPr/>
      </dsp:nvSpPr>
      <dsp:spPr>
        <a:xfrm>
          <a:off x="7861331" y="748984"/>
          <a:ext cx="1023750" cy="10237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BFC031-DD1A-4A37-AB63-442A30796A97}">
      <dsp:nvSpPr>
        <dsp:cNvPr id="0" name=""/>
        <dsp:cNvSpPr/>
      </dsp:nvSpPr>
      <dsp:spPr>
        <a:xfrm>
          <a:off x="6910706" y="2708735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Telling a computer it is working with a number allows for quick arithmetic. </a:t>
          </a:r>
        </a:p>
      </dsp:txBody>
      <dsp:txXfrm>
        <a:off x="6910706" y="2708735"/>
        <a:ext cx="2925000" cy="72000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81166F-6C48-4FD1-B1F8-4E5E26198FB1}">
      <dsp:nvSpPr>
        <dsp:cNvPr id="0" name=""/>
        <dsp:cNvSpPr/>
      </dsp:nvSpPr>
      <dsp:spPr>
        <a:xfrm>
          <a:off x="0" y="545"/>
          <a:ext cx="6451943" cy="12762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7E155A-6743-4B64-A0FF-23259C0053E8}">
      <dsp:nvSpPr>
        <dsp:cNvPr id="0" name=""/>
        <dsp:cNvSpPr/>
      </dsp:nvSpPr>
      <dsp:spPr>
        <a:xfrm>
          <a:off x="386058" y="287696"/>
          <a:ext cx="701925" cy="7019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E9A8AA-067A-41D3-807C-5D7139622E6D}">
      <dsp:nvSpPr>
        <dsp:cNvPr id="0" name=""/>
        <dsp:cNvSpPr/>
      </dsp:nvSpPr>
      <dsp:spPr>
        <a:xfrm>
          <a:off x="1474042" y="545"/>
          <a:ext cx="4977900" cy="1276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067" tIns="135067" rIns="135067" bIns="1350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Some software is written in a lower level than human speech</a:t>
          </a:r>
        </a:p>
      </dsp:txBody>
      <dsp:txXfrm>
        <a:off x="1474042" y="545"/>
        <a:ext cx="4977900" cy="1276227"/>
      </dsp:txXfrm>
    </dsp:sp>
    <dsp:sp modelId="{03325C77-A17A-4017-963F-62B672910F81}">
      <dsp:nvSpPr>
        <dsp:cNvPr id="0" name=""/>
        <dsp:cNvSpPr/>
      </dsp:nvSpPr>
      <dsp:spPr>
        <a:xfrm>
          <a:off x="0" y="1595829"/>
          <a:ext cx="6451943" cy="12762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369908-690F-4C97-B695-9F0CEB69E9B3}">
      <dsp:nvSpPr>
        <dsp:cNvPr id="0" name=""/>
        <dsp:cNvSpPr/>
      </dsp:nvSpPr>
      <dsp:spPr>
        <a:xfrm>
          <a:off x="386058" y="1882980"/>
          <a:ext cx="701925" cy="7019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6D224A-AB66-44B4-9727-4DEEFD1C798D}">
      <dsp:nvSpPr>
        <dsp:cNvPr id="0" name=""/>
        <dsp:cNvSpPr/>
      </dsp:nvSpPr>
      <dsp:spPr>
        <a:xfrm>
          <a:off x="1474042" y="1595829"/>
          <a:ext cx="4977900" cy="1276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067" tIns="135067" rIns="135067" bIns="1350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This is programming instructions</a:t>
          </a:r>
        </a:p>
      </dsp:txBody>
      <dsp:txXfrm>
        <a:off x="1474042" y="1595829"/>
        <a:ext cx="4977900" cy="1276227"/>
      </dsp:txXfrm>
    </dsp:sp>
    <dsp:sp modelId="{A379407E-F89E-4C6F-9DC2-A72590825283}">
      <dsp:nvSpPr>
        <dsp:cNvPr id="0" name=""/>
        <dsp:cNvSpPr/>
      </dsp:nvSpPr>
      <dsp:spPr>
        <a:xfrm>
          <a:off x="0" y="3191114"/>
          <a:ext cx="6451943" cy="12762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600347-3FCF-46DD-83EE-25976BC0A46C}">
      <dsp:nvSpPr>
        <dsp:cNvPr id="0" name=""/>
        <dsp:cNvSpPr/>
      </dsp:nvSpPr>
      <dsp:spPr>
        <a:xfrm>
          <a:off x="386058" y="3478265"/>
          <a:ext cx="701925" cy="7019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C9F454-9F41-47BD-9BCC-A42BCA118675}">
      <dsp:nvSpPr>
        <dsp:cNvPr id="0" name=""/>
        <dsp:cNvSpPr/>
      </dsp:nvSpPr>
      <dsp:spPr>
        <a:xfrm>
          <a:off x="1474042" y="3191114"/>
          <a:ext cx="4977900" cy="1276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067" tIns="135067" rIns="135067" bIns="1350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This “machine code” can be used by the CPU (processor) of a computer</a:t>
          </a:r>
        </a:p>
      </dsp:txBody>
      <dsp:txXfrm>
        <a:off x="1474042" y="3191114"/>
        <a:ext cx="4977900" cy="12762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9662688-3AF5-4FCD-A9A1-7E982B0B915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E0A47F6-8ACE-4C5B-B2DD-D6A1CD70710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675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2688-3AF5-4FCD-A9A1-7E982B0B915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47F6-8ACE-4C5B-B2DD-D6A1CD707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903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2688-3AF5-4FCD-A9A1-7E982B0B915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47F6-8ACE-4C5B-B2DD-D6A1CD70710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10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2688-3AF5-4FCD-A9A1-7E982B0B915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47F6-8ACE-4C5B-B2DD-D6A1CD707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032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2688-3AF5-4FCD-A9A1-7E982B0B915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47F6-8ACE-4C5B-B2DD-D6A1CD707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55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2688-3AF5-4FCD-A9A1-7E982B0B915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47F6-8ACE-4C5B-B2DD-D6A1CD707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22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2688-3AF5-4FCD-A9A1-7E982B0B915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47F6-8ACE-4C5B-B2DD-D6A1CD707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66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2688-3AF5-4FCD-A9A1-7E982B0B915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47F6-8ACE-4C5B-B2DD-D6A1CD707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88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2688-3AF5-4FCD-A9A1-7E982B0B915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47F6-8ACE-4C5B-B2DD-D6A1CD707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447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2688-3AF5-4FCD-A9A1-7E982B0B915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47F6-8ACE-4C5B-B2DD-D6A1CD707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783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2688-3AF5-4FCD-A9A1-7E982B0B915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47F6-8ACE-4C5B-B2DD-D6A1CD707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850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89662688-3AF5-4FCD-A9A1-7E982B0B915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DE0A47F6-8ACE-4C5B-B2DD-D6A1CD707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57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E82C-BD33-E236-A89C-353C50ECAB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6A4F0-EA2D-376B-20E7-F65A3F067D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Tech+</a:t>
            </a:r>
          </a:p>
          <a:p>
            <a:r>
              <a:rPr lang="en-US" dirty="0"/>
              <a:t>Notations and Data Types</a:t>
            </a:r>
          </a:p>
        </p:txBody>
      </p:sp>
    </p:spTree>
    <p:extLst>
      <p:ext uri="{BB962C8B-B14F-4D97-AF65-F5344CB8AC3E}">
        <p14:creationId xmlns:p14="http://schemas.microsoft.com/office/powerpoint/2010/main" val="40928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E1895-E084-8191-05C1-7F95ACBB9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Input, Output, Processing and Storage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7D08DA-5800-BF6B-A3FB-4C657B9FAA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241512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9651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C5F255-869F-480D-A7F6-D441E0216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Input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2D03400-D10D-873A-4A66-16768E79BC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72064" y="1281830"/>
            <a:ext cx="6045576" cy="429235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FDD73-B647-D81E-952F-F462077D7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The act of getting data into the computer</a:t>
            </a:r>
          </a:p>
          <a:p>
            <a:r>
              <a:rPr lang="en-US" sz="1600"/>
              <a:t>Without input the computer wouldn’t have anything to act upon. </a:t>
            </a:r>
          </a:p>
          <a:p>
            <a:r>
              <a:rPr lang="en-US" sz="1600"/>
              <a:t>Examples</a:t>
            </a:r>
          </a:p>
          <a:p>
            <a:pPr lvl="1"/>
            <a:r>
              <a:rPr lang="en-US" sz="1600"/>
              <a:t>Keyboard</a:t>
            </a:r>
          </a:p>
          <a:p>
            <a:pPr lvl="1"/>
            <a:r>
              <a:rPr lang="en-US" sz="1600"/>
              <a:t>Mouse</a:t>
            </a:r>
          </a:p>
          <a:p>
            <a:pPr lvl="1"/>
            <a:r>
              <a:rPr lang="en-US" sz="1600"/>
              <a:t>Microphone</a:t>
            </a:r>
          </a:p>
          <a:p>
            <a:pPr lvl="1"/>
            <a:r>
              <a:rPr lang="en-US" sz="1600"/>
              <a:t>Scanner</a:t>
            </a:r>
          </a:p>
          <a:p>
            <a:pPr lvl="1"/>
            <a:r>
              <a:rPr lang="en-US" sz="1600"/>
              <a:t>Touchscreen</a:t>
            </a:r>
          </a:p>
          <a:p>
            <a:pPr lvl="1"/>
            <a:r>
              <a:rPr lang="en-US" sz="1600"/>
              <a:t>Sensor</a:t>
            </a:r>
          </a:p>
        </p:txBody>
      </p:sp>
    </p:spTree>
    <p:extLst>
      <p:ext uri="{BB962C8B-B14F-4D97-AF65-F5344CB8AC3E}">
        <p14:creationId xmlns:p14="http://schemas.microsoft.com/office/powerpoint/2010/main" val="3086919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Rectangle 1037">
            <a:extLst>
              <a:ext uri="{FF2B5EF4-FFF2-40B4-BE49-F238E27FC236}">
                <a16:creationId xmlns:a16="http://schemas.microsoft.com/office/drawing/2014/main" id="{6C0DD7BF-8F3D-4D34-A37A-85563D3D6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2EBF9-542B-3E1C-583D-4B84F1A5A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70335"/>
            <a:ext cx="5199926" cy="14432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AD4A5-CC49-0B4E-7A0D-41003C62A4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2" y="2546430"/>
            <a:ext cx="5084178" cy="354957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/>
              <a:t>Set of instructions (a program) to transform data into something meaningful. </a:t>
            </a:r>
          </a:p>
          <a:p>
            <a:r>
              <a:rPr lang="en-US" sz="1800"/>
              <a:t>This is where the raw data is turned into useable data!</a:t>
            </a:r>
          </a:p>
          <a:p>
            <a:r>
              <a:rPr lang="en-US" sz="1800"/>
              <a:t>Examples</a:t>
            </a:r>
          </a:p>
          <a:p>
            <a:pPr lvl="1"/>
            <a:r>
              <a:rPr lang="en-US" sz="1800"/>
              <a:t>Calculating the sum of numbers</a:t>
            </a:r>
          </a:p>
          <a:p>
            <a:pPr lvl="1"/>
            <a:r>
              <a:rPr lang="en-US" sz="1800"/>
              <a:t>Sorting a list of names</a:t>
            </a:r>
          </a:p>
          <a:p>
            <a:pPr lvl="1"/>
            <a:r>
              <a:rPr lang="en-US" sz="1800"/>
              <a:t>Applying a filter</a:t>
            </a:r>
          </a:p>
          <a:p>
            <a:pPr lvl="1"/>
            <a:r>
              <a:rPr lang="en-US" sz="1800"/>
              <a:t>Video Game display on inputs</a:t>
            </a:r>
          </a:p>
          <a:p>
            <a:pPr lvl="1"/>
            <a:r>
              <a:rPr lang="en-US" sz="1800"/>
              <a:t>Converting voice to text</a:t>
            </a:r>
          </a:p>
          <a:p>
            <a:endParaRPr lang="en-US" sz="180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AFCE24C-A0D0-6BC5-F7A0-1CA8F82D354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4" r="24045" b="-1"/>
          <a:stretch>
            <a:fillRect/>
          </a:stretch>
        </p:blipFill>
        <p:spPr bwMode="auto">
          <a:xfrm>
            <a:off x="6636743" y="1238487"/>
            <a:ext cx="4741120" cy="4493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1142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565659-4D3B-ECB8-F62E-604D6E50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Output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74BA481-D84F-D50D-3593-F484F9D99E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72064" y="2120654"/>
            <a:ext cx="6045576" cy="261471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E85FC-8897-1E4D-44AD-A127D1CD9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 dirty="0"/>
              <a:t>Presentation of processed data in a human understandable form.</a:t>
            </a:r>
          </a:p>
          <a:p>
            <a:r>
              <a:rPr lang="en-US" sz="1600" dirty="0"/>
              <a:t>Allow you to see the results of the processing phase.</a:t>
            </a:r>
          </a:p>
          <a:p>
            <a:r>
              <a:rPr lang="en-US" sz="1600" dirty="0"/>
              <a:t>Examples</a:t>
            </a:r>
          </a:p>
          <a:p>
            <a:pPr lvl="1"/>
            <a:r>
              <a:rPr lang="en-US" sz="1600" dirty="0"/>
              <a:t>Display to Monitor</a:t>
            </a:r>
          </a:p>
          <a:p>
            <a:pPr lvl="1"/>
            <a:r>
              <a:rPr lang="en-US" sz="1600" dirty="0"/>
              <a:t>Printing to a Printer</a:t>
            </a:r>
          </a:p>
          <a:p>
            <a:pPr lvl="1"/>
            <a:r>
              <a:rPr lang="en-US" sz="1600" dirty="0"/>
              <a:t>Playing sound through speakers</a:t>
            </a:r>
          </a:p>
          <a:p>
            <a:pPr lvl="1"/>
            <a:r>
              <a:rPr lang="en-US" sz="1600" dirty="0"/>
              <a:t>Game character moving in game</a:t>
            </a:r>
          </a:p>
          <a:p>
            <a:pPr lvl="1"/>
            <a:r>
              <a:rPr lang="en-US" sz="1600" dirty="0"/>
              <a:t>Sending data to another computer</a:t>
            </a:r>
          </a:p>
        </p:txBody>
      </p:sp>
    </p:spTree>
    <p:extLst>
      <p:ext uri="{BB962C8B-B14F-4D97-AF65-F5344CB8AC3E}">
        <p14:creationId xmlns:p14="http://schemas.microsoft.com/office/powerpoint/2010/main" val="167143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A9F09-C0FF-01B9-41B7-04504B2B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Storage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0E111B1-2AD8-8CF8-3CCE-C8A6B7399EF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72064" y="2483388"/>
            <a:ext cx="6045576" cy="188924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E1731-6E80-A48B-830F-6EBA93F7D5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Saving data and instructions so they can be accessed later. </a:t>
            </a:r>
          </a:p>
          <a:p>
            <a:r>
              <a:rPr lang="en-US" sz="1600"/>
              <a:t>Allows you to keep work, programs, and data even when computer is turned off. </a:t>
            </a:r>
          </a:p>
          <a:p>
            <a:r>
              <a:rPr lang="en-US" sz="1600"/>
              <a:t>Examples</a:t>
            </a:r>
          </a:p>
          <a:p>
            <a:pPr lvl="1"/>
            <a:r>
              <a:rPr lang="en-US" sz="1600"/>
              <a:t>Hard drive</a:t>
            </a:r>
          </a:p>
          <a:p>
            <a:pPr lvl="1"/>
            <a:r>
              <a:rPr lang="en-US" sz="1600"/>
              <a:t>USB Flash drive</a:t>
            </a:r>
          </a:p>
          <a:p>
            <a:pPr lvl="1"/>
            <a:r>
              <a:rPr lang="en-US" sz="1600"/>
              <a:t>Random Access Memory</a:t>
            </a:r>
          </a:p>
          <a:p>
            <a:pPr lvl="1"/>
            <a:r>
              <a:rPr lang="en-US" sz="1600"/>
              <a:t>Cloud Storage</a:t>
            </a:r>
          </a:p>
        </p:txBody>
      </p:sp>
    </p:spTree>
    <p:extLst>
      <p:ext uri="{BB962C8B-B14F-4D97-AF65-F5344CB8AC3E}">
        <p14:creationId xmlns:p14="http://schemas.microsoft.com/office/powerpoint/2010/main" val="1108653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6FBF7-D7D0-1E98-FA7D-F5D324483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Numbers and Notational Systems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0E7451-0043-0A13-212F-E75568233E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6402465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9433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1002C-D8A0-1479-7CCD-EC3224009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BAE47-7AC6-CEB7-C80B-CF12E2F5A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Base-10 (Each position is a power of 10)</a:t>
            </a:r>
          </a:p>
          <a:p>
            <a:r>
              <a:rPr lang="en-US" dirty="0"/>
              <a:t>This is what you are used to in everyday life. </a:t>
            </a:r>
          </a:p>
          <a:p>
            <a:r>
              <a:rPr lang="en-US" dirty="0"/>
              <a:t>Let's take the number 345 as an example: </a:t>
            </a:r>
          </a:p>
          <a:p>
            <a:pPr lvl="1"/>
            <a:r>
              <a:rPr lang="en-US" dirty="0"/>
              <a:t>The digit 5 is in the "ones" place (10</a:t>
            </a:r>
            <a:r>
              <a:rPr lang="en-US" baseline="30000" dirty="0"/>
              <a:t>0</a:t>
            </a:r>
            <a:r>
              <a:rPr lang="en-US" dirty="0"/>
              <a:t> ), so its value is 5 × 1 = 5. </a:t>
            </a:r>
          </a:p>
          <a:p>
            <a:pPr lvl="1"/>
            <a:r>
              <a:rPr lang="en-US" dirty="0"/>
              <a:t>The digit 4 is in the "tens" place (10</a:t>
            </a:r>
            <a:r>
              <a:rPr lang="en-US" baseline="30000" dirty="0"/>
              <a:t>1</a:t>
            </a:r>
            <a:r>
              <a:rPr lang="en-US" dirty="0"/>
              <a:t> ), so its value is 4 × 10 = 40. </a:t>
            </a:r>
          </a:p>
          <a:p>
            <a:pPr lvl="1"/>
            <a:r>
              <a:rPr lang="en-US" dirty="0"/>
              <a:t>The digit 3 is in the "hundreds" place (10</a:t>
            </a:r>
            <a:r>
              <a:rPr lang="en-US" baseline="30000" dirty="0"/>
              <a:t>2</a:t>
            </a:r>
            <a:r>
              <a:rPr lang="en-US" dirty="0"/>
              <a:t> ), so its value is 3 × 100 = 300. </a:t>
            </a:r>
          </a:p>
          <a:p>
            <a:r>
              <a:rPr lang="en-US" dirty="0"/>
              <a:t>When you add these values together (300 + 40 + 5), you get the total value of the number, 345.</a:t>
            </a:r>
          </a:p>
        </p:txBody>
      </p:sp>
    </p:spTree>
    <p:extLst>
      <p:ext uri="{BB962C8B-B14F-4D97-AF65-F5344CB8AC3E}">
        <p14:creationId xmlns:p14="http://schemas.microsoft.com/office/powerpoint/2010/main" val="1227638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B264B-FF2D-F87B-90F5-CD81B4B4F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CDB14-DEF7-231E-5C6B-2F8C8E271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Base-2 (Each position is a power of 2)</a:t>
            </a:r>
          </a:p>
          <a:p>
            <a:r>
              <a:rPr lang="en-US" dirty="0"/>
              <a:t>This is what computers talk in natively!</a:t>
            </a:r>
          </a:p>
          <a:p>
            <a:r>
              <a:rPr lang="en-US" dirty="0"/>
              <a:t>Binary digit can be 1 or 0 (on or off) each digit is called a bit</a:t>
            </a:r>
          </a:p>
          <a:p>
            <a:r>
              <a:rPr lang="en-US" dirty="0"/>
              <a:t>Let's look at a binary number, for example, 1011: To understand its decimal equivalent, we look at the positions from right to left: 28 </a:t>
            </a:r>
          </a:p>
          <a:p>
            <a:pPr lvl="1"/>
            <a:r>
              <a:rPr lang="en-US" dirty="0"/>
              <a:t>The rightmost digit 1 is in the "ones" place (2</a:t>
            </a:r>
            <a:r>
              <a:rPr lang="en-US" baseline="30000" dirty="0"/>
              <a:t>0</a:t>
            </a:r>
            <a:r>
              <a:rPr lang="en-US" dirty="0"/>
              <a:t> ), so its value is 1 × 1 = 1. </a:t>
            </a:r>
          </a:p>
          <a:p>
            <a:pPr lvl="1"/>
            <a:r>
              <a:rPr lang="en-US" dirty="0"/>
              <a:t>The next digit 1 is in the "twos" place (2</a:t>
            </a:r>
            <a:r>
              <a:rPr lang="en-US" baseline="30000" dirty="0"/>
              <a:t>1</a:t>
            </a:r>
            <a:r>
              <a:rPr lang="en-US" dirty="0"/>
              <a:t> ), so its value is 1 × 2 = 2. </a:t>
            </a:r>
          </a:p>
          <a:p>
            <a:pPr lvl="1"/>
            <a:r>
              <a:rPr lang="en-US" dirty="0"/>
              <a:t>The next digit 0 is in the "fours" place (2</a:t>
            </a:r>
            <a:r>
              <a:rPr lang="en-US" baseline="30000" dirty="0"/>
              <a:t>2</a:t>
            </a:r>
            <a:r>
              <a:rPr lang="en-US" dirty="0"/>
              <a:t> ), so its value is 0 × 4 = 0. </a:t>
            </a:r>
          </a:p>
          <a:p>
            <a:pPr lvl="1"/>
            <a:r>
              <a:rPr lang="en-US" dirty="0"/>
              <a:t>The leftmost digit 1 is in the "eights" place (2</a:t>
            </a:r>
            <a:r>
              <a:rPr lang="en-US" baseline="30000" dirty="0"/>
              <a:t>3</a:t>
            </a:r>
            <a:r>
              <a:rPr lang="en-US" dirty="0"/>
              <a:t> ), so its value is 1 × 8 = 8. </a:t>
            </a:r>
          </a:p>
          <a:p>
            <a:r>
              <a:rPr lang="en-US" dirty="0"/>
              <a:t>Adding these values together (8 + 0 + 2 + 1), we find that the binary number 1011 is equal to the decimal number </a:t>
            </a:r>
            <a:r>
              <a:rPr lang="en-US" b="1" dirty="0"/>
              <a:t>11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9692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C563A-9D1C-E352-51E0-3E8E8E402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dirty="0"/>
              <a:t>Hexadecimal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864013-0884-187E-0EAA-106F5189A6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4165237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6422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8AF78-E9B2-6126-ABB9-CF2A0EA14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Hexadecimal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DDA90-9187-B2C5-85E4-8BD679996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Let's look at the hexadecimal number 1B3. To convert it to decimal: </a:t>
            </a:r>
          </a:p>
          <a:p>
            <a:pPr lvl="1"/>
            <a:r>
              <a:rPr lang="en-US" dirty="0"/>
              <a:t>The digit 3 is in the "ones" place (16</a:t>
            </a:r>
            <a:r>
              <a:rPr lang="en-US" baseline="30000" dirty="0"/>
              <a:t>0</a:t>
            </a:r>
            <a:r>
              <a:rPr lang="en-US" dirty="0"/>
              <a:t> ), so its value is 3 × 1 = 3. </a:t>
            </a:r>
          </a:p>
          <a:p>
            <a:pPr lvl="1"/>
            <a:r>
              <a:rPr lang="en-US" dirty="0"/>
              <a:t>The digit B (which is 11 in decimal) is in the "sixteens" place (16</a:t>
            </a:r>
            <a:r>
              <a:rPr lang="en-US" baseline="30000" dirty="0"/>
              <a:t>1</a:t>
            </a:r>
            <a:r>
              <a:rPr lang="en-US" dirty="0"/>
              <a:t> ), </a:t>
            </a:r>
            <a:br>
              <a:rPr lang="en-US" dirty="0"/>
            </a:br>
            <a:r>
              <a:rPr lang="en-US" dirty="0"/>
              <a:t>so its value is 11 × 16 = 176. </a:t>
            </a:r>
          </a:p>
          <a:p>
            <a:pPr lvl="1"/>
            <a:r>
              <a:rPr lang="en-US" dirty="0"/>
              <a:t>The digit 1 is in the "two hundred fifty-sixes" place (16</a:t>
            </a:r>
            <a:r>
              <a:rPr lang="en-US" baseline="30000" dirty="0"/>
              <a:t>2</a:t>
            </a:r>
            <a:r>
              <a:rPr lang="en-US" dirty="0"/>
              <a:t> ), so its value is 1 × 256 = 256. </a:t>
            </a:r>
          </a:p>
          <a:p>
            <a:r>
              <a:rPr lang="en-US" dirty="0"/>
              <a:t>Adding these values together (256 + 176 + 3), we find that the hexadecimal number 1B3 is equal to the decimal number 435. </a:t>
            </a:r>
          </a:p>
        </p:txBody>
      </p:sp>
    </p:spTree>
    <p:extLst>
      <p:ext uri="{BB962C8B-B14F-4D97-AF65-F5344CB8AC3E}">
        <p14:creationId xmlns:p14="http://schemas.microsoft.com/office/powerpoint/2010/main" val="363806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905E2-95A2-685B-C278-8D98CCFDE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FFBAD-8137-D610-B9D4-BFC7FF06B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Base-8 (Each position is a power of 8)</a:t>
            </a:r>
          </a:p>
          <a:p>
            <a:r>
              <a:rPr lang="en-US" dirty="0"/>
              <a:t>Used for permissions (Really good at groups of 3, UNIX!)</a:t>
            </a:r>
          </a:p>
          <a:p>
            <a:r>
              <a:rPr lang="en-US" dirty="0"/>
              <a:t>Let's look at the octal number 273. To convert it to decimal: </a:t>
            </a:r>
          </a:p>
          <a:p>
            <a:pPr lvl="1"/>
            <a:r>
              <a:rPr lang="en-US" dirty="0"/>
              <a:t>The digit 3 is in the "ones" place 8</a:t>
            </a:r>
            <a:r>
              <a:rPr lang="en-US" baseline="30000" dirty="0"/>
              <a:t>0</a:t>
            </a:r>
            <a:r>
              <a:rPr lang="en-US" dirty="0"/>
              <a:t> , so its value is 3 × 1 = 3. </a:t>
            </a:r>
          </a:p>
          <a:p>
            <a:pPr lvl="1"/>
            <a:r>
              <a:rPr lang="en-US" dirty="0"/>
              <a:t>The digit 7 is in the "eights" place 8</a:t>
            </a:r>
            <a:r>
              <a:rPr lang="en-US" baseline="30000" dirty="0"/>
              <a:t>1</a:t>
            </a:r>
            <a:r>
              <a:rPr lang="en-US" dirty="0"/>
              <a:t> , so its value is 7 × 8 = 56. </a:t>
            </a:r>
          </a:p>
          <a:p>
            <a:pPr lvl="1"/>
            <a:r>
              <a:rPr lang="en-US" dirty="0"/>
              <a:t>The digit 2 is in the "sixty-fours" place 8</a:t>
            </a:r>
            <a:r>
              <a:rPr lang="en-US" baseline="30000" dirty="0"/>
              <a:t>2</a:t>
            </a:r>
            <a:r>
              <a:rPr lang="en-US" dirty="0"/>
              <a:t> , so its value is 2 × 64 = 128. </a:t>
            </a:r>
          </a:p>
          <a:p>
            <a:r>
              <a:rPr lang="en-US" dirty="0"/>
              <a:t>Adding these values together (128 + 56 + 3), we find that the octal number 273 is equal to the decimal number 187. </a:t>
            </a:r>
          </a:p>
        </p:txBody>
      </p:sp>
    </p:spTree>
    <p:extLst>
      <p:ext uri="{BB962C8B-B14F-4D97-AF65-F5344CB8AC3E}">
        <p14:creationId xmlns:p14="http://schemas.microsoft.com/office/powerpoint/2010/main" val="703393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21070-C2AF-7D5E-BB64-2E9D72A77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Units of Measure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87FE80-FBB2-7D4F-CE6C-5DC697AADB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9721320"/>
              </p:ext>
            </p:extLst>
          </p:nvPr>
        </p:nvGraphicFramePr>
        <p:xfrm>
          <a:off x="1143000" y="2298530"/>
          <a:ext cx="9872663" cy="379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3756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57BAA-D9D4-EA80-B400-BCCCABE5D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As data grows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54A91B6-CFB9-3A63-22BE-AC6FDA411F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9186527"/>
              </p:ext>
            </p:extLst>
          </p:nvPr>
        </p:nvGraphicFramePr>
        <p:xfrm>
          <a:off x="1143000" y="2298530"/>
          <a:ext cx="9872663" cy="379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4322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C0BC4-559E-6225-9735-D32650877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404" y="609600"/>
            <a:ext cx="6822744" cy="1356360"/>
          </a:xfrm>
        </p:spPr>
        <p:txBody>
          <a:bodyPr>
            <a:normAutofit/>
          </a:bodyPr>
          <a:lstStyle/>
          <a:p>
            <a:r>
              <a:rPr lang="en-US" dirty="0"/>
              <a:t>Data Types</a:t>
            </a:r>
          </a:p>
        </p:txBody>
      </p:sp>
      <p:pic>
        <p:nvPicPr>
          <p:cNvPr id="7" name="Graphic 6" descr="Calculator">
            <a:extLst>
              <a:ext uri="{FF2B5EF4-FFF2-40B4-BE49-F238E27FC236}">
                <a16:creationId xmlns:a16="http://schemas.microsoft.com/office/drawing/2014/main" id="{EB83FE10-CBF4-8DAD-4652-2504AFB7B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065" y="1860302"/>
            <a:ext cx="3135414" cy="313541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407DD-072C-8C0E-CB23-6AB8E934B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8404" y="2057400"/>
            <a:ext cx="6822744" cy="4038600"/>
          </a:xfrm>
        </p:spPr>
        <p:txBody>
          <a:bodyPr>
            <a:normAutofit/>
          </a:bodyPr>
          <a:lstStyle/>
          <a:p>
            <a:r>
              <a:rPr lang="en-US" dirty="0"/>
              <a:t>Data type is a classification that tells the computer how to interpret the value of a piece of data. </a:t>
            </a:r>
          </a:p>
          <a:p>
            <a:r>
              <a:rPr lang="en-US" b="1" dirty="0"/>
              <a:t>We will cover</a:t>
            </a:r>
          </a:p>
          <a:p>
            <a:pPr lvl="1"/>
            <a:r>
              <a:rPr lang="en-US" dirty="0"/>
              <a:t>Character</a:t>
            </a:r>
          </a:p>
          <a:p>
            <a:pPr lvl="1"/>
            <a:r>
              <a:rPr lang="en-US" dirty="0"/>
              <a:t>String</a:t>
            </a:r>
          </a:p>
          <a:p>
            <a:pPr lvl="1"/>
            <a:r>
              <a:rPr lang="en-US" dirty="0"/>
              <a:t>Numbers</a:t>
            </a:r>
          </a:p>
          <a:p>
            <a:pPr lvl="2"/>
            <a:r>
              <a:rPr lang="en-US" dirty="0"/>
              <a:t>Integers</a:t>
            </a:r>
          </a:p>
          <a:p>
            <a:pPr lvl="2"/>
            <a:r>
              <a:rPr lang="en-US" dirty="0"/>
              <a:t>Floating Point</a:t>
            </a:r>
          </a:p>
          <a:p>
            <a:pPr lvl="2"/>
            <a:r>
              <a:rPr lang="en-US" dirty="0"/>
              <a:t>Boolean</a:t>
            </a:r>
          </a:p>
        </p:txBody>
      </p:sp>
    </p:spTree>
    <p:extLst>
      <p:ext uri="{BB962C8B-B14F-4D97-AF65-F5344CB8AC3E}">
        <p14:creationId xmlns:p14="http://schemas.microsoft.com/office/powerpoint/2010/main" val="661280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C4A2C-5792-28DC-B277-B905E8059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93B6121-5DB5-4BA4-A924-5E8AF30F423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143000" y="2057399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2750A-246C-C623-478D-0C2801CA43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/>
            <a:r>
              <a:rPr lang="en-US" dirty="0"/>
              <a:t>Letter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103DE5-2FB3-21AF-C15A-EF876D5FB4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9545749"/>
              </p:ext>
            </p:extLst>
          </p:nvPr>
        </p:nvGraphicFramePr>
        <p:xfrm>
          <a:off x="6294122" y="2057399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691251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4E94E-2F37-EA42-0B08-6A5B67944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/>
              <a:t>Strings</a:t>
            </a:r>
          </a:p>
        </p:txBody>
      </p:sp>
      <p:pic>
        <p:nvPicPr>
          <p:cNvPr id="7" name="Picture 2" descr="Character (computing) - Wikipedia">
            <a:extLst>
              <a:ext uri="{FF2B5EF4-FFF2-40B4-BE49-F238E27FC236}">
                <a16:creationId xmlns:a16="http://schemas.microsoft.com/office/drawing/2014/main" id="{2F200EA1-D1A9-26E8-1A70-2CB3C8AE4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818375"/>
            <a:ext cx="6045576" cy="3219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401FDDD-60BE-E7EA-3909-7AE51CEF8D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0196776"/>
              </p:ext>
            </p:extLst>
          </p:nvPr>
        </p:nvGraphicFramePr>
        <p:xfrm>
          <a:off x="7558564" y="2057400"/>
          <a:ext cx="3912583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22431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34A02-81B4-77EA-A37E-6625598D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Numbers - Integer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98CBE2-1190-E2DB-798D-2ECD2E5D16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7452935"/>
              </p:ext>
            </p:extLst>
          </p:nvPr>
        </p:nvGraphicFramePr>
        <p:xfrm>
          <a:off x="1143000" y="2298530"/>
          <a:ext cx="9872663" cy="379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5523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83E8C22-504C-4CA6-B605-D045DFB6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9642" y="234760"/>
            <a:ext cx="4386138" cy="63870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B16A28-0A5F-C490-F1DB-A940C7E0E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9455" y="609599"/>
            <a:ext cx="3574471" cy="5403273"/>
          </a:xfrm>
        </p:spPr>
        <p:txBody>
          <a:bodyPr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Numbers Floating Point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67450E-55EC-4621-8697-52443DDEA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3680" y="240031"/>
            <a:ext cx="11724640" cy="6377939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B6CF0B-427B-3947-2A2F-436A429C0E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4869545"/>
              </p:ext>
            </p:extLst>
          </p:nvPr>
        </p:nvGraphicFramePr>
        <p:xfrm>
          <a:off x="862013" y="881063"/>
          <a:ext cx="6054725" cy="5132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8680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2FD02-E6E2-C6DD-2870-0C8AE260D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Numbers - Boolean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606170-E5B6-3F53-FFDC-8766F217FB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2858786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6095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A7D5A-DDF0-7595-0E71-26C5F8D6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dirty="0"/>
              <a:t>Representing Data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A70C34-1C2A-045B-21E0-E3797F348F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1817419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6464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23F24-C481-351C-3F7F-24785CF44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Text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1F3AE9-3475-949F-BE2B-C4E0CDD214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8916727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9965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2D942-0699-24E2-B89C-B66EB8DB6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472AFE-39D1-E671-C0E3-D8FA03A61A1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395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D2F53-A7CA-7C8F-2F13-1D74D7D3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Sound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713EE8-79F9-0DE5-190A-D1AC8D5F21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9662302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75050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27322-325D-00E3-C2F3-3F37F5F86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Numbers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F0EA7B-E884-1284-EB87-AB68920F5B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3461240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4038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FAD9E-C092-81B7-BF05-8595BEBFB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100"/>
              <a:t>Programming Instructions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5C68A50-ECD0-2EC9-2273-04A1BE59F4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865513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3056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79B1AF8-A94D-4E21-A2A0-7F161E1E8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10CB9E-4C45-46DB-835A-2C29CE29A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1AF0B9-E97D-4D5D-BA2D-1C0BDE3A5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0513689-D00A-4D15-B8A3-AA50EC4B2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DF571B-FEF0-2773-10E0-49EF98FF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900" y="637563"/>
            <a:ext cx="8640201" cy="30703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4000" b="1" cap="all">
                <a:solidFill>
                  <a:schemeClr val="tx1"/>
                </a:solidFill>
              </a:rPr>
              <a:t>KAHOOT!</a:t>
            </a:r>
          </a:p>
        </p:txBody>
      </p:sp>
    </p:spTree>
    <p:extLst>
      <p:ext uri="{BB962C8B-B14F-4D97-AF65-F5344CB8AC3E}">
        <p14:creationId xmlns:p14="http://schemas.microsoft.com/office/powerpoint/2010/main" val="1665520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Metadata/LabelInfo.xml><?xml version="1.0" encoding="utf-8"?>
<clbl:labelList xmlns:clbl="http://schemas.microsoft.com/office/2020/mipLabelMetadata">
  <clbl:label id="{979a234f-6676-4346-ab46-4d9633c4cad1}" enabled="0" method="" siteId="{979a234f-6676-4346-ab46-4d9633c4ca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73</TotalTime>
  <Words>1288</Words>
  <Application>Microsoft Office PowerPoint</Application>
  <PresentationFormat>Widescreen</PresentationFormat>
  <Paragraphs>190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Corbel</vt:lpstr>
      <vt:lpstr>Times New Roman</vt:lpstr>
      <vt:lpstr>Basis</vt:lpstr>
      <vt:lpstr>Chapter 2</vt:lpstr>
      <vt:lpstr>Input, Output, Processing and Storage</vt:lpstr>
      <vt:lpstr>Input</vt:lpstr>
      <vt:lpstr>Processing</vt:lpstr>
      <vt:lpstr>Output</vt:lpstr>
      <vt:lpstr>Storage</vt:lpstr>
      <vt:lpstr>Numbers and Notational Systems</vt:lpstr>
      <vt:lpstr>Decimal</vt:lpstr>
      <vt:lpstr>Binary</vt:lpstr>
      <vt:lpstr>Hexadecimal</vt:lpstr>
      <vt:lpstr>Hexadecimal Example</vt:lpstr>
      <vt:lpstr>Octal</vt:lpstr>
      <vt:lpstr>Units of Measure</vt:lpstr>
      <vt:lpstr>As data grows</vt:lpstr>
      <vt:lpstr>Data Types</vt:lpstr>
      <vt:lpstr>Characters</vt:lpstr>
      <vt:lpstr>Strings</vt:lpstr>
      <vt:lpstr>Numbers - Integer</vt:lpstr>
      <vt:lpstr>Numbers Floating Point</vt:lpstr>
      <vt:lpstr>Numbers - Boolean</vt:lpstr>
      <vt:lpstr>Representing Data</vt:lpstr>
      <vt:lpstr>Text</vt:lpstr>
      <vt:lpstr>Images</vt:lpstr>
      <vt:lpstr>Sound</vt:lpstr>
      <vt:lpstr>Numbers</vt:lpstr>
      <vt:lpstr>Programming Instructions</vt:lpstr>
      <vt:lpstr>KAHOOT!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Haskell, JT</dc:creator>
  <cp:lastModifiedBy>Haskell, JT</cp:lastModifiedBy>
  <cp:revision>1</cp:revision>
  <dcterms:created xsi:type="dcterms:W3CDTF">2025-05-27T15:21:40Z</dcterms:created>
  <dcterms:modified xsi:type="dcterms:W3CDTF">2025-05-27T16:36:40Z</dcterms:modified>
</cp:coreProperties>
</file>