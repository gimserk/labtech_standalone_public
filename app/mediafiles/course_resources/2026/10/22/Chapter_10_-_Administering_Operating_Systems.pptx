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65" r:id="rId3"/>
    <p:sldId id="267" r:id="rId4"/>
    <p:sldId id="268" r:id="rId5"/>
    <p:sldId id="266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2" r:id="rId20"/>
    <p:sldId id="264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A7AC07-1597-4CB6-86BE-71BDC9F4B46D}" v="3" dt="2025-05-27T16:37:40.3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108" y="3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skell, JT" userId="43ae342c-01b7-44d1-9e4c-5ccd6bbabb0e" providerId="ADAL" clId="{CEA7AC07-1597-4CB6-86BE-71BDC9F4B46D}"/>
    <pc:docChg chg="addSld delSld modSld">
      <pc:chgData name="Haskell, JT" userId="43ae342c-01b7-44d1-9e4c-5ccd6bbabb0e" providerId="ADAL" clId="{CEA7AC07-1597-4CB6-86BE-71BDC9F4B46D}" dt="2025-05-27T16:37:47.937" v="27" actId="20577"/>
      <pc:docMkLst>
        <pc:docMk/>
      </pc:docMkLst>
      <pc:sldChg chg="new del">
        <pc:chgData name="Haskell, JT" userId="43ae342c-01b7-44d1-9e4c-5ccd6bbabb0e" providerId="ADAL" clId="{CEA7AC07-1597-4CB6-86BE-71BDC9F4B46D}" dt="2025-05-27T16:37:35.391" v="3" actId="47"/>
        <pc:sldMkLst>
          <pc:docMk/>
          <pc:sldMk cId="2958641131" sldId="256"/>
        </pc:sldMkLst>
      </pc:sldChg>
      <pc:sldChg chg="modSp add mod">
        <pc:chgData name="Haskell, JT" userId="43ae342c-01b7-44d1-9e4c-5ccd6bbabb0e" providerId="ADAL" clId="{CEA7AC07-1597-4CB6-86BE-71BDC9F4B46D}" dt="2025-05-27T16:37:47.937" v="27" actId="20577"/>
        <pc:sldMkLst>
          <pc:docMk/>
          <pc:sldMk cId="409288186" sldId="257"/>
        </pc:sldMkLst>
        <pc:spChg chg="mod">
          <ac:chgData name="Haskell, JT" userId="43ae342c-01b7-44d1-9e4c-5ccd6bbabb0e" providerId="ADAL" clId="{CEA7AC07-1597-4CB6-86BE-71BDC9F4B46D}" dt="2025-05-27T16:37:42.681" v="7" actId="20577"/>
          <ac:spMkLst>
            <pc:docMk/>
            <pc:sldMk cId="409288186" sldId="257"/>
            <ac:spMk id="2" creationId="{848CE82C-BD33-E236-A89C-353C50ECAB9E}"/>
          </ac:spMkLst>
        </pc:spChg>
        <pc:spChg chg="mod">
          <ac:chgData name="Haskell, JT" userId="43ae342c-01b7-44d1-9e4c-5ccd6bbabb0e" providerId="ADAL" clId="{CEA7AC07-1597-4CB6-86BE-71BDC9F4B46D}" dt="2025-05-27T16:37:47.937" v="27" actId="20577"/>
          <ac:spMkLst>
            <pc:docMk/>
            <pc:sldMk cId="409288186" sldId="257"/>
            <ac:spMk id="3" creationId="{C2D6A4F0-EA2D-376B-20E7-F65A3F067D08}"/>
          </ac:spMkLst>
        </pc:spChg>
      </pc:sldChg>
      <pc:sldChg chg="delSp add setBg delDesignElem">
        <pc:chgData name="Haskell, JT" userId="43ae342c-01b7-44d1-9e4c-5ccd6bbabb0e" providerId="ADAL" clId="{CEA7AC07-1597-4CB6-86BE-71BDC9F4B46D}" dt="2025-05-27T16:37:33.442" v="2"/>
        <pc:sldMkLst>
          <pc:docMk/>
          <pc:sldMk cId="1665520183" sldId="264"/>
        </pc:sldMkLst>
        <pc:spChg chg="del">
          <ac:chgData name="Haskell, JT" userId="43ae342c-01b7-44d1-9e4c-5ccd6bbabb0e" providerId="ADAL" clId="{CEA7AC07-1597-4CB6-86BE-71BDC9F4B46D}" dt="2025-05-27T16:37:33.442" v="2"/>
          <ac:spMkLst>
            <pc:docMk/>
            <pc:sldMk cId="1665520183" sldId="264"/>
            <ac:spMk id="8" creationId="{C79B1AF8-A94D-4E21-A2A0-7F161E1E8110}"/>
          </ac:spMkLst>
        </pc:spChg>
        <pc:spChg chg="del">
          <ac:chgData name="Haskell, JT" userId="43ae342c-01b7-44d1-9e4c-5ccd6bbabb0e" providerId="ADAL" clId="{CEA7AC07-1597-4CB6-86BE-71BDC9F4B46D}" dt="2025-05-27T16:37:33.442" v="2"/>
          <ac:spMkLst>
            <pc:docMk/>
            <pc:sldMk cId="1665520183" sldId="264"/>
            <ac:spMk id="10" creationId="{5E10CB9E-4C45-46DB-835A-2C29CE29A625}"/>
          </ac:spMkLst>
        </pc:spChg>
        <pc:spChg chg="del">
          <ac:chgData name="Haskell, JT" userId="43ae342c-01b7-44d1-9e4c-5ccd6bbabb0e" providerId="ADAL" clId="{CEA7AC07-1597-4CB6-86BE-71BDC9F4B46D}" dt="2025-05-27T16:37:33.442" v="2"/>
          <ac:spMkLst>
            <pc:docMk/>
            <pc:sldMk cId="1665520183" sldId="264"/>
            <ac:spMk id="14" creationId="{B0513689-D00A-4D15-B8A3-AA50EC4B2BB9}"/>
          </ac:spMkLst>
        </pc:spChg>
        <pc:cxnChg chg="del">
          <ac:chgData name="Haskell, JT" userId="43ae342c-01b7-44d1-9e4c-5ccd6bbabb0e" providerId="ADAL" clId="{CEA7AC07-1597-4CB6-86BE-71BDC9F4B46D}" dt="2025-05-27T16:37:33.442" v="2"/>
          <ac:cxnSpMkLst>
            <pc:docMk/>
            <pc:sldMk cId="1665520183" sldId="264"/>
            <ac:cxnSpMk id="12" creationId="{2C1AF0B9-E97D-4D5D-BA2D-1C0BDE3A5EAE}"/>
          </ac:cxnSpMkLst>
        </pc:cxnChg>
      </pc:sldChg>
    </pc:docChg>
  </pc:docChgLst>
  <pc:docChgLst>
    <pc:chgData name="Haskell, JT" userId="43ae342c-01b7-44d1-9e4c-5ccd6bbabb0e" providerId="ADAL" clId="{68B51E5A-C0FA-4382-A876-71ABB5CD37AA}"/>
    <pc:docChg chg="modSld">
      <pc:chgData name="Haskell, JT" userId="43ae342c-01b7-44d1-9e4c-5ccd6bbabb0e" providerId="ADAL" clId="{68B51E5A-C0FA-4382-A876-71ABB5CD37AA}" dt="2025-05-27T16:39:58.271" v="27" actId="20577"/>
      <pc:docMkLst>
        <pc:docMk/>
      </pc:docMkLst>
      <pc:sldChg chg="modSp mod">
        <pc:chgData name="Haskell, JT" userId="43ae342c-01b7-44d1-9e4c-5ccd6bbabb0e" providerId="ADAL" clId="{68B51E5A-C0FA-4382-A876-71ABB5CD37AA}" dt="2025-05-27T16:39:58.271" v="27" actId="20577"/>
        <pc:sldMkLst>
          <pc:docMk/>
          <pc:sldMk cId="409288186" sldId="257"/>
        </pc:sldMkLst>
        <pc:spChg chg="mod">
          <ac:chgData name="Haskell, JT" userId="43ae342c-01b7-44d1-9e4c-5ccd6bbabb0e" providerId="ADAL" clId="{68B51E5A-C0FA-4382-A876-71ABB5CD37AA}" dt="2025-05-27T16:39:49.076" v="1" actId="20577"/>
          <ac:spMkLst>
            <pc:docMk/>
            <pc:sldMk cId="409288186" sldId="257"/>
            <ac:spMk id="2" creationId="{848CE82C-BD33-E236-A89C-353C50ECAB9E}"/>
          </ac:spMkLst>
        </pc:spChg>
        <pc:spChg chg="mod">
          <ac:chgData name="Haskell, JT" userId="43ae342c-01b7-44d1-9e4c-5ccd6bbabb0e" providerId="ADAL" clId="{68B51E5A-C0FA-4382-A876-71ABB5CD37AA}" dt="2025-05-27T16:39:58.271" v="27" actId="20577"/>
          <ac:spMkLst>
            <pc:docMk/>
            <pc:sldMk cId="409288186" sldId="257"/>
            <ac:spMk id="3" creationId="{C2D6A4F0-EA2D-376B-20E7-F65A3F067D08}"/>
          </ac:spMkLst>
        </pc:spChg>
      </pc:sldChg>
    </pc:docChg>
  </pc:docChgLst>
  <pc:docChgLst>
    <pc:chgData name="Haskell, JT" userId="43ae342c-01b7-44d1-9e4c-5ccd6bbabb0e" providerId="ADAL" clId="{8D8D9FCC-C03A-4C49-90E0-0AE8F379FE7D}"/>
    <pc:docChg chg="modSld">
      <pc:chgData name="Haskell, JT" userId="43ae342c-01b7-44d1-9e4c-5ccd6bbabb0e" providerId="ADAL" clId="{8D8D9FCC-C03A-4C49-90E0-0AE8F379FE7D}" dt="2025-05-27T16:40:51.254" v="26" actId="20577"/>
      <pc:docMkLst>
        <pc:docMk/>
      </pc:docMkLst>
      <pc:sldChg chg="modSp mod">
        <pc:chgData name="Haskell, JT" userId="43ae342c-01b7-44d1-9e4c-5ccd6bbabb0e" providerId="ADAL" clId="{8D8D9FCC-C03A-4C49-90E0-0AE8F379FE7D}" dt="2025-05-27T16:40:51.254" v="26" actId="20577"/>
        <pc:sldMkLst>
          <pc:docMk/>
          <pc:sldMk cId="409288186" sldId="257"/>
        </pc:sldMkLst>
        <pc:spChg chg="mod">
          <ac:chgData name="Haskell, JT" userId="43ae342c-01b7-44d1-9e4c-5ccd6bbabb0e" providerId="ADAL" clId="{8D8D9FCC-C03A-4C49-90E0-0AE8F379FE7D}" dt="2025-05-27T16:40:43.571" v="1" actId="20577"/>
          <ac:spMkLst>
            <pc:docMk/>
            <pc:sldMk cId="409288186" sldId="257"/>
            <ac:spMk id="2" creationId="{848CE82C-BD33-E236-A89C-353C50ECAB9E}"/>
          </ac:spMkLst>
        </pc:spChg>
        <pc:spChg chg="mod">
          <ac:chgData name="Haskell, JT" userId="43ae342c-01b7-44d1-9e4c-5ccd6bbabb0e" providerId="ADAL" clId="{8D8D9FCC-C03A-4C49-90E0-0AE8F379FE7D}" dt="2025-05-27T16:40:51.254" v="26" actId="20577"/>
          <ac:spMkLst>
            <pc:docMk/>
            <pc:sldMk cId="409288186" sldId="257"/>
            <ac:spMk id="3" creationId="{C2D6A4F0-EA2D-376B-20E7-F65A3F067D08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10" Type="http://schemas.openxmlformats.org/officeDocument/2006/relationships/image" Target="../media/image28.svg"/><Relationship Id="rId4" Type="http://schemas.openxmlformats.org/officeDocument/2006/relationships/image" Target="../media/image22.svg"/><Relationship Id="rId9" Type="http://schemas.openxmlformats.org/officeDocument/2006/relationships/image" Target="../media/image27.pn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4" Type="http://schemas.openxmlformats.org/officeDocument/2006/relationships/image" Target="../media/image3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10" Type="http://schemas.openxmlformats.org/officeDocument/2006/relationships/image" Target="../media/image28.svg"/><Relationship Id="rId4" Type="http://schemas.openxmlformats.org/officeDocument/2006/relationships/image" Target="../media/image22.svg"/><Relationship Id="rId9" Type="http://schemas.openxmlformats.org/officeDocument/2006/relationships/image" Target="../media/image27.pn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4" Type="http://schemas.openxmlformats.org/officeDocument/2006/relationships/image" Target="../media/image3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25D0F4C-C1D2-492B-BB7D-B6AE19078576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61A0BFB-0B98-4421-990A-C8B0969D766B}">
      <dgm:prSet/>
      <dgm:spPr/>
      <dgm:t>
        <a:bodyPr/>
        <a:lstStyle/>
        <a:p>
          <a:pPr>
            <a:defRPr b="1"/>
          </a:pPr>
          <a:r>
            <a:rPr lang="en-US"/>
            <a:t>Windows</a:t>
          </a:r>
        </a:p>
      </dgm:t>
    </dgm:pt>
    <dgm:pt modelId="{5A4F36B0-CE58-4DC1-A95A-CBF4C8EC3189}" type="parTrans" cxnId="{CA24218C-5877-4F90-B1B3-F99CC038689E}">
      <dgm:prSet/>
      <dgm:spPr/>
      <dgm:t>
        <a:bodyPr/>
        <a:lstStyle/>
        <a:p>
          <a:endParaRPr lang="en-US"/>
        </a:p>
      </dgm:t>
    </dgm:pt>
    <dgm:pt modelId="{32728FE2-1325-4B5F-BC3D-999505F25A4D}" type="sibTrans" cxnId="{CA24218C-5877-4F90-B1B3-F99CC038689E}">
      <dgm:prSet/>
      <dgm:spPr/>
      <dgm:t>
        <a:bodyPr/>
        <a:lstStyle/>
        <a:p>
          <a:endParaRPr lang="en-US"/>
        </a:p>
      </dgm:t>
    </dgm:pt>
    <dgm:pt modelId="{8355A6B2-CA9C-456D-BBF8-8AB141007106}">
      <dgm:prSet/>
      <dgm:spPr/>
      <dgm:t>
        <a:bodyPr/>
        <a:lstStyle/>
        <a:p>
          <a:r>
            <a:rPr lang="en-US"/>
            <a:t>Control Pannel</a:t>
          </a:r>
        </a:p>
      </dgm:t>
    </dgm:pt>
    <dgm:pt modelId="{1126F8EE-7D76-4C7A-A90F-A8ECBAE09C28}" type="parTrans" cxnId="{B022EED3-C346-43F7-87E8-42E6943A2AA0}">
      <dgm:prSet/>
      <dgm:spPr/>
      <dgm:t>
        <a:bodyPr/>
        <a:lstStyle/>
        <a:p>
          <a:endParaRPr lang="en-US"/>
        </a:p>
      </dgm:t>
    </dgm:pt>
    <dgm:pt modelId="{DB1A6630-3201-417A-BD01-52770CD3117D}" type="sibTrans" cxnId="{B022EED3-C346-43F7-87E8-42E6943A2AA0}">
      <dgm:prSet/>
      <dgm:spPr/>
      <dgm:t>
        <a:bodyPr/>
        <a:lstStyle/>
        <a:p>
          <a:endParaRPr lang="en-US"/>
        </a:p>
      </dgm:t>
    </dgm:pt>
    <dgm:pt modelId="{EC46AE1B-7D8B-4C10-BE0D-885A9158CE8E}">
      <dgm:prSet/>
      <dgm:spPr/>
      <dgm:t>
        <a:bodyPr/>
        <a:lstStyle/>
        <a:p>
          <a:r>
            <a:rPr lang="en-US"/>
            <a:t>Settings App</a:t>
          </a:r>
        </a:p>
      </dgm:t>
    </dgm:pt>
    <dgm:pt modelId="{E350A255-68A9-427E-8DF3-0087AD8CB16F}" type="parTrans" cxnId="{A48250EC-0C87-4F26-899C-3DF14762F163}">
      <dgm:prSet/>
      <dgm:spPr/>
      <dgm:t>
        <a:bodyPr/>
        <a:lstStyle/>
        <a:p>
          <a:endParaRPr lang="en-US"/>
        </a:p>
      </dgm:t>
    </dgm:pt>
    <dgm:pt modelId="{2641F582-A312-4B04-B198-98164347E331}" type="sibTrans" cxnId="{A48250EC-0C87-4F26-899C-3DF14762F163}">
      <dgm:prSet/>
      <dgm:spPr/>
      <dgm:t>
        <a:bodyPr/>
        <a:lstStyle/>
        <a:p>
          <a:endParaRPr lang="en-US"/>
        </a:p>
      </dgm:t>
    </dgm:pt>
    <dgm:pt modelId="{F4DFF438-CCA7-4F87-8991-4F312E962452}">
      <dgm:prSet/>
      <dgm:spPr/>
      <dgm:t>
        <a:bodyPr/>
        <a:lstStyle/>
        <a:p>
          <a:r>
            <a:rPr lang="en-US"/>
            <a:t>Task Manager</a:t>
          </a:r>
        </a:p>
      </dgm:t>
    </dgm:pt>
    <dgm:pt modelId="{056669E4-739E-4000-9E06-63F8C565257E}" type="parTrans" cxnId="{E73F224F-6EF0-4DCD-B5AC-CEDE75732F81}">
      <dgm:prSet/>
      <dgm:spPr/>
      <dgm:t>
        <a:bodyPr/>
        <a:lstStyle/>
        <a:p>
          <a:endParaRPr lang="en-US"/>
        </a:p>
      </dgm:t>
    </dgm:pt>
    <dgm:pt modelId="{5F906BE0-6D40-47A4-91FF-DFB52FBBB3CF}" type="sibTrans" cxnId="{E73F224F-6EF0-4DCD-B5AC-CEDE75732F81}">
      <dgm:prSet/>
      <dgm:spPr/>
      <dgm:t>
        <a:bodyPr/>
        <a:lstStyle/>
        <a:p>
          <a:endParaRPr lang="en-US"/>
        </a:p>
      </dgm:t>
    </dgm:pt>
    <dgm:pt modelId="{B95290EA-E599-4C8B-B040-386EF0165A35}">
      <dgm:prSet/>
      <dgm:spPr/>
      <dgm:t>
        <a:bodyPr/>
        <a:lstStyle/>
        <a:p>
          <a:r>
            <a:rPr lang="en-US"/>
            <a:t>Disk Management</a:t>
          </a:r>
        </a:p>
      </dgm:t>
    </dgm:pt>
    <dgm:pt modelId="{23BA4410-EFA9-4045-B5CD-D4B15AD79056}" type="parTrans" cxnId="{7C21F9FF-C2A2-44B8-8CE9-90EA7B5231E9}">
      <dgm:prSet/>
      <dgm:spPr/>
      <dgm:t>
        <a:bodyPr/>
        <a:lstStyle/>
        <a:p>
          <a:endParaRPr lang="en-US"/>
        </a:p>
      </dgm:t>
    </dgm:pt>
    <dgm:pt modelId="{D57C5476-4C7C-4375-A640-AACE56DF7E57}" type="sibTrans" cxnId="{7C21F9FF-C2A2-44B8-8CE9-90EA7B5231E9}">
      <dgm:prSet/>
      <dgm:spPr/>
      <dgm:t>
        <a:bodyPr/>
        <a:lstStyle/>
        <a:p>
          <a:endParaRPr lang="en-US"/>
        </a:p>
      </dgm:t>
    </dgm:pt>
    <dgm:pt modelId="{E472E978-CE8B-4BB9-9974-93E3969F31E3}">
      <dgm:prSet/>
      <dgm:spPr/>
      <dgm:t>
        <a:bodyPr/>
        <a:lstStyle/>
        <a:p>
          <a:r>
            <a:rPr lang="en-US"/>
            <a:t>Device Manager</a:t>
          </a:r>
        </a:p>
      </dgm:t>
    </dgm:pt>
    <dgm:pt modelId="{9FAA28CE-6D38-4464-91A4-2F4FFDAA3E0C}" type="parTrans" cxnId="{8BF77C4E-45F0-4C3A-8A05-A136C1726D5D}">
      <dgm:prSet/>
      <dgm:spPr/>
      <dgm:t>
        <a:bodyPr/>
        <a:lstStyle/>
        <a:p>
          <a:endParaRPr lang="en-US"/>
        </a:p>
      </dgm:t>
    </dgm:pt>
    <dgm:pt modelId="{E186490B-7560-4FD7-9DCA-F1B563818A70}" type="sibTrans" cxnId="{8BF77C4E-45F0-4C3A-8A05-A136C1726D5D}">
      <dgm:prSet/>
      <dgm:spPr/>
      <dgm:t>
        <a:bodyPr/>
        <a:lstStyle/>
        <a:p>
          <a:endParaRPr lang="en-US"/>
        </a:p>
      </dgm:t>
    </dgm:pt>
    <dgm:pt modelId="{7FE3A04A-5C47-4902-93CD-C0890496505E}">
      <dgm:prSet/>
      <dgm:spPr/>
      <dgm:t>
        <a:bodyPr/>
        <a:lstStyle/>
        <a:p>
          <a:pPr>
            <a:defRPr b="1"/>
          </a:pPr>
          <a:r>
            <a:rPr lang="en-US"/>
            <a:t>macOS</a:t>
          </a:r>
        </a:p>
      </dgm:t>
    </dgm:pt>
    <dgm:pt modelId="{9FC288E9-FC6D-4358-9AD9-D72975AFEC72}" type="parTrans" cxnId="{08B4553E-5E6E-40C4-B15D-7F71EBA97CE1}">
      <dgm:prSet/>
      <dgm:spPr/>
      <dgm:t>
        <a:bodyPr/>
        <a:lstStyle/>
        <a:p>
          <a:endParaRPr lang="en-US"/>
        </a:p>
      </dgm:t>
    </dgm:pt>
    <dgm:pt modelId="{4C4F639A-CEC4-47B5-831A-BAF77A2460D0}" type="sibTrans" cxnId="{08B4553E-5E6E-40C4-B15D-7F71EBA97CE1}">
      <dgm:prSet/>
      <dgm:spPr/>
      <dgm:t>
        <a:bodyPr/>
        <a:lstStyle/>
        <a:p>
          <a:endParaRPr lang="en-US"/>
        </a:p>
      </dgm:t>
    </dgm:pt>
    <dgm:pt modelId="{CDB9C88D-3BA5-4832-A48C-4C2570B84282}">
      <dgm:prSet/>
      <dgm:spPr/>
      <dgm:t>
        <a:bodyPr/>
        <a:lstStyle/>
        <a:p>
          <a:r>
            <a:rPr lang="en-US"/>
            <a:t>System Settings</a:t>
          </a:r>
        </a:p>
      </dgm:t>
    </dgm:pt>
    <dgm:pt modelId="{0D7EA95C-34A3-44E9-8C4B-6D99FFC6E4D0}" type="parTrans" cxnId="{5157A608-F68B-4140-8A64-8063012DE7FE}">
      <dgm:prSet/>
      <dgm:spPr/>
      <dgm:t>
        <a:bodyPr/>
        <a:lstStyle/>
        <a:p>
          <a:endParaRPr lang="en-US"/>
        </a:p>
      </dgm:t>
    </dgm:pt>
    <dgm:pt modelId="{6962C40B-8D45-4D11-A8C0-886218C0EC27}" type="sibTrans" cxnId="{5157A608-F68B-4140-8A64-8063012DE7FE}">
      <dgm:prSet/>
      <dgm:spPr/>
      <dgm:t>
        <a:bodyPr/>
        <a:lstStyle/>
        <a:p>
          <a:endParaRPr lang="en-US"/>
        </a:p>
      </dgm:t>
    </dgm:pt>
    <dgm:pt modelId="{E238A90B-699E-40EB-A176-CEA9939EEFC0}">
      <dgm:prSet/>
      <dgm:spPr/>
      <dgm:t>
        <a:bodyPr/>
        <a:lstStyle/>
        <a:p>
          <a:r>
            <a:rPr lang="en-US"/>
            <a:t>Activity Monitor</a:t>
          </a:r>
        </a:p>
      </dgm:t>
    </dgm:pt>
    <dgm:pt modelId="{ADE15986-CDF7-4448-9DEF-3C5A9F310A10}" type="parTrans" cxnId="{C3C207B4-BB51-47CC-8641-6665B283A2AD}">
      <dgm:prSet/>
      <dgm:spPr/>
      <dgm:t>
        <a:bodyPr/>
        <a:lstStyle/>
        <a:p>
          <a:endParaRPr lang="en-US"/>
        </a:p>
      </dgm:t>
    </dgm:pt>
    <dgm:pt modelId="{E5A5175F-4C7D-4592-B68B-823AC1A594BD}" type="sibTrans" cxnId="{C3C207B4-BB51-47CC-8641-6665B283A2AD}">
      <dgm:prSet/>
      <dgm:spPr/>
      <dgm:t>
        <a:bodyPr/>
        <a:lstStyle/>
        <a:p>
          <a:endParaRPr lang="en-US"/>
        </a:p>
      </dgm:t>
    </dgm:pt>
    <dgm:pt modelId="{5DCADBBF-6950-4FC1-8B19-FBB3EEBF3D15}">
      <dgm:prSet/>
      <dgm:spPr/>
      <dgm:t>
        <a:bodyPr/>
        <a:lstStyle/>
        <a:p>
          <a:r>
            <a:rPr lang="en-US"/>
            <a:t>Disk Utility</a:t>
          </a:r>
        </a:p>
      </dgm:t>
    </dgm:pt>
    <dgm:pt modelId="{99D0C6C4-D5C8-421D-893A-CF147974088B}" type="parTrans" cxnId="{1D8E7CCB-C103-4BB2-92BA-FC73DAFE2669}">
      <dgm:prSet/>
      <dgm:spPr/>
      <dgm:t>
        <a:bodyPr/>
        <a:lstStyle/>
        <a:p>
          <a:endParaRPr lang="en-US"/>
        </a:p>
      </dgm:t>
    </dgm:pt>
    <dgm:pt modelId="{D26DF6C2-DE18-479A-B06A-D7DC748F4D8B}" type="sibTrans" cxnId="{1D8E7CCB-C103-4BB2-92BA-FC73DAFE2669}">
      <dgm:prSet/>
      <dgm:spPr/>
      <dgm:t>
        <a:bodyPr/>
        <a:lstStyle/>
        <a:p>
          <a:endParaRPr lang="en-US"/>
        </a:p>
      </dgm:t>
    </dgm:pt>
    <dgm:pt modelId="{5C198B0D-5A92-480B-BD2B-44F23BB0AFEE}">
      <dgm:prSet/>
      <dgm:spPr/>
      <dgm:t>
        <a:bodyPr/>
        <a:lstStyle/>
        <a:p>
          <a:pPr>
            <a:defRPr b="1"/>
          </a:pPr>
          <a:r>
            <a:rPr lang="en-US"/>
            <a:t>Linux </a:t>
          </a:r>
        </a:p>
      </dgm:t>
    </dgm:pt>
    <dgm:pt modelId="{39B9DCB9-1338-43B2-BE3F-BE4D06729CAA}" type="parTrans" cxnId="{A3D1088E-D092-4E13-8175-64062344E3DE}">
      <dgm:prSet/>
      <dgm:spPr/>
      <dgm:t>
        <a:bodyPr/>
        <a:lstStyle/>
        <a:p>
          <a:endParaRPr lang="en-US"/>
        </a:p>
      </dgm:t>
    </dgm:pt>
    <dgm:pt modelId="{1BF92DF0-C891-4922-AA84-4A629222E678}" type="sibTrans" cxnId="{A3D1088E-D092-4E13-8175-64062344E3DE}">
      <dgm:prSet/>
      <dgm:spPr/>
      <dgm:t>
        <a:bodyPr/>
        <a:lstStyle/>
        <a:p>
          <a:endParaRPr lang="en-US"/>
        </a:p>
      </dgm:t>
    </dgm:pt>
    <dgm:pt modelId="{F5563455-1F1F-462E-B0F5-7FA977EC5969}">
      <dgm:prSet/>
      <dgm:spPr/>
      <dgm:t>
        <a:bodyPr/>
        <a:lstStyle/>
        <a:p>
          <a:r>
            <a:rPr lang="en-US"/>
            <a:t>Settings Panels</a:t>
          </a:r>
        </a:p>
      </dgm:t>
    </dgm:pt>
    <dgm:pt modelId="{C8B91361-F465-4E54-9D1D-E1A94D69A242}" type="parTrans" cxnId="{7797341B-539F-4E8A-865B-E34B5D58F478}">
      <dgm:prSet/>
      <dgm:spPr/>
      <dgm:t>
        <a:bodyPr/>
        <a:lstStyle/>
        <a:p>
          <a:endParaRPr lang="en-US"/>
        </a:p>
      </dgm:t>
    </dgm:pt>
    <dgm:pt modelId="{60443AC9-4DBD-4146-9AB5-13B65CAAE331}" type="sibTrans" cxnId="{7797341B-539F-4E8A-865B-E34B5D58F478}">
      <dgm:prSet/>
      <dgm:spPr/>
      <dgm:t>
        <a:bodyPr/>
        <a:lstStyle/>
        <a:p>
          <a:endParaRPr lang="en-US"/>
        </a:p>
      </dgm:t>
    </dgm:pt>
    <dgm:pt modelId="{57DAF664-F1F7-46CE-9D44-4E7561209E0B}">
      <dgm:prSet/>
      <dgm:spPr/>
      <dgm:t>
        <a:bodyPr/>
        <a:lstStyle/>
        <a:p>
          <a:r>
            <a:rPr lang="en-US"/>
            <a:t>Disk Utilities</a:t>
          </a:r>
        </a:p>
      </dgm:t>
    </dgm:pt>
    <dgm:pt modelId="{A076FA30-61C5-49FE-A93C-B2935CCF94CF}" type="parTrans" cxnId="{7350D065-B148-4B2B-B349-767833268D9C}">
      <dgm:prSet/>
      <dgm:spPr/>
      <dgm:t>
        <a:bodyPr/>
        <a:lstStyle/>
        <a:p>
          <a:endParaRPr lang="en-US"/>
        </a:p>
      </dgm:t>
    </dgm:pt>
    <dgm:pt modelId="{74674AFD-6E0A-43EC-ABD4-22EA0EFCCD1C}" type="sibTrans" cxnId="{7350D065-B148-4B2B-B349-767833268D9C}">
      <dgm:prSet/>
      <dgm:spPr/>
      <dgm:t>
        <a:bodyPr/>
        <a:lstStyle/>
        <a:p>
          <a:endParaRPr lang="en-US"/>
        </a:p>
      </dgm:t>
    </dgm:pt>
    <dgm:pt modelId="{EE66E61F-E232-43B0-9502-10B6905CAF12}">
      <dgm:prSet/>
      <dgm:spPr/>
      <dgm:t>
        <a:bodyPr/>
        <a:lstStyle/>
        <a:p>
          <a:r>
            <a:rPr lang="en-US"/>
            <a:t>Package Managers</a:t>
          </a:r>
        </a:p>
      </dgm:t>
    </dgm:pt>
    <dgm:pt modelId="{3FD12F02-051C-460A-BC27-9F3F21F80DA9}" type="parTrans" cxnId="{2F70BD7D-95EE-4C82-A38A-1BE00D043C8D}">
      <dgm:prSet/>
      <dgm:spPr/>
      <dgm:t>
        <a:bodyPr/>
        <a:lstStyle/>
        <a:p>
          <a:endParaRPr lang="en-US"/>
        </a:p>
      </dgm:t>
    </dgm:pt>
    <dgm:pt modelId="{0C70419F-66F4-4528-AF47-CBEA0703B140}" type="sibTrans" cxnId="{2F70BD7D-95EE-4C82-A38A-1BE00D043C8D}">
      <dgm:prSet/>
      <dgm:spPr/>
      <dgm:t>
        <a:bodyPr/>
        <a:lstStyle/>
        <a:p>
          <a:endParaRPr lang="en-US"/>
        </a:p>
      </dgm:t>
    </dgm:pt>
    <dgm:pt modelId="{9DF98A8A-BEC0-4EDC-A7E5-B98D20B1B21F}" type="pres">
      <dgm:prSet presAssocID="{325D0F4C-C1D2-492B-BB7D-B6AE19078576}" presName="root" presStyleCnt="0">
        <dgm:presLayoutVars>
          <dgm:dir/>
          <dgm:resizeHandles val="exact"/>
        </dgm:presLayoutVars>
      </dgm:prSet>
      <dgm:spPr/>
    </dgm:pt>
    <dgm:pt modelId="{CD3C5924-61C8-45AB-88FC-E4B538730050}" type="pres">
      <dgm:prSet presAssocID="{561A0BFB-0B98-4421-990A-C8B0969D766B}" presName="compNode" presStyleCnt="0"/>
      <dgm:spPr/>
    </dgm:pt>
    <dgm:pt modelId="{29C97461-E446-458D-9CB9-3EB7B77EFCBF}" type="pres">
      <dgm:prSet presAssocID="{561A0BFB-0B98-4421-990A-C8B0969D766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76D4B538-84B1-4910-A4D2-2CC7D4BF848C}" type="pres">
      <dgm:prSet presAssocID="{561A0BFB-0B98-4421-990A-C8B0969D766B}" presName="iconSpace" presStyleCnt="0"/>
      <dgm:spPr/>
    </dgm:pt>
    <dgm:pt modelId="{4CC0330D-76D8-44EE-ACBA-D7146E6C1EC8}" type="pres">
      <dgm:prSet presAssocID="{561A0BFB-0B98-4421-990A-C8B0969D766B}" presName="parTx" presStyleLbl="revTx" presStyleIdx="0" presStyleCnt="6">
        <dgm:presLayoutVars>
          <dgm:chMax val="0"/>
          <dgm:chPref val="0"/>
        </dgm:presLayoutVars>
      </dgm:prSet>
      <dgm:spPr/>
    </dgm:pt>
    <dgm:pt modelId="{3E579000-08F4-4231-AAFE-CD3E0CD3CE67}" type="pres">
      <dgm:prSet presAssocID="{561A0BFB-0B98-4421-990A-C8B0969D766B}" presName="txSpace" presStyleCnt="0"/>
      <dgm:spPr/>
    </dgm:pt>
    <dgm:pt modelId="{4CF66220-86B2-41E5-96F2-2413DA5559DA}" type="pres">
      <dgm:prSet presAssocID="{561A0BFB-0B98-4421-990A-C8B0969D766B}" presName="desTx" presStyleLbl="revTx" presStyleIdx="1" presStyleCnt="6">
        <dgm:presLayoutVars/>
      </dgm:prSet>
      <dgm:spPr/>
    </dgm:pt>
    <dgm:pt modelId="{69236A5C-4FBB-4972-977B-7195001628C0}" type="pres">
      <dgm:prSet presAssocID="{32728FE2-1325-4B5F-BC3D-999505F25A4D}" presName="sibTrans" presStyleCnt="0"/>
      <dgm:spPr/>
    </dgm:pt>
    <dgm:pt modelId="{9245292D-11D7-459D-BCDA-0D4E3A51FA4E}" type="pres">
      <dgm:prSet presAssocID="{7FE3A04A-5C47-4902-93CD-C0890496505E}" presName="compNode" presStyleCnt="0"/>
      <dgm:spPr/>
    </dgm:pt>
    <dgm:pt modelId="{1F80D8A4-084E-4D56-B368-11CEE8187CA8}" type="pres">
      <dgm:prSet presAssocID="{7FE3A04A-5C47-4902-93CD-C0890496505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7C2B7C29-A4B3-4725-BEAB-89DA905E8A76}" type="pres">
      <dgm:prSet presAssocID="{7FE3A04A-5C47-4902-93CD-C0890496505E}" presName="iconSpace" presStyleCnt="0"/>
      <dgm:spPr/>
    </dgm:pt>
    <dgm:pt modelId="{20AB3CC8-2C61-4D5C-B49A-C910D228ED83}" type="pres">
      <dgm:prSet presAssocID="{7FE3A04A-5C47-4902-93CD-C0890496505E}" presName="parTx" presStyleLbl="revTx" presStyleIdx="2" presStyleCnt="6">
        <dgm:presLayoutVars>
          <dgm:chMax val="0"/>
          <dgm:chPref val="0"/>
        </dgm:presLayoutVars>
      </dgm:prSet>
      <dgm:spPr/>
    </dgm:pt>
    <dgm:pt modelId="{13243513-65A4-4D03-846A-C52AA9BE17DB}" type="pres">
      <dgm:prSet presAssocID="{7FE3A04A-5C47-4902-93CD-C0890496505E}" presName="txSpace" presStyleCnt="0"/>
      <dgm:spPr/>
    </dgm:pt>
    <dgm:pt modelId="{560FE622-2B21-424C-A0C9-9843F594A1FE}" type="pres">
      <dgm:prSet presAssocID="{7FE3A04A-5C47-4902-93CD-C0890496505E}" presName="desTx" presStyleLbl="revTx" presStyleIdx="3" presStyleCnt="6">
        <dgm:presLayoutVars/>
      </dgm:prSet>
      <dgm:spPr/>
    </dgm:pt>
    <dgm:pt modelId="{25C2D47E-7801-40CF-87E8-59D19EED9EB3}" type="pres">
      <dgm:prSet presAssocID="{4C4F639A-CEC4-47B5-831A-BAF77A2460D0}" presName="sibTrans" presStyleCnt="0"/>
      <dgm:spPr/>
    </dgm:pt>
    <dgm:pt modelId="{9B6CA331-120F-4356-8646-A4C8261BA90A}" type="pres">
      <dgm:prSet presAssocID="{5C198B0D-5A92-480B-BD2B-44F23BB0AFEE}" presName="compNode" presStyleCnt="0"/>
      <dgm:spPr/>
    </dgm:pt>
    <dgm:pt modelId="{81E71536-A6F2-467A-8B38-0F083E838D3A}" type="pres">
      <dgm:prSet presAssocID="{5C198B0D-5A92-480B-BD2B-44F23BB0AFE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1E06A86F-9612-4959-A169-612A622522D6}" type="pres">
      <dgm:prSet presAssocID="{5C198B0D-5A92-480B-BD2B-44F23BB0AFEE}" presName="iconSpace" presStyleCnt="0"/>
      <dgm:spPr/>
    </dgm:pt>
    <dgm:pt modelId="{BC3EFD36-81DE-421B-92B6-B732F93FE3DD}" type="pres">
      <dgm:prSet presAssocID="{5C198B0D-5A92-480B-BD2B-44F23BB0AFEE}" presName="parTx" presStyleLbl="revTx" presStyleIdx="4" presStyleCnt="6">
        <dgm:presLayoutVars>
          <dgm:chMax val="0"/>
          <dgm:chPref val="0"/>
        </dgm:presLayoutVars>
      </dgm:prSet>
      <dgm:spPr/>
    </dgm:pt>
    <dgm:pt modelId="{928444B0-1F09-4636-8E1E-F03864C0B56C}" type="pres">
      <dgm:prSet presAssocID="{5C198B0D-5A92-480B-BD2B-44F23BB0AFEE}" presName="txSpace" presStyleCnt="0"/>
      <dgm:spPr/>
    </dgm:pt>
    <dgm:pt modelId="{37672B92-9B10-4A21-A5FF-CBF817B8C0D9}" type="pres">
      <dgm:prSet presAssocID="{5C198B0D-5A92-480B-BD2B-44F23BB0AFEE}" presName="desTx" presStyleLbl="revTx" presStyleIdx="5" presStyleCnt="6">
        <dgm:presLayoutVars/>
      </dgm:prSet>
      <dgm:spPr/>
    </dgm:pt>
  </dgm:ptLst>
  <dgm:cxnLst>
    <dgm:cxn modelId="{65586903-31B7-4E77-83CA-E09DF8784FDD}" type="presOf" srcId="{8355A6B2-CA9C-456D-BBF8-8AB141007106}" destId="{4CF66220-86B2-41E5-96F2-2413DA5559DA}" srcOrd="0" destOrd="0" presId="urn:microsoft.com/office/officeart/2018/5/layout/CenteredIconLabelDescriptionList"/>
    <dgm:cxn modelId="{5157A608-F68B-4140-8A64-8063012DE7FE}" srcId="{7FE3A04A-5C47-4902-93CD-C0890496505E}" destId="{CDB9C88D-3BA5-4832-A48C-4C2570B84282}" srcOrd="0" destOrd="0" parTransId="{0D7EA95C-34A3-44E9-8C4B-6D99FFC6E4D0}" sibTransId="{6962C40B-8D45-4D11-A8C0-886218C0EC27}"/>
    <dgm:cxn modelId="{17B11313-F75B-4A37-A14D-985B375E8EE5}" type="presOf" srcId="{B95290EA-E599-4C8B-B040-386EF0165A35}" destId="{4CF66220-86B2-41E5-96F2-2413DA5559DA}" srcOrd="0" destOrd="3" presId="urn:microsoft.com/office/officeart/2018/5/layout/CenteredIconLabelDescriptionList"/>
    <dgm:cxn modelId="{211F6D14-2263-4D54-B097-9980007A5684}" type="presOf" srcId="{561A0BFB-0B98-4421-990A-C8B0969D766B}" destId="{4CC0330D-76D8-44EE-ACBA-D7146E6C1EC8}" srcOrd="0" destOrd="0" presId="urn:microsoft.com/office/officeart/2018/5/layout/CenteredIconLabelDescriptionList"/>
    <dgm:cxn modelId="{7797341B-539F-4E8A-865B-E34B5D58F478}" srcId="{5C198B0D-5A92-480B-BD2B-44F23BB0AFEE}" destId="{F5563455-1F1F-462E-B0F5-7FA977EC5969}" srcOrd="0" destOrd="0" parTransId="{C8B91361-F465-4E54-9D1D-E1A94D69A242}" sibTransId="{60443AC9-4DBD-4146-9AB5-13B65CAAE331}"/>
    <dgm:cxn modelId="{AC37361F-CCF9-48EC-B1D6-F2CFD112E6EE}" type="presOf" srcId="{5C198B0D-5A92-480B-BD2B-44F23BB0AFEE}" destId="{BC3EFD36-81DE-421B-92B6-B732F93FE3DD}" srcOrd="0" destOrd="0" presId="urn:microsoft.com/office/officeart/2018/5/layout/CenteredIconLabelDescriptionList"/>
    <dgm:cxn modelId="{9C47952D-349F-4EC4-B244-411E2F2311D5}" type="presOf" srcId="{57DAF664-F1F7-46CE-9D44-4E7561209E0B}" destId="{37672B92-9B10-4A21-A5FF-CBF817B8C0D9}" srcOrd="0" destOrd="1" presId="urn:microsoft.com/office/officeart/2018/5/layout/CenteredIconLabelDescriptionList"/>
    <dgm:cxn modelId="{08B4553E-5E6E-40C4-B15D-7F71EBA97CE1}" srcId="{325D0F4C-C1D2-492B-BB7D-B6AE19078576}" destId="{7FE3A04A-5C47-4902-93CD-C0890496505E}" srcOrd="1" destOrd="0" parTransId="{9FC288E9-FC6D-4358-9AD9-D72975AFEC72}" sibTransId="{4C4F639A-CEC4-47B5-831A-BAF77A2460D0}"/>
    <dgm:cxn modelId="{24A1F23F-9505-4CFF-B5B5-3BF942A866B0}" type="presOf" srcId="{EC46AE1B-7D8B-4C10-BE0D-885A9158CE8E}" destId="{4CF66220-86B2-41E5-96F2-2413DA5559DA}" srcOrd="0" destOrd="1" presId="urn:microsoft.com/office/officeart/2018/5/layout/CenteredIconLabelDescriptionList"/>
    <dgm:cxn modelId="{172CA75F-33ED-45F1-81DB-8757B5541FC3}" type="presOf" srcId="{325D0F4C-C1D2-492B-BB7D-B6AE19078576}" destId="{9DF98A8A-BEC0-4EDC-A7E5-B98D20B1B21F}" srcOrd="0" destOrd="0" presId="urn:microsoft.com/office/officeart/2018/5/layout/CenteredIconLabelDescriptionList"/>
    <dgm:cxn modelId="{7350D065-B148-4B2B-B349-767833268D9C}" srcId="{5C198B0D-5A92-480B-BD2B-44F23BB0AFEE}" destId="{57DAF664-F1F7-46CE-9D44-4E7561209E0B}" srcOrd="1" destOrd="0" parTransId="{A076FA30-61C5-49FE-A93C-B2935CCF94CF}" sibTransId="{74674AFD-6E0A-43EC-ABD4-22EA0EFCCD1C}"/>
    <dgm:cxn modelId="{697AF068-A8C5-41F1-82C1-199220CA5A38}" type="presOf" srcId="{F5563455-1F1F-462E-B0F5-7FA977EC5969}" destId="{37672B92-9B10-4A21-A5FF-CBF817B8C0D9}" srcOrd="0" destOrd="0" presId="urn:microsoft.com/office/officeart/2018/5/layout/CenteredIconLabelDescriptionList"/>
    <dgm:cxn modelId="{8BF77C4E-45F0-4C3A-8A05-A136C1726D5D}" srcId="{561A0BFB-0B98-4421-990A-C8B0969D766B}" destId="{E472E978-CE8B-4BB9-9974-93E3969F31E3}" srcOrd="4" destOrd="0" parTransId="{9FAA28CE-6D38-4464-91A4-2F4FFDAA3E0C}" sibTransId="{E186490B-7560-4FD7-9DCA-F1B563818A70}"/>
    <dgm:cxn modelId="{E73F224F-6EF0-4DCD-B5AC-CEDE75732F81}" srcId="{561A0BFB-0B98-4421-990A-C8B0969D766B}" destId="{F4DFF438-CCA7-4F87-8991-4F312E962452}" srcOrd="2" destOrd="0" parTransId="{056669E4-739E-4000-9E06-63F8C565257E}" sibTransId="{5F906BE0-6D40-47A4-91FF-DFB52FBBB3CF}"/>
    <dgm:cxn modelId="{2F70BD7D-95EE-4C82-A38A-1BE00D043C8D}" srcId="{5C198B0D-5A92-480B-BD2B-44F23BB0AFEE}" destId="{EE66E61F-E232-43B0-9502-10B6905CAF12}" srcOrd="2" destOrd="0" parTransId="{3FD12F02-051C-460A-BC27-9F3F21F80DA9}" sibTransId="{0C70419F-66F4-4528-AF47-CBEA0703B140}"/>
    <dgm:cxn modelId="{FFED767E-7B86-4E70-AD21-CD6F3EFC2DFA}" type="presOf" srcId="{EE66E61F-E232-43B0-9502-10B6905CAF12}" destId="{37672B92-9B10-4A21-A5FF-CBF817B8C0D9}" srcOrd="0" destOrd="2" presId="urn:microsoft.com/office/officeart/2018/5/layout/CenteredIconLabelDescriptionList"/>
    <dgm:cxn modelId="{80951282-315B-4CD2-B79E-1DE1848B0D50}" type="presOf" srcId="{5DCADBBF-6950-4FC1-8B19-FBB3EEBF3D15}" destId="{560FE622-2B21-424C-A0C9-9843F594A1FE}" srcOrd="0" destOrd="2" presId="urn:microsoft.com/office/officeart/2018/5/layout/CenteredIconLabelDescriptionList"/>
    <dgm:cxn modelId="{CA24218C-5877-4F90-B1B3-F99CC038689E}" srcId="{325D0F4C-C1D2-492B-BB7D-B6AE19078576}" destId="{561A0BFB-0B98-4421-990A-C8B0969D766B}" srcOrd="0" destOrd="0" parTransId="{5A4F36B0-CE58-4DC1-A95A-CBF4C8EC3189}" sibTransId="{32728FE2-1325-4B5F-BC3D-999505F25A4D}"/>
    <dgm:cxn modelId="{A3D1088E-D092-4E13-8175-64062344E3DE}" srcId="{325D0F4C-C1D2-492B-BB7D-B6AE19078576}" destId="{5C198B0D-5A92-480B-BD2B-44F23BB0AFEE}" srcOrd="2" destOrd="0" parTransId="{39B9DCB9-1338-43B2-BE3F-BE4D06729CAA}" sibTransId="{1BF92DF0-C891-4922-AA84-4A629222E678}"/>
    <dgm:cxn modelId="{FA9FA595-3DF1-499A-8912-F67E46CF14EE}" type="presOf" srcId="{E238A90B-699E-40EB-A176-CEA9939EEFC0}" destId="{560FE622-2B21-424C-A0C9-9843F594A1FE}" srcOrd="0" destOrd="1" presId="urn:microsoft.com/office/officeart/2018/5/layout/CenteredIconLabelDescriptionList"/>
    <dgm:cxn modelId="{3A1CD1AA-C063-463D-B37E-B30ADC22F6DF}" type="presOf" srcId="{7FE3A04A-5C47-4902-93CD-C0890496505E}" destId="{20AB3CC8-2C61-4D5C-B49A-C910D228ED83}" srcOrd="0" destOrd="0" presId="urn:microsoft.com/office/officeart/2018/5/layout/CenteredIconLabelDescriptionList"/>
    <dgm:cxn modelId="{C3C207B4-BB51-47CC-8641-6665B283A2AD}" srcId="{7FE3A04A-5C47-4902-93CD-C0890496505E}" destId="{E238A90B-699E-40EB-A176-CEA9939EEFC0}" srcOrd="1" destOrd="0" parTransId="{ADE15986-CDF7-4448-9DEF-3C5A9F310A10}" sibTransId="{E5A5175F-4C7D-4592-B68B-823AC1A594BD}"/>
    <dgm:cxn modelId="{0AB4D6B8-45DA-4639-9DB8-222CCA513897}" type="presOf" srcId="{CDB9C88D-3BA5-4832-A48C-4C2570B84282}" destId="{560FE622-2B21-424C-A0C9-9843F594A1FE}" srcOrd="0" destOrd="0" presId="urn:microsoft.com/office/officeart/2018/5/layout/CenteredIconLabelDescriptionList"/>
    <dgm:cxn modelId="{1D8E7CCB-C103-4BB2-92BA-FC73DAFE2669}" srcId="{7FE3A04A-5C47-4902-93CD-C0890496505E}" destId="{5DCADBBF-6950-4FC1-8B19-FBB3EEBF3D15}" srcOrd="2" destOrd="0" parTransId="{99D0C6C4-D5C8-421D-893A-CF147974088B}" sibTransId="{D26DF6C2-DE18-479A-B06A-D7DC748F4D8B}"/>
    <dgm:cxn modelId="{B022EED3-C346-43F7-87E8-42E6943A2AA0}" srcId="{561A0BFB-0B98-4421-990A-C8B0969D766B}" destId="{8355A6B2-CA9C-456D-BBF8-8AB141007106}" srcOrd="0" destOrd="0" parTransId="{1126F8EE-7D76-4C7A-A90F-A8ECBAE09C28}" sibTransId="{DB1A6630-3201-417A-BD01-52770CD3117D}"/>
    <dgm:cxn modelId="{57EC6EDA-1523-4DEE-9C1F-F3609888C9E3}" type="presOf" srcId="{E472E978-CE8B-4BB9-9974-93E3969F31E3}" destId="{4CF66220-86B2-41E5-96F2-2413DA5559DA}" srcOrd="0" destOrd="4" presId="urn:microsoft.com/office/officeart/2018/5/layout/CenteredIconLabelDescriptionList"/>
    <dgm:cxn modelId="{A48250EC-0C87-4F26-899C-3DF14762F163}" srcId="{561A0BFB-0B98-4421-990A-C8B0969D766B}" destId="{EC46AE1B-7D8B-4C10-BE0D-885A9158CE8E}" srcOrd="1" destOrd="0" parTransId="{E350A255-68A9-427E-8DF3-0087AD8CB16F}" sibTransId="{2641F582-A312-4B04-B198-98164347E331}"/>
    <dgm:cxn modelId="{C37E70FF-A948-4D2D-BA87-527B7F7B05E4}" type="presOf" srcId="{F4DFF438-CCA7-4F87-8991-4F312E962452}" destId="{4CF66220-86B2-41E5-96F2-2413DA5559DA}" srcOrd="0" destOrd="2" presId="urn:microsoft.com/office/officeart/2018/5/layout/CenteredIconLabelDescriptionList"/>
    <dgm:cxn modelId="{7C21F9FF-C2A2-44B8-8CE9-90EA7B5231E9}" srcId="{561A0BFB-0B98-4421-990A-C8B0969D766B}" destId="{B95290EA-E599-4C8B-B040-386EF0165A35}" srcOrd="3" destOrd="0" parTransId="{23BA4410-EFA9-4045-B5CD-D4B15AD79056}" sibTransId="{D57C5476-4C7C-4375-A640-AACE56DF7E57}"/>
    <dgm:cxn modelId="{4031432B-9F69-4C25-85C1-F495E3A4318B}" type="presParOf" srcId="{9DF98A8A-BEC0-4EDC-A7E5-B98D20B1B21F}" destId="{CD3C5924-61C8-45AB-88FC-E4B538730050}" srcOrd="0" destOrd="0" presId="urn:microsoft.com/office/officeart/2018/5/layout/CenteredIconLabelDescriptionList"/>
    <dgm:cxn modelId="{6BBFAFB7-E36F-4586-BA25-E4190A38FE83}" type="presParOf" srcId="{CD3C5924-61C8-45AB-88FC-E4B538730050}" destId="{29C97461-E446-458D-9CB9-3EB7B77EFCBF}" srcOrd="0" destOrd="0" presId="urn:microsoft.com/office/officeart/2018/5/layout/CenteredIconLabelDescriptionList"/>
    <dgm:cxn modelId="{9112751D-88B5-4CCB-BE52-EA157DF66245}" type="presParOf" srcId="{CD3C5924-61C8-45AB-88FC-E4B538730050}" destId="{76D4B538-84B1-4910-A4D2-2CC7D4BF848C}" srcOrd="1" destOrd="0" presId="urn:microsoft.com/office/officeart/2018/5/layout/CenteredIconLabelDescriptionList"/>
    <dgm:cxn modelId="{9BF40CF6-8113-4A3C-AFA6-1ECDD8909449}" type="presParOf" srcId="{CD3C5924-61C8-45AB-88FC-E4B538730050}" destId="{4CC0330D-76D8-44EE-ACBA-D7146E6C1EC8}" srcOrd="2" destOrd="0" presId="urn:microsoft.com/office/officeart/2018/5/layout/CenteredIconLabelDescriptionList"/>
    <dgm:cxn modelId="{863E2ED6-CDB2-4BFD-AEE1-FF6F7EE72BBD}" type="presParOf" srcId="{CD3C5924-61C8-45AB-88FC-E4B538730050}" destId="{3E579000-08F4-4231-AAFE-CD3E0CD3CE67}" srcOrd="3" destOrd="0" presId="urn:microsoft.com/office/officeart/2018/5/layout/CenteredIconLabelDescriptionList"/>
    <dgm:cxn modelId="{80088DEC-414D-4AE0-9C69-B32CE913F024}" type="presParOf" srcId="{CD3C5924-61C8-45AB-88FC-E4B538730050}" destId="{4CF66220-86B2-41E5-96F2-2413DA5559DA}" srcOrd="4" destOrd="0" presId="urn:microsoft.com/office/officeart/2018/5/layout/CenteredIconLabelDescriptionList"/>
    <dgm:cxn modelId="{7D31D90E-7A84-4ADF-89E8-97A1F9D4AF52}" type="presParOf" srcId="{9DF98A8A-BEC0-4EDC-A7E5-B98D20B1B21F}" destId="{69236A5C-4FBB-4972-977B-7195001628C0}" srcOrd="1" destOrd="0" presId="urn:microsoft.com/office/officeart/2018/5/layout/CenteredIconLabelDescriptionList"/>
    <dgm:cxn modelId="{5275C2F4-3993-4303-BD82-547C4D258491}" type="presParOf" srcId="{9DF98A8A-BEC0-4EDC-A7E5-B98D20B1B21F}" destId="{9245292D-11D7-459D-BCDA-0D4E3A51FA4E}" srcOrd="2" destOrd="0" presId="urn:microsoft.com/office/officeart/2018/5/layout/CenteredIconLabelDescriptionList"/>
    <dgm:cxn modelId="{C79A9A1D-1CA2-48C0-94A2-215B6F204815}" type="presParOf" srcId="{9245292D-11D7-459D-BCDA-0D4E3A51FA4E}" destId="{1F80D8A4-084E-4D56-B368-11CEE8187CA8}" srcOrd="0" destOrd="0" presId="urn:microsoft.com/office/officeart/2018/5/layout/CenteredIconLabelDescriptionList"/>
    <dgm:cxn modelId="{D3D82E78-F9DB-43B3-9C16-AE84601D2261}" type="presParOf" srcId="{9245292D-11D7-459D-BCDA-0D4E3A51FA4E}" destId="{7C2B7C29-A4B3-4725-BEAB-89DA905E8A76}" srcOrd="1" destOrd="0" presId="urn:microsoft.com/office/officeart/2018/5/layout/CenteredIconLabelDescriptionList"/>
    <dgm:cxn modelId="{E543BBE7-D616-4F54-8704-FD1D3E9956A9}" type="presParOf" srcId="{9245292D-11D7-459D-BCDA-0D4E3A51FA4E}" destId="{20AB3CC8-2C61-4D5C-B49A-C910D228ED83}" srcOrd="2" destOrd="0" presId="urn:microsoft.com/office/officeart/2018/5/layout/CenteredIconLabelDescriptionList"/>
    <dgm:cxn modelId="{D8EFA5F4-17A7-4E59-864B-161F00D1FFD5}" type="presParOf" srcId="{9245292D-11D7-459D-BCDA-0D4E3A51FA4E}" destId="{13243513-65A4-4D03-846A-C52AA9BE17DB}" srcOrd="3" destOrd="0" presId="urn:microsoft.com/office/officeart/2018/5/layout/CenteredIconLabelDescriptionList"/>
    <dgm:cxn modelId="{8191D1DF-083B-4F1E-8962-75C9B0117E87}" type="presParOf" srcId="{9245292D-11D7-459D-BCDA-0D4E3A51FA4E}" destId="{560FE622-2B21-424C-A0C9-9843F594A1FE}" srcOrd="4" destOrd="0" presId="urn:microsoft.com/office/officeart/2018/5/layout/CenteredIconLabelDescriptionList"/>
    <dgm:cxn modelId="{DBF64CC0-FE03-421A-B1F5-0D56C6EAC3EC}" type="presParOf" srcId="{9DF98A8A-BEC0-4EDC-A7E5-B98D20B1B21F}" destId="{25C2D47E-7801-40CF-87E8-59D19EED9EB3}" srcOrd="3" destOrd="0" presId="urn:microsoft.com/office/officeart/2018/5/layout/CenteredIconLabelDescriptionList"/>
    <dgm:cxn modelId="{8C24DF01-A71A-48F1-ADB1-53779423B590}" type="presParOf" srcId="{9DF98A8A-BEC0-4EDC-A7E5-B98D20B1B21F}" destId="{9B6CA331-120F-4356-8646-A4C8261BA90A}" srcOrd="4" destOrd="0" presId="urn:microsoft.com/office/officeart/2018/5/layout/CenteredIconLabelDescriptionList"/>
    <dgm:cxn modelId="{34922D99-B9AD-4F40-AE17-63C5E1F6BC83}" type="presParOf" srcId="{9B6CA331-120F-4356-8646-A4C8261BA90A}" destId="{81E71536-A6F2-467A-8B38-0F083E838D3A}" srcOrd="0" destOrd="0" presId="urn:microsoft.com/office/officeart/2018/5/layout/CenteredIconLabelDescriptionList"/>
    <dgm:cxn modelId="{F40AE0B1-2B93-4764-B4E3-B06D0E1A016F}" type="presParOf" srcId="{9B6CA331-120F-4356-8646-A4C8261BA90A}" destId="{1E06A86F-9612-4959-A169-612A622522D6}" srcOrd="1" destOrd="0" presId="urn:microsoft.com/office/officeart/2018/5/layout/CenteredIconLabelDescriptionList"/>
    <dgm:cxn modelId="{C22AE200-ACC9-44E2-ADD6-0C9C2A35C270}" type="presParOf" srcId="{9B6CA331-120F-4356-8646-A4C8261BA90A}" destId="{BC3EFD36-81DE-421B-92B6-B732F93FE3DD}" srcOrd="2" destOrd="0" presId="urn:microsoft.com/office/officeart/2018/5/layout/CenteredIconLabelDescriptionList"/>
    <dgm:cxn modelId="{ED22D201-33BD-4B8F-83DB-5E240D51E71F}" type="presParOf" srcId="{9B6CA331-120F-4356-8646-A4C8261BA90A}" destId="{928444B0-1F09-4636-8E1E-F03864C0B56C}" srcOrd="3" destOrd="0" presId="urn:microsoft.com/office/officeart/2018/5/layout/CenteredIconLabelDescriptionList"/>
    <dgm:cxn modelId="{A2EB7280-9540-481A-A7B5-B89573C25EDF}" type="presParOf" srcId="{9B6CA331-120F-4356-8646-A4C8261BA90A}" destId="{37672B92-9B10-4A21-A5FF-CBF817B8C0D9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B0FD796-E14C-4E84-A8E7-3D5162023B0F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D8F8662-2914-49AF-8EC2-6A815A9BE4BB}">
      <dgm:prSet/>
      <dgm:spPr/>
      <dgm:t>
        <a:bodyPr/>
        <a:lstStyle/>
        <a:p>
          <a:r>
            <a:rPr lang="en-US"/>
            <a:t>Intuitive</a:t>
          </a:r>
        </a:p>
      </dgm:t>
    </dgm:pt>
    <dgm:pt modelId="{208DE4F9-6A7B-4426-850F-447B9C6D564B}" type="parTrans" cxnId="{1E00F1B1-81DA-4AF5-B331-436A5EC411B0}">
      <dgm:prSet/>
      <dgm:spPr/>
      <dgm:t>
        <a:bodyPr/>
        <a:lstStyle/>
        <a:p>
          <a:endParaRPr lang="en-US"/>
        </a:p>
      </dgm:t>
    </dgm:pt>
    <dgm:pt modelId="{0CFFA5DD-0B1E-4765-B902-4DA0EB0AC7C3}" type="sibTrans" cxnId="{1E00F1B1-81DA-4AF5-B331-436A5EC411B0}">
      <dgm:prSet/>
      <dgm:spPr/>
      <dgm:t>
        <a:bodyPr/>
        <a:lstStyle/>
        <a:p>
          <a:endParaRPr lang="en-US"/>
        </a:p>
      </dgm:t>
    </dgm:pt>
    <dgm:pt modelId="{DB96C025-BF58-428B-9ABE-C125052FF117}">
      <dgm:prSet/>
      <dgm:spPr/>
      <dgm:t>
        <a:bodyPr/>
        <a:lstStyle/>
        <a:p>
          <a:r>
            <a:rPr lang="en-US"/>
            <a:t>Easier to learn</a:t>
          </a:r>
        </a:p>
      </dgm:t>
    </dgm:pt>
    <dgm:pt modelId="{DB150579-E5EB-40F7-8754-408D527C9EF5}" type="parTrans" cxnId="{47FF8556-F0DF-4E6F-BBD3-87FD1E9E1E5E}">
      <dgm:prSet/>
      <dgm:spPr/>
      <dgm:t>
        <a:bodyPr/>
        <a:lstStyle/>
        <a:p>
          <a:endParaRPr lang="en-US"/>
        </a:p>
      </dgm:t>
    </dgm:pt>
    <dgm:pt modelId="{68BAEBE8-CA1B-40F3-8191-8D7C0C073242}" type="sibTrans" cxnId="{47FF8556-F0DF-4E6F-BBD3-87FD1E9E1E5E}">
      <dgm:prSet/>
      <dgm:spPr/>
      <dgm:t>
        <a:bodyPr/>
        <a:lstStyle/>
        <a:p>
          <a:endParaRPr lang="en-US"/>
        </a:p>
      </dgm:t>
    </dgm:pt>
    <dgm:pt modelId="{F4769526-9D85-41C9-B65B-CF8703ED382C}">
      <dgm:prSet/>
      <dgm:spPr/>
      <dgm:t>
        <a:bodyPr/>
        <a:lstStyle/>
        <a:p>
          <a:r>
            <a:rPr lang="en-US"/>
            <a:t>Visual feedback makes it easy to understand</a:t>
          </a:r>
        </a:p>
      </dgm:t>
    </dgm:pt>
    <dgm:pt modelId="{62DDBE33-90A8-464C-A784-F5E557BADBF4}" type="parTrans" cxnId="{7FF82BA5-3ACC-410D-8767-C6EEA4754F45}">
      <dgm:prSet/>
      <dgm:spPr/>
      <dgm:t>
        <a:bodyPr/>
        <a:lstStyle/>
        <a:p>
          <a:endParaRPr lang="en-US"/>
        </a:p>
      </dgm:t>
    </dgm:pt>
    <dgm:pt modelId="{C84F0490-D995-4DE1-83F5-2759BE3CD906}" type="sibTrans" cxnId="{7FF82BA5-3ACC-410D-8767-C6EEA4754F45}">
      <dgm:prSet/>
      <dgm:spPr/>
      <dgm:t>
        <a:bodyPr/>
        <a:lstStyle/>
        <a:p>
          <a:endParaRPr lang="en-US"/>
        </a:p>
      </dgm:t>
    </dgm:pt>
    <dgm:pt modelId="{AD26A8F5-59C0-4200-84BD-7C2827026048}" type="pres">
      <dgm:prSet presAssocID="{2B0FD796-E14C-4E84-A8E7-3D5162023B0F}" presName="linear" presStyleCnt="0">
        <dgm:presLayoutVars>
          <dgm:animLvl val="lvl"/>
          <dgm:resizeHandles val="exact"/>
        </dgm:presLayoutVars>
      </dgm:prSet>
      <dgm:spPr/>
    </dgm:pt>
    <dgm:pt modelId="{A199F2AC-BCB6-4714-AE7D-C97F9FF18D6E}" type="pres">
      <dgm:prSet presAssocID="{FD8F8662-2914-49AF-8EC2-6A815A9BE4BB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D1E5606-B233-472A-966F-A35EAA3CD306}" type="pres">
      <dgm:prSet presAssocID="{0CFFA5DD-0B1E-4765-B902-4DA0EB0AC7C3}" presName="spacer" presStyleCnt="0"/>
      <dgm:spPr/>
    </dgm:pt>
    <dgm:pt modelId="{819CA348-AF2A-40EA-9AD4-0CD69B6C988C}" type="pres">
      <dgm:prSet presAssocID="{DB96C025-BF58-428B-9ABE-C125052FF11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3BDD93A-B050-47B3-8FD0-D3872FD772D8}" type="pres">
      <dgm:prSet presAssocID="{68BAEBE8-CA1B-40F3-8191-8D7C0C073242}" presName="spacer" presStyleCnt="0"/>
      <dgm:spPr/>
    </dgm:pt>
    <dgm:pt modelId="{45023FFB-1026-4E01-B5F8-003B70191877}" type="pres">
      <dgm:prSet presAssocID="{F4769526-9D85-41C9-B65B-CF8703ED382C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47FF8556-F0DF-4E6F-BBD3-87FD1E9E1E5E}" srcId="{2B0FD796-E14C-4E84-A8E7-3D5162023B0F}" destId="{DB96C025-BF58-428B-9ABE-C125052FF117}" srcOrd="1" destOrd="0" parTransId="{DB150579-E5EB-40F7-8754-408D527C9EF5}" sibTransId="{68BAEBE8-CA1B-40F3-8191-8D7C0C073242}"/>
    <dgm:cxn modelId="{7FF82BA5-3ACC-410D-8767-C6EEA4754F45}" srcId="{2B0FD796-E14C-4E84-A8E7-3D5162023B0F}" destId="{F4769526-9D85-41C9-B65B-CF8703ED382C}" srcOrd="2" destOrd="0" parTransId="{62DDBE33-90A8-464C-A784-F5E557BADBF4}" sibTransId="{C84F0490-D995-4DE1-83F5-2759BE3CD906}"/>
    <dgm:cxn modelId="{71C831A6-375F-4586-8B23-8882FCD908C2}" type="presOf" srcId="{DB96C025-BF58-428B-9ABE-C125052FF117}" destId="{819CA348-AF2A-40EA-9AD4-0CD69B6C988C}" srcOrd="0" destOrd="0" presId="urn:microsoft.com/office/officeart/2005/8/layout/vList2"/>
    <dgm:cxn modelId="{1E00F1B1-81DA-4AF5-B331-436A5EC411B0}" srcId="{2B0FD796-E14C-4E84-A8E7-3D5162023B0F}" destId="{FD8F8662-2914-49AF-8EC2-6A815A9BE4BB}" srcOrd="0" destOrd="0" parTransId="{208DE4F9-6A7B-4426-850F-447B9C6D564B}" sibTransId="{0CFFA5DD-0B1E-4765-B902-4DA0EB0AC7C3}"/>
    <dgm:cxn modelId="{F8EB33D0-72E6-4CF8-A94C-4BCEA14EEF5B}" type="presOf" srcId="{F4769526-9D85-41C9-B65B-CF8703ED382C}" destId="{45023FFB-1026-4E01-B5F8-003B70191877}" srcOrd="0" destOrd="0" presId="urn:microsoft.com/office/officeart/2005/8/layout/vList2"/>
    <dgm:cxn modelId="{55EBA2EB-3F4A-4E8B-895D-9C1AFA50A910}" type="presOf" srcId="{FD8F8662-2914-49AF-8EC2-6A815A9BE4BB}" destId="{A199F2AC-BCB6-4714-AE7D-C97F9FF18D6E}" srcOrd="0" destOrd="0" presId="urn:microsoft.com/office/officeart/2005/8/layout/vList2"/>
    <dgm:cxn modelId="{5D88CFFD-F75F-4170-8C97-8F2AD0A79BC2}" type="presOf" srcId="{2B0FD796-E14C-4E84-A8E7-3D5162023B0F}" destId="{AD26A8F5-59C0-4200-84BD-7C2827026048}" srcOrd="0" destOrd="0" presId="urn:microsoft.com/office/officeart/2005/8/layout/vList2"/>
    <dgm:cxn modelId="{B1145DED-D2B2-463A-9B04-08706C679A3A}" type="presParOf" srcId="{AD26A8F5-59C0-4200-84BD-7C2827026048}" destId="{A199F2AC-BCB6-4714-AE7D-C97F9FF18D6E}" srcOrd="0" destOrd="0" presId="urn:microsoft.com/office/officeart/2005/8/layout/vList2"/>
    <dgm:cxn modelId="{09552B34-79C7-4FF8-A9F7-E61B0FA8A857}" type="presParOf" srcId="{AD26A8F5-59C0-4200-84BD-7C2827026048}" destId="{CD1E5606-B233-472A-966F-A35EAA3CD306}" srcOrd="1" destOrd="0" presId="urn:microsoft.com/office/officeart/2005/8/layout/vList2"/>
    <dgm:cxn modelId="{6E5B0D28-02EF-45CB-B2CF-D6D0D4ABBB4E}" type="presParOf" srcId="{AD26A8F5-59C0-4200-84BD-7C2827026048}" destId="{819CA348-AF2A-40EA-9AD4-0CD69B6C988C}" srcOrd="2" destOrd="0" presId="urn:microsoft.com/office/officeart/2005/8/layout/vList2"/>
    <dgm:cxn modelId="{642A5223-A53C-434B-903B-3287274AB251}" type="presParOf" srcId="{AD26A8F5-59C0-4200-84BD-7C2827026048}" destId="{E3BDD93A-B050-47B3-8FD0-D3872FD772D8}" srcOrd="3" destOrd="0" presId="urn:microsoft.com/office/officeart/2005/8/layout/vList2"/>
    <dgm:cxn modelId="{38BF4550-5BD5-4117-9EB3-63703E50ABDD}" type="presParOf" srcId="{AD26A8F5-59C0-4200-84BD-7C2827026048}" destId="{45023FFB-1026-4E01-B5F8-003B70191877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23FE475-4C4F-495D-B99E-BF6C873E9ED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27240A6-2D01-44DC-895D-61238F6983B4}">
      <dgm:prSet/>
      <dgm:spPr/>
      <dgm:t>
        <a:bodyPr/>
        <a:lstStyle/>
        <a:p>
          <a:r>
            <a:rPr lang="en-US"/>
            <a:t>Less efficient</a:t>
          </a:r>
        </a:p>
      </dgm:t>
    </dgm:pt>
    <dgm:pt modelId="{E37839A4-229D-41E4-9DA0-40991E048091}" type="parTrans" cxnId="{7390651D-3CC2-4BF6-B4E2-46F5CB9492C2}">
      <dgm:prSet/>
      <dgm:spPr/>
      <dgm:t>
        <a:bodyPr/>
        <a:lstStyle/>
        <a:p>
          <a:endParaRPr lang="en-US"/>
        </a:p>
      </dgm:t>
    </dgm:pt>
    <dgm:pt modelId="{F6CB0765-424C-4742-A413-9F3D0CD4E64B}" type="sibTrans" cxnId="{7390651D-3CC2-4BF6-B4E2-46F5CB9492C2}">
      <dgm:prSet/>
      <dgm:spPr/>
      <dgm:t>
        <a:bodyPr/>
        <a:lstStyle/>
        <a:p>
          <a:endParaRPr lang="en-US"/>
        </a:p>
      </dgm:t>
    </dgm:pt>
    <dgm:pt modelId="{B4B38D69-1F11-40E6-AB2C-5990CB0834DB}">
      <dgm:prSet/>
      <dgm:spPr/>
      <dgm:t>
        <a:bodyPr/>
        <a:lstStyle/>
        <a:p>
          <a:r>
            <a:rPr lang="en-US"/>
            <a:t>Consumes MORE resources</a:t>
          </a:r>
        </a:p>
      </dgm:t>
    </dgm:pt>
    <dgm:pt modelId="{43070437-1CD2-4EBC-A0E9-24082AE9A691}" type="parTrans" cxnId="{B5AC17F0-0B47-4BC7-8AE3-19F2A3AF762C}">
      <dgm:prSet/>
      <dgm:spPr/>
      <dgm:t>
        <a:bodyPr/>
        <a:lstStyle/>
        <a:p>
          <a:endParaRPr lang="en-US"/>
        </a:p>
      </dgm:t>
    </dgm:pt>
    <dgm:pt modelId="{9876FE6B-7586-4A23-A9DB-E96046C14EC5}" type="sibTrans" cxnId="{B5AC17F0-0B47-4BC7-8AE3-19F2A3AF762C}">
      <dgm:prSet/>
      <dgm:spPr/>
      <dgm:t>
        <a:bodyPr/>
        <a:lstStyle/>
        <a:p>
          <a:endParaRPr lang="en-US"/>
        </a:p>
      </dgm:t>
    </dgm:pt>
    <dgm:pt modelId="{3CD96398-B286-4D3C-B43D-21B4AAEF6414}">
      <dgm:prSet/>
      <dgm:spPr/>
      <dgm:t>
        <a:bodyPr/>
        <a:lstStyle/>
        <a:p>
          <a:r>
            <a:rPr lang="en-US"/>
            <a:t>Not always available on server OS</a:t>
          </a:r>
        </a:p>
      </dgm:t>
    </dgm:pt>
    <dgm:pt modelId="{B5BF71C9-AB47-4247-BE9D-14328E9C1F26}" type="parTrans" cxnId="{E8E9D3E2-479E-4122-9BFF-14BFC1490DD0}">
      <dgm:prSet/>
      <dgm:spPr/>
      <dgm:t>
        <a:bodyPr/>
        <a:lstStyle/>
        <a:p>
          <a:endParaRPr lang="en-US"/>
        </a:p>
      </dgm:t>
    </dgm:pt>
    <dgm:pt modelId="{1A36B16B-AC03-4F22-8DEE-42C57A0674AB}" type="sibTrans" cxnId="{E8E9D3E2-479E-4122-9BFF-14BFC1490DD0}">
      <dgm:prSet/>
      <dgm:spPr/>
      <dgm:t>
        <a:bodyPr/>
        <a:lstStyle/>
        <a:p>
          <a:endParaRPr lang="en-US"/>
        </a:p>
      </dgm:t>
    </dgm:pt>
    <dgm:pt modelId="{1C9F84BB-8FF5-4DA4-8A83-69F952B8C183}" type="pres">
      <dgm:prSet presAssocID="{923FE475-4C4F-495D-B99E-BF6C873E9ED4}" presName="root" presStyleCnt="0">
        <dgm:presLayoutVars>
          <dgm:dir/>
          <dgm:resizeHandles val="exact"/>
        </dgm:presLayoutVars>
      </dgm:prSet>
      <dgm:spPr/>
    </dgm:pt>
    <dgm:pt modelId="{EB3E5DF8-84D1-4641-9AAA-A7DEDF2441B9}" type="pres">
      <dgm:prSet presAssocID="{627240A6-2D01-44DC-895D-61238F6983B4}" presName="compNode" presStyleCnt="0"/>
      <dgm:spPr/>
    </dgm:pt>
    <dgm:pt modelId="{A5CC9AA1-FA94-4164-A219-19522CFBDCBB}" type="pres">
      <dgm:prSet presAssocID="{627240A6-2D01-44DC-895D-61238F6983B4}" presName="bgRect" presStyleLbl="bgShp" presStyleIdx="0" presStyleCnt="3"/>
      <dgm:spPr/>
    </dgm:pt>
    <dgm:pt modelId="{8E335B1F-9B27-4B1C-B70D-49704A65A283}" type="pres">
      <dgm:prSet presAssocID="{627240A6-2D01-44DC-895D-61238F6983B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C8E9C9B2-CA68-4932-AB19-765581BFCFA9}" type="pres">
      <dgm:prSet presAssocID="{627240A6-2D01-44DC-895D-61238F6983B4}" presName="spaceRect" presStyleCnt="0"/>
      <dgm:spPr/>
    </dgm:pt>
    <dgm:pt modelId="{1366881B-1437-4243-926D-DF9174AB091A}" type="pres">
      <dgm:prSet presAssocID="{627240A6-2D01-44DC-895D-61238F6983B4}" presName="parTx" presStyleLbl="revTx" presStyleIdx="0" presStyleCnt="3">
        <dgm:presLayoutVars>
          <dgm:chMax val="0"/>
          <dgm:chPref val="0"/>
        </dgm:presLayoutVars>
      </dgm:prSet>
      <dgm:spPr/>
    </dgm:pt>
    <dgm:pt modelId="{93502C7E-2B88-47F4-A293-DA4A357CCEEF}" type="pres">
      <dgm:prSet presAssocID="{F6CB0765-424C-4742-A413-9F3D0CD4E64B}" presName="sibTrans" presStyleCnt="0"/>
      <dgm:spPr/>
    </dgm:pt>
    <dgm:pt modelId="{B2E6AFBC-A888-4218-9BBC-D6964AA178D3}" type="pres">
      <dgm:prSet presAssocID="{B4B38D69-1F11-40E6-AB2C-5990CB0834DB}" presName="compNode" presStyleCnt="0"/>
      <dgm:spPr/>
    </dgm:pt>
    <dgm:pt modelId="{BC2A44FF-A82D-4F4D-BE05-85E58DE0ED7A}" type="pres">
      <dgm:prSet presAssocID="{B4B38D69-1F11-40E6-AB2C-5990CB0834DB}" presName="bgRect" presStyleLbl="bgShp" presStyleIdx="1" presStyleCnt="3"/>
      <dgm:spPr/>
    </dgm:pt>
    <dgm:pt modelId="{5E6EC6D2-5DFC-45F6-BDCA-767097B6292C}" type="pres">
      <dgm:prSet presAssocID="{B4B38D69-1F11-40E6-AB2C-5990CB0834D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newableEnergy"/>
        </a:ext>
      </dgm:extLst>
    </dgm:pt>
    <dgm:pt modelId="{5D3BFEBC-FF0E-4C86-946A-A03209779C89}" type="pres">
      <dgm:prSet presAssocID="{B4B38D69-1F11-40E6-AB2C-5990CB0834DB}" presName="spaceRect" presStyleCnt="0"/>
      <dgm:spPr/>
    </dgm:pt>
    <dgm:pt modelId="{DC78BFB3-C267-4512-B247-4788B8885641}" type="pres">
      <dgm:prSet presAssocID="{B4B38D69-1F11-40E6-AB2C-5990CB0834DB}" presName="parTx" presStyleLbl="revTx" presStyleIdx="1" presStyleCnt="3">
        <dgm:presLayoutVars>
          <dgm:chMax val="0"/>
          <dgm:chPref val="0"/>
        </dgm:presLayoutVars>
      </dgm:prSet>
      <dgm:spPr/>
    </dgm:pt>
    <dgm:pt modelId="{D65C2B8D-63BA-469A-BF67-7148109E43B3}" type="pres">
      <dgm:prSet presAssocID="{9876FE6B-7586-4A23-A9DB-E96046C14EC5}" presName="sibTrans" presStyleCnt="0"/>
      <dgm:spPr/>
    </dgm:pt>
    <dgm:pt modelId="{85307F69-1B63-4A03-BEB2-60CBAAE59C7E}" type="pres">
      <dgm:prSet presAssocID="{3CD96398-B286-4D3C-B43D-21B4AAEF6414}" presName="compNode" presStyleCnt="0"/>
      <dgm:spPr/>
    </dgm:pt>
    <dgm:pt modelId="{7E5D25AB-B796-41E7-A0E8-0F0032875183}" type="pres">
      <dgm:prSet presAssocID="{3CD96398-B286-4D3C-B43D-21B4AAEF6414}" presName="bgRect" presStyleLbl="bgShp" presStyleIdx="2" presStyleCnt="3"/>
      <dgm:spPr/>
    </dgm:pt>
    <dgm:pt modelId="{E33665E5-7967-4B7D-A74B-B61893E43AA8}" type="pres">
      <dgm:prSet presAssocID="{3CD96398-B286-4D3C-B43D-21B4AAEF641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52657BB4-D210-4672-923B-F518F80F399A}" type="pres">
      <dgm:prSet presAssocID="{3CD96398-B286-4D3C-B43D-21B4AAEF6414}" presName="spaceRect" presStyleCnt="0"/>
      <dgm:spPr/>
    </dgm:pt>
    <dgm:pt modelId="{5945AD47-BBF9-4E49-A85E-4BD04E0D9B14}" type="pres">
      <dgm:prSet presAssocID="{3CD96398-B286-4D3C-B43D-21B4AAEF6414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7390651D-3CC2-4BF6-B4E2-46F5CB9492C2}" srcId="{923FE475-4C4F-495D-B99E-BF6C873E9ED4}" destId="{627240A6-2D01-44DC-895D-61238F6983B4}" srcOrd="0" destOrd="0" parTransId="{E37839A4-229D-41E4-9DA0-40991E048091}" sibTransId="{F6CB0765-424C-4742-A413-9F3D0CD4E64B}"/>
    <dgm:cxn modelId="{3EEDB981-57F3-4610-ADD9-3F899F05F043}" type="presOf" srcId="{627240A6-2D01-44DC-895D-61238F6983B4}" destId="{1366881B-1437-4243-926D-DF9174AB091A}" srcOrd="0" destOrd="0" presId="urn:microsoft.com/office/officeart/2018/2/layout/IconVerticalSolidList"/>
    <dgm:cxn modelId="{7A63AA8F-D15B-440B-97AB-DE126BE2EC16}" type="presOf" srcId="{923FE475-4C4F-495D-B99E-BF6C873E9ED4}" destId="{1C9F84BB-8FF5-4DA4-8A83-69F952B8C183}" srcOrd="0" destOrd="0" presId="urn:microsoft.com/office/officeart/2018/2/layout/IconVerticalSolidList"/>
    <dgm:cxn modelId="{1A69A6BF-C5C9-4539-BEBD-DC258DBE849F}" type="presOf" srcId="{3CD96398-B286-4D3C-B43D-21B4AAEF6414}" destId="{5945AD47-BBF9-4E49-A85E-4BD04E0D9B14}" srcOrd="0" destOrd="0" presId="urn:microsoft.com/office/officeart/2018/2/layout/IconVerticalSolidList"/>
    <dgm:cxn modelId="{E8E9D3E2-479E-4122-9BFF-14BFC1490DD0}" srcId="{923FE475-4C4F-495D-B99E-BF6C873E9ED4}" destId="{3CD96398-B286-4D3C-B43D-21B4AAEF6414}" srcOrd="2" destOrd="0" parTransId="{B5BF71C9-AB47-4247-BE9D-14328E9C1F26}" sibTransId="{1A36B16B-AC03-4F22-8DEE-42C57A0674AB}"/>
    <dgm:cxn modelId="{B5AC17F0-0B47-4BC7-8AE3-19F2A3AF762C}" srcId="{923FE475-4C4F-495D-B99E-BF6C873E9ED4}" destId="{B4B38D69-1F11-40E6-AB2C-5990CB0834DB}" srcOrd="1" destOrd="0" parTransId="{43070437-1CD2-4EBC-A0E9-24082AE9A691}" sibTransId="{9876FE6B-7586-4A23-A9DB-E96046C14EC5}"/>
    <dgm:cxn modelId="{7D47D8F9-6467-4ADB-8AD4-E0D26C96002F}" type="presOf" srcId="{B4B38D69-1F11-40E6-AB2C-5990CB0834DB}" destId="{DC78BFB3-C267-4512-B247-4788B8885641}" srcOrd="0" destOrd="0" presId="urn:microsoft.com/office/officeart/2018/2/layout/IconVerticalSolidList"/>
    <dgm:cxn modelId="{61307BC6-2743-4027-B167-96928DA9B4BE}" type="presParOf" srcId="{1C9F84BB-8FF5-4DA4-8A83-69F952B8C183}" destId="{EB3E5DF8-84D1-4641-9AAA-A7DEDF2441B9}" srcOrd="0" destOrd="0" presId="urn:microsoft.com/office/officeart/2018/2/layout/IconVerticalSolidList"/>
    <dgm:cxn modelId="{F8C66AD9-3DA2-415C-BE7D-3AED67B24C6B}" type="presParOf" srcId="{EB3E5DF8-84D1-4641-9AAA-A7DEDF2441B9}" destId="{A5CC9AA1-FA94-4164-A219-19522CFBDCBB}" srcOrd="0" destOrd="0" presId="urn:microsoft.com/office/officeart/2018/2/layout/IconVerticalSolidList"/>
    <dgm:cxn modelId="{BF51DFAC-D4DF-4DC1-9A65-92BB61EA9A67}" type="presParOf" srcId="{EB3E5DF8-84D1-4641-9AAA-A7DEDF2441B9}" destId="{8E335B1F-9B27-4B1C-B70D-49704A65A283}" srcOrd="1" destOrd="0" presId="urn:microsoft.com/office/officeart/2018/2/layout/IconVerticalSolidList"/>
    <dgm:cxn modelId="{36588B38-46A8-4079-92C1-A44611B4859A}" type="presParOf" srcId="{EB3E5DF8-84D1-4641-9AAA-A7DEDF2441B9}" destId="{C8E9C9B2-CA68-4932-AB19-765581BFCFA9}" srcOrd="2" destOrd="0" presId="urn:microsoft.com/office/officeart/2018/2/layout/IconVerticalSolidList"/>
    <dgm:cxn modelId="{C3D28282-48E0-4C52-B086-5A996BE0D911}" type="presParOf" srcId="{EB3E5DF8-84D1-4641-9AAA-A7DEDF2441B9}" destId="{1366881B-1437-4243-926D-DF9174AB091A}" srcOrd="3" destOrd="0" presId="urn:microsoft.com/office/officeart/2018/2/layout/IconVerticalSolidList"/>
    <dgm:cxn modelId="{AAC79640-702B-4816-9FDF-3E5F1680E25B}" type="presParOf" srcId="{1C9F84BB-8FF5-4DA4-8A83-69F952B8C183}" destId="{93502C7E-2B88-47F4-A293-DA4A357CCEEF}" srcOrd="1" destOrd="0" presId="urn:microsoft.com/office/officeart/2018/2/layout/IconVerticalSolidList"/>
    <dgm:cxn modelId="{BD3FD7F3-90FF-47C8-B55D-9B487BCE9E42}" type="presParOf" srcId="{1C9F84BB-8FF5-4DA4-8A83-69F952B8C183}" destId="{B2E6AFBC-A888-4218-9BBC-D6964AA178D3}" srcOrd="2" destOrd="0" presId="urn:microsoft.com/office/officeart/2018/2/layout/IconVerticalSolidList"/>
    <dgm:cxn modelId="{707C9F94-64F6-4614-80FE-7BD892A800B5}" type="presParOf" srcId="{B2E6AFBC-A888-4218-9BBC-D6964AA178D3}" destId="{BC2A44FF-A82D-4F4D-BE05-85E58DE0ED7A}" srcOrd="0" destOrd="0" presId="urn:microsoft.com/office/officeart/2018/2/layout/IconVerticalSolidList"/>
    <dgm:cxn modelId="{167BCE95-F204-4D3B-A987-3459E421D04C}" type="presParOf" srcId="{B2E6AFBC-A888-4218-9BBC-D6964AA178D3}" destId="{5E6EC6D2-5DFC-45F6-BDCA-767097B6292C}" srcOrd="1" destOrd="0" presId="urn:microsoft.com/office/officeart/2018/2/layout/IconVerticalSolidList"/>
    <dgm:cxn modelId="{22255AD5-56BC-4164-88DC-4CB22294287D}" type="presParOf" srcId="{B2E6AFBC-A888-4218-9BBC-D6964AA178D3}" destId="{5D3BFEBC-FF0E-4C86-946A-A03209779C89}" srcOrd="2" destOrd="0" presId="urn:microsoft.com/office/officeart/2018/2/layout/IconVerticalSolidList"/>
    <dgm:cxn modelId="{35035127-60DD-4F59-AEA6-E72656EC6051}" type="presParOf" srcId="{B2E6AFBC-A888-4218-9BBC-D6964AA178D3}" destId="{DC78BFB3-C267-4512-B247-4788B8885641}" srcOrd="3" destOrd="0" presId="urn:microsoft.com/office/officeart/2018/2/layout/IconVerticalSolidList"/>
    <dgm:cxn modelId="{9F55677C-AC55-48AC-BC0F-225AC2FD3E39}" type="presParOf" srcId="{1C9F84BB-8FF5-4DA4-8A83-69F952B8C183}" destId="{D65C2B8D-63BA-469A-BF67-7148109E43B3}" srcOrd="3" destOrd="0" presId="urn:microsoft.com/office/officeart/2018/2/layout/IconVerticalSolidList"/>
    <dgm:cxn modelId="{3F34010A-33D8-4049-B059-853F84944F55}" type="presParOf" srcId="{1C9F84BB-8FF5-4DA4-8A83-69F952B8C183}" destId="{85307F69-1B63-4A03-BEB2-60CBAAE59C7E}" srcOrd="4" destOrd="0" presId="urn:microsoft.com/office/officeart/2018/2/layout/IconVerticalSolidList"/>
    <dgm:cxn modelId="{ACA9DF1C-9C47-4B3E-A53D-2749CC97CA29}" type="presParOf" srcId="{85307F69-1B63-4A03-BEB2-60CBAAE59C7E}" destId="{7E5D25AB-B796-41E7-A0E8-0F0032875183}" srcOrd="0" destOrd="0" presId="urn:microsoft.com/office/officeart/2018/2/layout/IconVerticalSolidList"/>
    <dgm:cxn modelId="{E4659CE2-54FF-418C-B9B6-A1C3DCE865AD}" type="presParOf" srcId="{85307F69-1B63-4A03-BEB2-60CBAAE59C7E}" destId="{E33665E5-7967-4B7D-A74B-B61893E43AA8}" srcOrd="1" destOrd="0" presId="urn:microsoft.com/office/officeart/2018/2/layout/IconVerticalSolidList"/>
    <dgm:cxn modelId="{0F24714B-9137-4C00-88D4-5F47DFD3EFA3}" type="presParOf" srcId="{85307F69-1B63-4A03-BEB2-60CBAAE59C7E}" destId="{52657BB4-D210-4672-923B-F518F80F399A}" srcOrd="2" destOrd="0" presId="urn:microsoft.com/office/officeart/2018/2/layout/IconVerticalSolidList"/>
    <dgm:cxn modelId="{54931D22-B076-4875-9041-8CF9C634C5DD}" type="presParOf" srcId="{85307F69-1B63-4A03-BEB2-60CBAAE59C7E}" destId="{5945AD47-BBF9-4E49-A85E-4BD04E0D9B1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515E19E-0C31-45F8-9948-AD5277585705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1626406-94A0-406F-A19C-D812FEEB4553}">
      <dgm:prSet/>
      <dgm:spPr/>
      <dgm:t>
        <a:bodyPr/>
        <a:lstStyle/>
        <a:p>
          <a:pPr>
            <a:defRPr b="1"/>
          </a:pPr>
          <a:r>
            <a:rPr lang="en-US"/>
            <a:t>Windows</a:t>
          </a:r>
        </a:p>
      </dgm:t>
    </dgm:pt>
    <dgm:pt modelId="{6E6BA777-1E8F-4C2E-B1F7-7FE8400328EF}" type="parTrans" cxnId="{9EEBA22A-1518-4AC3-ABE3-C80FB1FA5931}">
      <dgm:prSet/>
      <dgm:spPr/>
      <dgm:t>
        <a:bodyPr/>
        <a:lstStyle/>
        <a:p>
          <a:endParaRPr lang="en-US"/>
        </a:p>
      </dgm:t>
    </dgm:pt>
    <dgm:pt modelId="{BD8B4412-E773-451A-8DD5-D8571C1808E2}" type="sibTrans" cxnId="{9EEBA22A-1518-4AC3-ABE3-C80FB1FA5931}">
      <dgm:prSet/>
      <dgm:spPr/>
      <dgm:t>
        <a:bodyPr/>
        <a:lstStyle/>
        <a:p>
          <a:endParaRPr lang="en-US"/>
        </a:p>
      </dgm:t>
    </dgm:pt>
    <dgm:pt modelId="{5E920138-BF79-44B1-885E-DD60962D68F1}">
      <dgm:prSet/>
      <dgm:spPr/>
      <dgm:t>
        <a:bodyPr/>
        <a:lstStyle/>
        <a:p>
          <a:r>
            <a:rPr lang="en-US"/>
            <a:t>Command Prompt </a:t>
          </a:r>
        </a:p>
      </dgm:t>
    </dgm:pt>
    <dgm:pt modelId="{B2F4AF51-4376-48B4-B4ED-F3740F734E54}" type="parTrans" cxnId="{F5A165D4-97A7-4180-BB3C-70AF914A6054}">
      <dgm:prSet/>
      <dgm:spPr/>
      <dgm:t>
        <a:bodyPr/>
        <a:lstStyle/>
        <a:p>
          <a:endParaRPr lang="en-US"/>
        </a:p>
      </dgm:t>
    </dgm:pt>
    <dgm:pt modelId="{8084CD99-3366-4785-AC34-467B9353B076}" type="sibTrans" cxnId="{F5A165D4-97A7-4180-BB3C-70AF914A6054}">
      <dgm:prSet/>
      <dgm:spPr/>
      <dgm:t>
        <a:bodyPr/>
        <a:lstStyle/>
        <a:p>
          <a:endParaRPr lang="en-US"/>
        </a:p>
      </dgm:t>
    </dgm:pt>
    <dgm:pt modelId="{589BD004-E314-48FA-99F0-65AF3FB0B6D3}">
      <dgm:prSet/>
      <dgm:spPr/>
      <dgm:t>
        <a:bodyPr/>
        <a:lstStyle/>
        <a:p>
          <a:r>
            <a:rPr lang="en-US"/>
            <a:t>PowerShell</a:t>
          </a:r>
        </a:p>
      </dgm:t>
    </dgm:pt>
    <dgm:pt modelId="{D469248F-D642-44A2-835B-B7059FEADA81}" type="parTrans" cxnId="{4333D7C9-71E5-49CF-9C8E-537D5A113449}">
      <dgm:prSet/>
      <dgm:spPr/>
      <dgm:t>
        <a:bodyPr/>
        <a:lstStyle/>
        <a:p>
          <a:endParaRPr lang="en-US"/>
        </a:p>
      </dgm:t>
    </dgm:pt>
    <dgm:pt modelId="{BCE1B270-EAC0-43AB-A030-F0CEDECC33DF}" type="sibTrans" cxnId="{4333D7C9-71E5-49CF-9C8E-537D5A113449}">
      <dgm:prSet/>
      <dgm:spPr/>
      <dgm:t>
        <a:bodyPr/>
        <a:lstStyle/>
        <a:p>
          <a:endParaRPr lang="en-US"/>
        </a:p>
      </dgm:t>
    </dgm:pt>
    <dgm:pt modelId="{1275C997-B225-4559-85C1-8CD0CDC07E84}">
      <dgm:prSet/>
      <dgm:spPr/>
      <dgm:t>
        <a:bodyPr/>
        <a:lstStyle/>
        <a:p>
          <a:pPr>
            <a:defRPr b="1"/>
          </a:pPr>
          <a:r>
            <a:rPr lang="en-US"/>
            <a:t>macOS</a:t>
          </a:r>
        </a:p>
      </dgm:t>
    </dgm:pt>
    <dgm:pt modelId="{468DC327-35C4-4E21-BFF9-2C19CA79A653}" type="parTrans" cxnId="{68DE8067-5FDE-4824-A2DB-2E22F52A2F4B}">
      <dgm:prSet/>
      <dgm:spPr/>
      <dgm:t>
        <a:bodyPr/>
        <a:lstStyle/>
        <a:p>
          <a:endParaRPr lang="en-US"/>
        </a:p>
      </dgm:t>
    </dgm:pt>
    <dgm:pt modelId="{3F76C155-DB4A-4B13-9582-7CF2C0878405}" type="sibTrans" cxnId="{68DE8067-5FDE-4824-A2DB-2E22F52A2F4B}">
      <dgm:prSet/>
      <dgm:spPr/>
      <dgm:t>
        <a:bodyPr/>
        <a:lstStyle/>
        <a:p>
          <a:endParaRPr lang="en-US"/>
        </a:p>
      </dgm:t>
    </dgm:pt>
    <dgm:pt modelId="{2D1E4746-03B4-4916-9B36-861F3942B8B2}">
      <dgm:prSet/>
      <dgm:spPr/>
      <dgm:t>
        <a:bodyPr/>
        <a:lstStyle/>
        <a:p>
          <a:r>
            <a:rPr lang="en-US"/>
            <a:t>Terminal</a:t>
          </a:r>
        </a:p>
      </dgm:t>
    </dgm:pt>
    <dgm:pt modelId="{644C0467-1CD5-4F54-8F45-D7D54EDC9FD9}" type="parTrans" cxnId="{CC7714EF-9F1D-405A-9564-19618320C47A}">
      <dgm:prSet/>
      <dgm:spPr/>
      <dgm:t>
        <a:bodyPr/>
        <a:lstStyle/>
        <a:p>
          <a:endParaRPr lang="en-US"/>
        </a:p>
      </dgm:t>
    </dgm:pt>
    <dgm:pt modelId="{4FA61A0A-FA90-4D2D-8792-108EAEB8CB3B}" type="sibTrans" cxnId="{CC7714EF-9F1D-405A-9564-19618320C47A}">
      <dgm:prSet/>
      <dgm:spPr/>
      <dgm:t>
        <a:bodyPr/>
        <a:lstStyle/>
        <a:p>
          <a:endParaRPr lang="en-US"/>
        </a:p>
      </dgm:t>
    </dgm:pt>
    <dgm:pt modelId="{302AC9AC-D5E1-453F-96C5-E1D573766256}">
      <dgm:prSet/>
      <dgm:spPr/>
      <dgm:t>
        <a:bodyPr/>
        <a:lstStyle/>
        <a:p>
          <a:pPr>
            <a:defRPr b="1"/>
          </a:pPr>
          <a:r>
            <a:rPr lang="en-US"/>
            <a:t>Linux</a:t>
          </a:r>
        </a:p>
      </dgm:t>
    </dgm:pt>
    <dgm:pt modelId="{CB5A69B6-F9D5-4306-89A6-63B03D0839DD}" type="parTrans" cxnId="{2BD6E8AD-A57D-41C4-A84F-837416650774}">
      <dgm:prSet/>
      <dgm:spPr/>
      <dgm:t>
        <a:bodyPr/>
        <a:lstStyle/>
        <a:p>
          <a:endParaRPr lang="en-US"/>
        </a:p>
      </dgm:t>
    </dgm:pt>
    <dgm:pt modelId="{4F98F0E0-3A42-473B-8E79-282AA361BB1E}" type="sibTrans" cxnId="{2BD6E8AD-A57D-41C4-A84F-837416650774}">
      <dgm:prSet/>
      <dgm:spPr/>
      <dgm:t>
        <a:bodyPr/>
        <a:lstStyle/>
        <a:p>
          <a:endParaRPr lang="en-US"/>
        </a:p>
      </dgm:t>
    </dgm:pt>
    <dgm:pt modelId="{41091678-7766-44FB-87F3-5F4E1F712FAC}">
      <dgm:prSet/>
      <dgm:spPr/>
      <dgm:t>
        <a:bodyPr/>
        <a:lstStyle/>
        <a:p>
          <a:r>
            <a:rPr lang="en-US"/>
            <a:t>Terminal</a:t>
          </a:r>
        </a:p>
      </dgm:t>
    </dgm:pt>
    <dgm:pt modelId="{FC2DDD50-A3E8-4373-963A-3DED73337D43}" type="parTrans" cxnId="{6E97523D-A195-4906-964A-6D0FEE958663}">
      <dgm:prSet/>
      <dgm:spPr/>
      <dgm:t>
        <a:bodyPr/>
        <a:lstStyle/>
        <a:p>
          <a:endParaRPr lang="en-US"/>
        </a:p>
      </dgm:t>
    </dgm:pt>
    <dgm:pt modelId="{ECFD3154-E28A-4ADF-85E0-7E52447E468A}" type="sibTrans" cxnId="{6E97523D-A195-4906-964A-6D0FEE958663}">
      <dgm:prSet/>
      <dgm:spPr/>
      <dgm:t>
        <a:bodyPr/>
        <a:lstStyle/>
        <a:p>
          <a:endParaRPr lang="en-US"/>
        </a:p>
      </dgm:t>
    </dgm:pt>
    <dgm:pt modelId="{921D1893-F1A3-417A-AF96-AE68C508FA34}" type="pres">
      <dgm:prSet presAssocID="{6515E19E-0C31-45F8-9948-AD5277585705}" presName="root" presStyleCnt="0">
        <dgm:presLayoutVars>
          <dgm:dir/>
          <dgm:resizeHandles val="exact"/>
        </dgm:presLayoutVars>
      </dgm:prSet>
      <dgm:spPr/>
    </dgm:pt>
    <dgm:pt modelId="{C5FD439D-E9CC-46DD-A246-8387752360C4}" type="pres">
      <dgm:prSet presAssocID="{81626406-94A0-406F-A19C-D812FEEB4553}" presName="compNode" presStyleCnt="0"/>
      <dgm:spPr/>
    </dgm:pt>
    <dgm:pt modelId="{ED5DA132-F7F0-489A-820F-1ED257F4314A}" type="pres">
      <dgm:prSet presAssocID="{81626406-94A0-406F-A19C-D812FEEB455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mand Prompt"/>
        </a:ext>
      </dgm:extLst>
    </dgm:pt>
    <dgm:pt modelId="{3FD6EAF4-0690-4BFE-9C1B-6953A84F808B}" type="pres">
      <dgm:prSet presAssocID="{81626406-94A0-406F-A19C-D812FEEB4553}" presName="iconSpace" presStyleCnt="0"/>
      <dgm:spPr/>
    </dgm:pt>
    <dgm:pt modelId="{E2458175-5111-4007-88C1-E9FDFAC065E1}" type="pres">
      <dgm:prSet presAssocID="{81626406-94A0-406F-A19C-D812FEEB4553}" presName="parTx" presStyleLbl="revTx" presStyleIdx="0" presStyleCnt="6">
        <dgm:presLayoutVars>
          <dgm:chMax val="0"/>
          <dgm:chPref val="0"/>
        </dgm:presLayoutVars>
      </dgm:prSet>
      <dgm:spPr/>
    </dgm:pt>
    <dgm:pt modelId="{EC81F9A0-0846-4C63-ADBF-CF89CFCDBA62}" type="pres">
      <dgm:prSet presAssocID="{81626406-94A0-406F-A19C-D812FEEB4553}" presName="txSpace" presStyleCnt="0"/>
      <dgm:spPr/>
    </dgm:pt>
    <dgm:pt modelId="{21361E6D-B128-4F2E-9374-FD4B6102CF9D}" type="pres">
      <dgm:prSet presAssocID="{81626406-94A0-406F-A19C-D812FEEB4553}" presName="desTx" presStyleLbl="revTx" presStyleIdx="1" presStyleCnt="6">
        <dgm:presLayoutVars/>
      </dgm:prSet>
      <dgm:spPr/>
    </dgm:pt>
    <dgm:pt modelId="{068DB5C9-A717-45E2-874E-37D299186900}" type="pres">
      <dgm:prSet presAssocID="{BD8B4412-E773-451A-8DD5-D8571C1808E2}" presName="sibTrans" presStyleCnt="0"/>
      <dgm:spPr/>
    </dgm:pt>
    <dgm:pt modelId="{8CE951DD-6AA5-4F69-B124-653EDEDBD138}" type="pres">
      <dgm:prSet presAssocID="{1275C997-B225-4559-85C1-8CD0CDC07E84}" presName="compNode" presStyleCnt="0"/>
      <dgm:spPr/>
    </dgm:pt>
    <dgm:pt modelId="{76FF90D1-7955-4262-8F38-35B43BABF6FB}" type="pres">
      <dgm:prSet presAssocID="{1275C997-B225-4559-85C1-8CD0CDC07E8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text Menu"/>
        </a:ext>
      </dgm:extLst>
    </dgm:pt>
    <dgm:pt modelId="{992F2DCC-3B00-4907-BE3F-1BABE8E6D0CC}" type="pres">
      <dgm:prSet presAssocID="{1275C997-B225-4559-85C1-8CD0CDC07E84}" presName="iconSpace" presStyleCnt="0"/>
      <dgm:spPr/>
    </dgm:pt>
    <dgm:pt modelId="{F3D62852-F58D-4319-9324-41704C1ED502}" type="pres">
      <dgm:prSet presAssocID="{1275C997-B225-4559-85C1-8CD0CDC07E84}" presName="parTx" presStyleLbl="revTx" presStyleIdx="2" presStyleCnt="6">
        <dgm:presLayoutVars>
          <dgm:chMax val="0"/>
          <dgm:chPref val="0"/>
        </dgm:presLayoutVars>
      </dgm:prSet>
      <dgm:spPr/>
    </dgm:pt>
    <dgm:pt modelId="{53358BC4-170D-4B2C-AAA1-50884C691E00}" type="pres">
      <dgm:prSet presAssocID="{1275C997-B225-4559-85C1-8CD0CDC07E84}" presName="txSpace" presStyleCnt="0"/>
      <dgm:spPr/>
    </dgm:pt>
    <dgm:pt modelId="{B516B1A1-4CE2-4ED4-A9CD-DF1561C3A305}" type="pres">
      <dgm:prSet presAssocID="{1275C997-B225-4559-85C1-8CD0CDC07E84}" presName="desTx" presStyleLbl="revTx" presStyleIdx="3" presStyleCnt="6">
        <dgm:presLayoutVars/>
      </dgm:prSet>
      <dgm:spPr/>
    </dgm:pt>
    <dgm:pt modelId="{2D5698AF-3DBF-403A-A2E8-B3A6DCBDD002}" type="pres">
      <dgm:prSet presAssocID="{3F76C155-DB4A-4B13-9582-7CF2C0878405}" presName="sibTrans" presStyleCnt="0"/>
      <dgm:spPr/>
    </dgm:pt>
    <dgm:pt modelId="{EB8B9A7A-9C42-463C-B758-DDDD3593F37A}" type="pres">
      <dgm:prSet presAssocID="{302AC9AC-D5E1-453F-96C5-E1D573766256}" presName="compNode" presStyleCnt="0"/>
      <dgm:spPr/>
    </dgm:pt>
    <dgm:pt modelId="{DDD47BEB-870F-446B-BD53-01DB0EC24A94}" type="pres">
      <dgm:prSet presAssocID="{302AC9AC-D5E1-453F-96C5-E1D57376625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vices"/>
        </a:ext>
      </dgm:extLst>
    </dgm:pt>
    <dgm:pt modelId="{A966A778-F093-49E7-9BBA-0CB689EDCF26}" type="pres">
      <dgm:prSet presAssocID="{302AC9AC-D5E1-453F-96C5-E1D573766256}" presName="iconSpace" presStyleCnt="0"/>
      <dgm:spPr/>
    </dgm:pt>
    <dgm:pt modelId="{DDF22680-087A-4EB0-AB1B-04E59D4D13B1}" type="pres">
      <dgm:prSet presAssocID="{302AC9AC-D5E1-453F-96C5-E1D573766256}" presName="parTx" presStyleLbl="revTx" presStyleIdx="4" presStyleCnt="6">
        <dgm:presLayoutVars>
          <dgm:chMax val="0"/>
          <dgm:chPref val="0"/>
        </dgm:presLayoutVars>
      </dgm:prSet>
      <dgm:spPr/>
    </dgm:pt>
    <dgm:pt modelId="{D953A12E-3D12-4BE3-87D1-9C23A6264641}" type="pres">
      <dgm:prSet presAssocID="{302AC9AC-D5E1-453F-96C5-E1D573766256}" presName="txSpace" presStyleCnt="0"/>
      <dgm:spPr/>
    </dgm:pt>
    <dgm:pt modelId="{42BBBE4D-9BBB-4877-A091-FFAEBE4B1B99}" type="pres">
      <dgm:prSet presAssocID="{302AC9AC-D5E1-453F-96C5-E1D573766256}" presName="desTx" presStyleLbl="revTx" presStyleIdx="5" presStyleCnt="6">
        <dgm:presLayoutVars/>
      </dgm:prSet>
      <dgm:spPr/>
    </dgm:pt>
  </dgm:ptLst>
  <dgm:cxnLst>
    <dgm:cxn modelId="{9EEBA22A-1518-4AC3-ABE3-C80FB1FA5931}" srcId="{6515E19E-0C31-45F8-9948-AD5277585705}" destId="{81626406-94A0-406F-A19C-D812FEEB4553}" srcOrd="0" destOrd="0" parTransId="{6E6BA777-1E8F-4C2E-B1F7-7FE8400328EF}" sibTransId="{BD8B4412-E773-451A-8DD5-D8571C1808E2}"/>
    <dgm:cxn modelId="{6E97523D-A195-4906-964A-6D0FEE958663}" srcId="{302AC9AC-D5E1-453F-96C5-E1D573766256}" destId="{41091678-7766-44FB-87F3-5F4E1F712FAC}" srcOrd="0" destOrd="0" parTransId="{FC2DDD50-A3E8-4373-963A-3DED73337D43}" sibTransId="{ECFD3154-E28A-4ADF-85E0-7E52447E468A}"/>
    <dgm:cxn modelId="{1E12225C-7B20-4129-A184-8E4E34016B5C}" type="presOf" srcId="{41091678-7766-44FB-87F3-5F4E1F712FAC}" destId="{42BBBE4D-9BBB-4877-A091-FFAEBE4B1B99}" srcOrd="0" destOrd="0" presId="urn:microsoft.com/office/officeart/2018/5/layout/CenteredIconLabelDescriptionList"/>
    <dgm:cxn modelId="{68DE8067-5FDE-4824-A2DB-2E22F52A2F4B}" srcId="{6515E19E-0C31-45F8-9948-AD5277585705}" destId="{1275C997-B225-4559-85C1-8CD0CDC07E84}" srcOrd="1" destOrd="0" parTransId="{468DC327-35C4-4E21-BFF9-2C19CA79A653}" sibTransId="{3F76C155-DB4A-4B13-9582-7CF2C0878405}"/>
    <dgm:cxn modelId="{A2EA0770-AABD-4F1E-A7D3-813BF187FB03}" type="presOf" srcId="{589BD004-E314-48FA-99F0-65AF3FB0B6D3}" destId="{21361E6D-B128-4F2E-9374-FD4B6102CF9D}" srcOrd="0" destOrd="1" presId="urn:microsoft.com/office/officeart/2018/5/layout/CenteredIconLabelDescriptionList"/>
    <dgm:cxn modelId="{C56EF673-6584-4553-95A8-CBB77A8393E0}" type="presOf" srcId="{302AC9AC-D5E1-453F-96C5-E1D573766256}" destId="{DDF22680-087A-4EB0-AB1B-04E59D4D13B1}" srcOrd="0" destOrd="0" presId="urn:microsoft.com/office/officeart/2018/5/layout/CenteredIconLabelDescriptionList"/>
    <dgm:cxn modelId="{EE888380-71A0-4AF3-A632-EE5E5F9AB4EF}" type="presOf" srcId="{2D1E4746-03B4-4916-9B36-861F3942B8B2}" destId="{B516B1A1-4CE2-4ED4-A9CD-DF1561C3A305}" srcOrd="0" destOrd="0" presId="urn:microsoft.com/office/officeart/2018/5/layout/CenteredIconLabelDescriptionList"/>
    <dgm:cxn modelId="{2BD6E8AD-A57D-41C4-A84F-837416650774}" srcId="{6515E19E-0C31-45F8-9948-AD5277585705}" destId="{302AC9AC-D5E1-453F-96C5-E1D573766256}" srcOrd="2" destOrd="0" parTransId="{CB5A69B6-F9D5-4306-89A6-63B03D0839DD}" sibTransId="{4F98F0E0-3A42-473B-8E79-282AA361BB1E}"/>
    <dgm:cxn modelId="{6478F3B3-FB1E-4FC5-A213-AD50D9FC9341}" type="presOf" srcId="{81626406-94A0-406F-A19C-D812FEEB4553}" destId="{E2458175-5111-4007-88C1-E9FDFAC065E1}" srcOrd="0" destOrd="0" presId="urn:microsoft.com/office/officeart/2018/5/layout/CenteredIconLabelDescriptionList"/>
    <dgm:cxn modelId="{BF9DCFC2-B37A-4672-BF83-1A8CD31C199C}" type="presOf" srcId="{5E920138-BF79-44B1-885E-DD60962D68F1}" destId="{21361E6D-B128-4F2E-9374-FD4B6102CF9D}" srcOrd="0" destOrd="0" presId="urn:microsoft.com/office/officeart/2018/5/layout/CenteredIconLabelDescriptionList"/>
    <dgm:cxn modelId="{4333D7C9-71E5-49CF-9C8E-537D5A113449}" srcId="{81626406-94A0-406F-A19C-D812FEEB4553}" destId="{589BD004-E314-48FA-99F0-65AF3FB0B6D3}" srcOrd="1" destOrd="0" parTransId="{D469248F-D642-44A2-835B-B7059FEADA81}" sibTransId="{BCE1B270-EAC0-43AB-A030-F0CEDECC33DF}"/>
    <dgm:cxn modelId="{F5A165D4-97A7-4180-BB3C-70AF914A6054}" srcId="{81626406-94A0-406F-A19C-D812FEEB4553}" destId="{5E920138-BF79-44B1-885E-DD60962D68F1}" srcOrd="0" destOrd="0" parTransId="{B2F4AF51-4376-48B4-B4ED-F3740F734E54}" sibTransId="{8084CD99-3366-4785-AC34-467B9353B076}"/>
    <dgm:cxn modelId="{F95582D8-F647-4BD6-BB9B-791A2B536FD6}" type="presOf" srcId="{1275C997-B225-4559-85C1-8CD0CDC07E84}" destId="{F3D62852-F58D-4319-9324-41704C1ED502}" srcOrd="0" destOrd="0" presId="urn:microsoft.com/office/officeart/2018/5/layout/CenteredIconLabelDescriptionList"/>
    <dgm:cxn modelId="{540403D9-D0ED-4726-8B34-8E6FA8773A7D}" type="presOf" srcId="{6515E19E-0C31-45F8-9948-AD5277585705}" destId="{921D1893-F1A3-417A-AF96-AE68C508FA34}" srcOrd="0" destOrd="0" presId="urn:microsoft.com/office/officeart/2018/5/layout/CenteredIconLabelDescriptionList"/>
    <dgm:cxn modelId="{CC7714EF-9F1D-405A-9564-19618320C47A}" srcId="{1275C997-B225-4559-85C1-8CD0CDC07E84}" destId="{2D1E4746-03B4-4916-9B36-861F3942B8B2}" srcOrd="0" destOrd="0" parTransId="{644C0467-1CD5-4F54-8F45-D7D54EDC9FD9}" sibTransId="{4FA61A0A-FA90-4D2D-8792-108EAEB8CB3B}"/>
    <dgm:cxn modelId="{21978518-6D39-4DB2-8569-F6B33616AF6B}" type="presParOf" srcId="{921D1893-F1A3-417A-AF96-AE68C508FA34}" destId="{C5FD439D-E9CC-46DD-A246-8387752360C4}" srcOrd="0" destOrd="0" presId="urn:microsoft.com/office/officeart/2018/5/layout/CenteredIconLabelDescriptionList"/>
    <dgm:cxn modelId="{BF9DDD2B-BADE-40DC-89F2-BF886D4DED83}" type="presParOf" srcId="{C5FD439D-E9CC-46DD-A246-8387752360C4}" destId="{ED5DA132-F7F0-489A-820F-1ED257F4314A}" srcOrd="0" destOrd="0" presId="urn:microsoft.com/office/officeart/2018/5/layout/CenteredIconLabelDescriptionList"/>
    <dgm:cxn modelId="{C8D40A4F-32E8-4DDF-BC8B-E8858704B59E}" type="presParOf" srcId="{C5FD439D-E9CC-46DD-A246-8387752360C4}" destId="{3FD6EAF4-0690-4BFE-9C1B-6953A84F808B}" srcOrd="1" destOrd="0" presId="urn:microsoft.com/office/officeart/2018/5/layout/CenteredIconLabelDescriptionList"/>
    <dgm:cxn modelId="{78B43792-985A-4366-A2D1-EF5258C32BC3}" type="presParOf" srcId="{C5FD439D-E9CC-46DD-A246-8387752360C4}" destId="{E2458175-5111-4007-88C1-E9FDFAC065E1}" srcOrd="2" destOrd="0" presId="urn:microsoft.com/office/officeart/2018/5/layout/CenteredIconLabelDescriptionList"/>
    <dgm:cxn modelId="{45EBB50E-79CE-4374-8A95-5C5C30670F37}" type="presParOf" srcId="{C5FD439D-E9CC-46DD-A246-8387752360C4}" destId="{EC81F9A0-0846-4C63-ADBF-CF89CFCDBA62}" srcOrd="3" destOrd="0" presId="urn:microsoft.com/office/officeart/2018/5/layout/CenteredIconLabelDescriptionList"/>
    <dgm:cxn modelId="{872E04F8-D8E5-4E0D-9F11-011A4A4BB3F6}" type="presParOf" srcId="{C5FD439D-E9CC-46DD-A246-8387752360C4}" destId="{21361E6D-B128-4F2E-9374-FD4B6102CF9D}" srcOrd="4" destOrd="0" presId="urn:microsoft.com/office/officeart/2018/5/layout/CenteredIconLabelDescriptionList"/>
    <dgm:cxn modelId="{A50B0AA1-EA1C-440C-9EC8-1D979051A792}" type="presParOf" srcId="{921D1893-F1A3-417A-AF96-AE68C508FA34}" destId="{068DB5C9-A717-45E2-874E-37D299186900}" srcOrd="1" destOrd="0" presId="urn:microsoft.com/office/officeart/2018/5/layout/CenteredIconLabelDescriptionList"/>
    <dgm:cxn modelId="{2EBCEF84-ACCF-4737-B8B8-649723274210}" type="presParOf" srcId="{921D1893-F1A3-417A-AF96-AE68C508FA34}" destId="{8CE951DD-6AA5-4F69-B124-653EDEDBD138}" srcOrd="2" destOrd="0" presId="urn:microsoft.com/office/officeart/2018/5/layout/CenteredIconLabelDescriptionList"/>
    <dgm:cxn modelId="{F11AA78D-264F-420C-AA7A-EF32221FE71F}" type="presParOf" srcId="{8CE951DD-6AA5-4F69-B124-653EDEDBD138}" destId="{76FF90D1-7955-4262-8F38-35B43BABF6FB}" srcOrd="0" destOrd="0" presId="urn:microsoft.com/office/officeart/2018/5/layout/CenteredIconLabelDescriptionList"/>
    <dgm:cxn modelId="{E732B3DE-67A1-4BAA-BC04-C1561DFF7DD8}" type="presParOf" srcId="{8CE951DD-6AA5-4F69-B124-653EDEDBD138}" destId="{992F2DCC-3B00-4907-BE3F-1BABE8E6D0CC}" srcOrd="1" destOrd="0" presId="urn:microsoft.com/office/officeart/2018/5/layout/CenteredIconLabelDescriptionList"/>
    <dgm:cxn modelId="{B272745E-6EB6-4632-8AB7-D684B85BE450}" type="presParOf" srcId="{8CE951DD-6AA5-4F69-B124-653EDEDBD138}" destId="{F3D62852-F58D-4319-9324-41704C1ED502}" srcOrd="2" destOrd="0" presId="urn:microsoft.com/office/officeart/2018/5/layout/CenteredIconLabelDescriptionList"/>
    <dgm:cxn modelId="{C7FCD1AC-B330-4AA3-8F41-1697D6C0EEA1}" type="presParOf" srcId="{8CE951DD-6AA5-4F69-B124-653EDEDBD138}" destId="{53358BC4-170D-4B2C-AAA1-50884C691E00}" srcOrd="3" destOrd="0" presId="urn:microsoft.com/office/officeart/2018/5/layout/CenteredIconLabelDescriptionList"/>
    <dgm:cxn modelId="{923E6132-830B-4DDC-AA55-EB090B737F8E}" type="presParOf" srcId="{8CE951DD-6AA5-4F69-B124-653EDEDBD138}" destId="{B516B1A1-4CE2-4ED4-A9CD-DF1561C3A305}" srcOrd="4" destOrd="0" presId="urn:microsoft.com/office/officeart/2018/5/layout/CenteredIconLabelDescriptionList"/>
    <dgm:cxn modelId="{533D95AC-F088-48F9-AC50-3C77DE70D1B0}" type="presParOf" srcId="{921D1893-F1A3-417A-AF96-AE68C508FA34}" destId="{2D5698AF-3DBF-403A-A2E8-B3A6DCBDD002}" srcOrd="3" destOrd="0" presId="urn:microsoft.com/office/officeart/2018/5/layout/CenteredIconLabelDescriptionList"/>
    <dgm:cxn modelId="{9376DD2F-BC57-49D2-AE57-2E6825C47F99}" type="presParOf" srcId="{921D1893-F1A3-417A-AF96-AE68C508FA34}" destId="{EB8B9A7A-9C42-463C-B758-DDDD3593F37A}" srcOrd="4" destOrd="0" presId="urn:microsoft.com/office/officeart/2018/5/layout/CenteredIconLabelDescriptionList"/>
    <dgm:cxn modelId="{AA8B9568-381D-4148-BE2E-3ED296021078}" type="presParOf" srcId="{EB8B9A7A-9C42-463C-B758-DDDD3593F37A}" destId="{DDD47BEB-870F-446B-BD53-01DB0EC24A94}" srcOrd="0" destOrd="0" presId="urn:microsoft.com/office/officeart/2018/5/layout/CenteredIconLabelDescriptionList"/>
    <dgm:cxn modelId="{437F9353-175A-4446-AB03-8308D1BAEF93}" type="presParOf" srcId="{EB8B9A7A-9C42-463C-B758-DDDD3593F37A}" destId="{A966A778-F093-49E7-9BBA-0CB689EDCF26}" srcOrd="1" destOrd="0" presId="urn:microsoft.com/office/officeart/2018/5/layout/CenteredIconLabelDescriptionList"/>
    <dgm:cxn modelId="{4F7E78DD-B28B-45F7-9CEA-91E4E854CB40}" type="presParOf" srcId="{EB8B9A7A-9C42-463C-B758-DDDD3593F37A}" destId="{DDF22680-087A-4EB0-AB1B-04E59D4D13B1}" srcOrd="2" destOrd="0" presId="urn:microsoft.com/office/officeart/2018/5/layout/CenteredIconLabelDescriptionList"/>
    <dgm:cxn modelId="{E1BB7451-0D97-421F-A383-D3E1532D6F9D}" type="presParOf" srcId="{EB8B9A7A-9C42-463C-B758-DDDD3593F37A}" destId="{D953A12E-3D12-4BE3-87D1-9C23A6264641}" srcOrd="3" destOrd="0" presId="urn:microsoft.com/office/officeart/2018/5/layout/CenteredIconLabelDescriptionList"/>
    <dgm:cxn modelId="{AD652D43-63FB-4CAA-9744-654274A42736}" type="presParOf" srcId="{EB8B9A7A-9C42-463C-B758-DDDD3593F37A}" destId="{42BBBE4D-9BBB-4877-A091-FFAEBE4B1B99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7E689E8-D20F-46E9-9AFF-8A846CC29834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AD822525-C0BC-4A7C-A79D-AF58A6266935}">
      <dgm:prSet/>
      <dgm:spPr/>
      <dgm:t>
        <a:bodyPr/>
        <a:lstStyle/>
        <a:p>
          <a:pPr>
            <a:defRPr cap="all"/>
          </a:pPr>
          <a:r>
            <a:rPr lang="en-US"/>
            <a:t>Powerful and Flexible</a:t>
          </a:r>
        </a:p>
      </dgm:t>
    </dgm:pt>
    <dgm:pt modelId="{80925B76-3175-4962-AAAC-51AE93AC89C0}" type="parTrans" cxnId="{0F4C762C-670D-4B69-96C7-D5F2F56B02A4}">
      <dgm:prSet/>
      <dgm:spPr/>
      <dgm:t>
        <a:bodyPr/>
        <a:lstStyle/>
        <a:p>
          <a:endParaRPr lang="en-US"/>
        </a:p>
      </dgm:t>
    </dgm:pt>
    <dgm:pt modelId="{8B7679C1-56F5-4E24-BC8E-F891390B0A3F}" type="sibTrans" cxnId="{0F4C762C-670D-4B69-96C7-D5F2F56B02A4}">
      <dgm:prSet/>
      <dgm:spPr/>
      <dgm:t>
        <a:bodyPr/>
        <a:lstStyle/>
        <a:p>
          <a:endParaRPr lang="en-US"/>
        </a:p>
      </dgm:t>
    </dgm:pt>
    <dgm:pt modelId="{CD7136C0-83E4-420D-A8BE-5D8AEC25BDD9}">
      <dgm:prSet/>
      <dgm:spPr/>
      <dgm:t>
        <a:bodyPr/>
        <a:lstStyle/>
        <a:p>
          <a:pPr>
            <a:defRPr cap="all"/>
          </a:pPr>
          <a:r>
            <a:rPr lang="en-US"/>
            <a:t>Efficient for Experienced Users</a:t>
          </a:r>
        </a:p>
      </dgm:t>
    </dgm:pt>
    <dgm:pt modelId="{3CBB6DC0-A3CA-43D5-B3F8-7D33C2586ADF}" type="parTrans" cxnId="{FAFBFD7D-A237-4D75-9D9F-DB76D469F378}">
      <dgm:prSet/>
      <dgm:spPr/>
      <dgm:t>
        <a:bodyPr/>
        <a:lstStyle/>
        <a:p>
          <a:endParaRPr lang="en-US"/>
        </a:p>
      </dgm:t>
    </dgm:pt>
    <dgm:pt modelId="{E5F89DD7-B14D-4377-8639-4FA14EBF3C99}" type="sibTrans" cxnId="{FAFBFD7D-A237-4D75-9D9F-DB76D469F378}">
      <dgm:prSet/>
      <dgm:spPr/>
      <dgm:t>
        <a:bodyPr/>
        <a:lstStyle/>
        <a:p>
          <a:endParaRPr lang="en-US"/>
        </a:p>
      </dgm:t>
    </dgm:pt>
    <dgm:pt modelId="{967E9A47-DB05-4FD6-8F18-BB8951BF3EF5}">
      <dgm:prSet/>
      <dgm:spPr/>
      <dgm:t>
        <a:bodyPr/>
        <a:lstStyle/>
        <a:p>
          <a:pPr>
            <a:defRPr cap="all"/>
          </a:pPr>
          <a:r>
            <a:rPr lang="en-US"/>
            <a:t>Scripting and Automation</a:t>
          </a:r>
        </a:p>
      </dgm:t>
    </dgm:pt>
    <dgm:pt modelId="{B8BA7785-ED17-432B-9BB0-86384A4A6BCF}" type="parTrans" cxnId="{3F61F95F-5356-4095-9B20-24A83B15D133}">
      <dgm:prSet/>
      <dgm:spPr/>
      <dgm:t>
        <a:bodyPr/>
        <a:lstStyle/>
        <a:p>
          <a:endParaRPr lang="en-US"/>
        </a:p>
      </dgm:t>
    </dgm:pt>
    <dgm:pt modelId="{12577AA4-9E80-419C-B8FD-08D371B752BD}" type="sibTrans" cxnId="{3F61F95F-5356-4095-9B20-24A83B15D133}">
      <dgm:prSet/>
      <dgm:spPr/>
      <dgm:t>
        <a:bodyPr/>
        <a:lstStyle/>
        <a:p>
          <a:endParaRPr lang="en-US"/>
        </a:p>
      </dgm:t>
    </dgm:pt>
    <dgm:pt modelId="{ABD1B9E9-13A5-4A5C-A539-B78AA6D9577F}">
      <dgm:prSet/>
      <dgm:spPr/>
      <dgm:t>
        <a:bodyPr/>
        <a:lstStyle/>
        <a:p>
          <a:pPr>
            <a:defRPr cap="all"/>
          </a:pPr>
          <a:r>
            <a:rPr lang="en-US"/>
            <a:t>Remote Management</a:t>
          </a:r>
        </a:p>
      </dgm:t>
    </dgm:pt>
    <dgm:pt modelId="{924D04C1-A07A-400F-BFC4-432EEC9A138B}" type="parTrans" cxnId="{C4437077-2088-4F16-A3FB-96086E0828ED}">
      <dgm:prSet/>
      <dgm:spPr/>
      <dgm:t>
        <a:bodyPr/>
        <a:lstStyle/>
        <a:p>
          <a:endParaRPr lang="en-US"/>
        </a:p>
      </dgm:t>
    </dgm:pt>
    <dgm:pt modelId="{4FEFE31A-6175-4B89-B2AB-E651D178905E}" type="sibTrans" cxnId="{C4437077-2088-4F16-A3FB-96086E0828ED}">
      <dgm:prSet/>
      <dgm:spPr/>
      <dgm:t>
        <a:bodyPr/>
        <a:lstStyle/>
        <a:p>
          <a:endParaRPr lang="en-US"/>
        </a:p>
      </dgm:t>
    </dgm:pt>
    <dgm:pt modelId="{3C1CB39B-CEA3-46F4-851C-926013E55FE5}">
      <dgm:prSet/>
      <dgm:spPr/>
      <dgm:t>
        <a:bodyPr/>
        <a:lstStyle/>
        <a:p>
          <a:pPr>
            <a:defRPr cap="all"/>
          </a:pPr>
          <a:r>
            <a:rPr lang="en-US"/>
            <a:t>Lower Resource Usage</a:t>
          </a:r>
        </a:p>
      </dgm:t>
    </dgm:pt>
    <dgm:pt modelId="{3D140FF8-5FD8-4A51-8538-CF3E21622B10}" type="parTrans" cxnId="{23F07484-6CD0-4D5D-8B5D-06D7C02725C0}">
      <dgm:prSet/>
      <dgm:spPr/>
      <dgm:t>
        <a:bodyPr/>
        <a:lstStyle/>
        <a:p>
          <a:endParaRPr lang="en-US"/>
        </a:p>
      </dgm:t>
    </dgm:pt>
    <dgm:pt modelId="{AB8F7096-9E1D-4CE2-81FA-BF8AEFD2A1E1}" type="sibTrans" cxnId="{23F07484-6CD0-4D5D-8B5D-06D7C02725C0}">
      <dgm:prSet/>
      <dgm:spPr/>
      <dgm:t>
        <a:bodyPr/>
        <a:lstStyle/>
        <a:p>
          <a:endParaRPr lang="en-US"/>
        </a:p>
      </dgm:t>
    </dgm:pt>
    <dgm:pt modelId="{71DD8883-3F6E-43FC-9841-30A2C81D7D32}" type="pres">
      <dgm:prSet presAssocID="{27E689E8-D20F-46E9-9AFF-8A846CC29834}" presName="root" presStyleCnt="0">
        <dgm:presLayoutVars>
          <dgm:dir/>
          <dgm:resizeHandles val="exact"/>
        </dgm:presLayoutVars>
      </dgm:prSet>
      <dgm:spPr/>
    </dgm:pt>
    <dgm:pt modelId="{7565CF3D-4511-4856-B43C-2C0AD2BFBF09}" type="pres">
      <dgm:prSet presAssocID="{AD822525-C0BC-4A7C-A79D-AF58A6266935}" presName="compNode" presStyleCnt="0"/>
      <dgm:spPr/>
    </dgm:pt>
    <dgm:pt modelId="{B52EA7F0-DBDB-42D7-ADB9-334E41A42685}" type="pres">
      <dgm:prSet presAssocID="{AD822525-C0BC-4A7C-A79D-AF58A6266935}" presName="iconBgRect" presStyleLbl="bgShp" presStyleIdx="0" presStyleCnt="5"/>
      <dgm:spPr/>
    </dgm:pt>
    <dgm:pt modelId="{6A88B36A-3AED-4C2A-AE51-40463888A07D}" type="pres">
      <dgm:prSet presAssocID="{AD822525-C0BC-4A7C-A79D-AF58A6266935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BC597C28-9980-4583-AA86-DAABCB302B4C}" type="pres">
      <dgm:prSet presAssocID="{AD822525-C0BC-4A7C-A79D-AF58A6266935}" presName="spaceRect" presStyleCnt="0"/>
      <dgm:spPr/>
    </dgm:pt>
    <dgm:pt modelId="{89DE09FD-1F46-4EB1-85B4-B0F6270F3451}" type="pres">
      <dgm:prSet presAssocID="{AD822525-C0BC-4A7C-A79D-AF58A6266935}" presName="textRect" presStyleLbl="revTx" presStyleIdx="0" presStyleCnt="5">
        <dgm:presLayoutVars>
          <dgm:chMax val="1"/>
          <dgm:chPref val="1"/>
        </dgm:presLayoutVars>
      </dgm:prSet>
      <dgm:spPr/>
    </dgm:pt>
    <dgm:pt modelId="{27B2C4D9-74BF-4762-B28F-13CEA4309D21}" type="pres">
      <dgm:prSet presAssocID="{8B7679C1-56F5-4E24-BC8E-F891390B0A3F}" presName="sibTrans" presStyleCnt="0"/>
      <dgm:spPr/>
    </dgm:pt>
    <dgm:pt modelId="{5A68CDA5-4886-4617-A14F-E3A880E58D43}" type="pres">
      <dgm:prSet presAssocID="{CD7136C0-83E4-420D-A8BE-5D8AEC25BDD9}" presName="compNode" presStyleCnt="0"/>
      <dgm:spPr/>
    </dgm:pt>
    <dgm:pt modelId="{FA7588BB-A782-4A73-8A88-98518D6CE48C}" type="pres">
      <dgm:prSet presAssocID="{CD7136C0-83E4-420D-A8BE-5D8AEC25BDD9}" presName="iconBgRect" presStyleLbl="bgShp" presStyleIdx="1" presStyleCnt="5"/>
      <dgm:spPr/>
    </dgm:pt>
    <dgm:pt modelId="{CFE02353-EB44-452C-9847-2F6E651C3FD5}" type="pres">
      <dgm:prSet presAssocID="{CD7136C0-83E4-420D-A8BE-5D8AEC25BDD9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5045C0D0-FC92-48CA-A232-BC39549FBB18}" type="pres">
      <dgm:prSet presAssocID="{CD7136C0-83E4-420D-A8BE-5D8AEC25BDD9}" presName="spaceRect" presStyleCnt="0"/>
      <dgm:spPr/>
    </dgm:pt>
    <dgm:pt modelId="{2908D433-A02E-47B9-8BE7-E4FCEDB75B25}" type="pres">
      <dgm:prSet presAssocID="{CD7136C0-83E4-420D-A8BE-5D8AEC25BDD9}" presName="textRect" presStyleLbl="revTx" presStyleIdx="1" presStyleCnt="5">
        <dgm:presLayoutVars>
          <dgm:chMax val="1"/>
          <dgm:chPref val="1"/>
        </dgm:presLayoutVars>
      </dgm:prSet>
      <dgm:spPr/>
    </dgm:pt>
    <dgm:pt modelId="{573EED8F-7AB2-402D-8642-642503CC6E79}" type="pres">
      <dgm:prSet presAssocID="{E5F89DD7-B14D-4377-8639-4FA14EBF3C99}" presName="sibTrans" presStyleCnt="0"/>
      <dgm:spPr/>
    </dgm:pt>
    <dgm:pt modelId="{D8087533-599B-4CD7-9617-63B7DF30D9BB}" type="pres">
      <dgm:prSet presAssocID="{967E9A47-DB05-4FD6-8F18-BB8951BF3EF5}" presName="compNode" presStyleCnt="0"/>
      <dgm:spPr/>
    </dgm:pt>
    <dgm:pt modelId="{77778118-A132-4231-922E-CFF5AAD0B185}" type="pres">
      <dgm:prSet presAssocID="{967E9A47-DB05-4FD6-8F18-BB8951BF3EF5}" presName="iconBgRect" presStyleLbl="bgShp" presStyleIdx="2" presStyleCnt="5"/>
      <dgm:spPr/>
    </dgm:pt>
    <dgm:pt modelId="{8B1EF5D3-D318-4A70-B65D-29B3A59337C6}" type="pres">
      <dgm:prSet presAssocID="{967E9A47-DB05-4FD6-8F18-BB8951BF3EF5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B7EE172D-686D-4E2C-A5DD-FA319A7DF5AD}" type="pres">
      <dgm:prSet presAssocID="{967E9A47-DB05-4FD6-8F18-BB8951BF3EF5}" presName="spaceRect" presStyleCnt="0"/>
      <dgm:spPr/>
    </dgm:pt>
    <dgm:pt modelId="{A4157E59-BDD6-4CAB-AF2B-51CB9234DAEA}" type="pres">
      <dgm:prSet presAssocID="{967E9A47-DB05-4FD6-8F18-BB8951BF3EF5}" presName="textRect" presStyleLbl="revTx" presStyleIdx="2" presStyleCnt="5">
        <dgm:presLayoutVars>
          <dgm:chMax val="1"/>
          <dgm:chPref val="1"/>
        </dgm:presLayoutVars>
      </dgm:prSet>
      <dgm:spPr/>
    </dgm:pt>
    <dgm:pt modelId="{39829799-A46B-47B4-9265-D67EEB2EC24A}" type="pres">
      <dgm:prSet presAssocID="{12577AA4-9E80-419C-B8FD-08D371B752BD}" presName="sibTrans" presStyleCnt="0"/>
      <dgm:spPr/>
    </dgm:pt>
    <dgm:pt modelId="{C3B30B42-244F-4EC3-8BAF-EAF7A831B65B}" type="pres">
      <dgm:prSet presAssocID="{ABD1B9E9-13A5-4A5C-A539-B78AA6D9577F}" presName="compNode" presStyleCnt="0"/>
      <dgm:spPr/>
    </dgm:pt>
    <dgm:pt modelId="{400AF726-3457-4AA0-8193-31BA3A5D2633}" type="pres">
      <dgm:prSet presAssocID="{ABD1B9E9-13A5-4A5C-A539-B78AA6D9577F}" presName="iconBgRect" presStyleLbl="bgShp" presStyleIdx="3" presStyleCnt="5"/>
      <dgm:spPr/>
    </dgm:pt>
    <dgm:pt modelId="{DAB97FE3-84F1-4925-B1DE-F9E47AD46F86}" type="pres">
      <dgm:prSet presAssocID="{ABD1B9E9-13A5-4A5C-A539-B78AA6D9577F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F1131028-FE55-45EA-B12D-CD2D62424C45}" type="pres">
      <dgm:prSet presAssocID="{ABD1B9E9-13A5-4A5C-A539-B78AA6D9577F}" presName="spaceRect" presStyleCnt="0"/>
      <dgm:spPr/>
    </dgm:pt>
    <dgm:pt modelId="{E977117F-099F-4790-ACA0-D2FCD80755E7}" type="pres">
      <dgm:prSet presAssocID="{ABD1B9E9-13A5-4A5C-A539-B78AA6D9577F}" presName="textRect" presStyleLbl="revTx" presStyleIdx="3" presStyleCnt="5">
        <dgm:presLayoutVars>
          <dgm:chMax val="1"/>
          <dgm:chPref val="1"/>
        </dgm:presLayoutVars>
      </dgm:prSet>
      <dgm:spPr/>
    </dgm:pt>
    <dgm:pt modelId="{3599BF07-33D2-4B79-A35E-9D3B492ED602}" type="pres">
      <dgm:prSet presAssocID="{4FEFE31A-6175-4B89-B2AB-E651D178905E}" presName="sibTrans" presStyleCnt="0"/>
      <dgm:spPr/>
    </dgm:pt>
    <dgm:pt modelId="{A867FA21-2152-4186-8F0F-90EB6CB8A006}" type="pres">
      <dgm:prSet presAssocID="{3C1CB39B-CEA3-46F4-851C-926013E55FE5}" presName="compNode" presStyleCnt="0"/>
      <dgm:spPr/>
    </dgm:pt>
    <dgm:pt modelId="{6EE79CDA-76E7-4E6E-BD68-A0D2C3262094}" type="pres">
      <dgm:prSet presAssocID="{3C1CB39B-CEA3-46F4-851C-926013E55FE5}" presName="iconBgRect" presStyleLbl="bgShp" presStyleIdx="4" presStyleCnt="5"/>
      <dgm:spPr/>
    </dgm:pt>
    <dgm:pt modelId="{6A2261D1-538E-4A90-90CE-2BAB1F701098}" type="pres">
      <dgm:prSet presAssocID="{3C1CB39B-CEA3-46F4-851C-926013E55FE5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0FE18D21-141B-4DD4-B607-4D6D57EAAF84}" type="pres">
      <dgm:prSet presAssocID="{3C1CB39B-CEA3-46F4-851C-926013E55FE5}" presName="spaceRect" presStyleCnt="0"/>
      <dgm:spPr/>
    </dgm:pt>
    <dgm:pt modelId="{B26F6C35-D311-41DD-821D-EB0E61746C3B}" type="pres">
      <dgm:prSet presAssocID="{3C1CB39B-CEA3-46F4-851C-926013E55FE5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0F4C762C-670D-4B69-96C7-D5F2F56B02A4}" srcId="{27E689E8-D20F-46E9-9AFF-8A846CC29834}" destId="{AD822525-C0BC-4A7C-A79D-AF58A6266935}" srcOrd="0" destOrd="0" parTransId="{80925B76-3175-4962-AAAC-51AE93AC89C0}" sibTransId="{8B7679C1-56F5-4E24-BC8E-F891390B0A3F}"/>
    <dgm:cxn modelId="{9FB4383B-44B4-4ECA-ACB5-60B751A00DCA}" type="presOf" srcId="{CD7136C0-83E4-420D-A8BE-5D8AEC25BDD9}" destId="{2908D433-A02E-47B9-8BE7-E4FCEDB75B25}" srcOrd="0" destOrd="0" presId="urn:microsoft.com/office/officeart/2018/5/layout/IconCircleLabelList"/>
    <dgm:cxn modelId="{3F61F95F-5356-4095-9B20-24A83B15D133}" srcId="{27E689E8-D20F-46E9-9AFF-8A846CC29834}" destId="{967E9A47-DB05-4FD6-8F18-BB8951BF3EF5}" srcOrd="2" destOrd="0" parTransId="{B8BA7785-ED17-432B-9BB0-86384A4A6BCF}" sibTransId="{12577AA4-9E80-419C-B8FD-08D371B752BD}"/>
    <dgm:cxn modelId="{53F06871-E5AE-40BA-8D7D-963ABE92CE09}" type="presOf" srcId="{967E9A47-DB05-4FD6-8F18-BB8951BF3EF5}" destId="{A4157E59-BDD6-4CAB-AF2B-51CB9234DAEA}" srcOrd="0" destOrd="0" presId="urn:microsoft.com/office/officeart/2018/5/layout/IconCircleLabelList"/>
    <dgm:cxn modelId="{C4437077-2088-4F16-A3FB-96086E0828ED}" srcId="{27E689E8-D20F-46E9-9AFF-8A846CC29834}" destId="{ABD1B9E9-13A5-4A5C-A539-B78AA6D9577F}" srcOrd="3" destOrd="0" parTransId="{924D04C1-A07A-400F-BFC4-432EEC9A138B}" sibTransId="{4FEFE31A-6175-4B89-B2AB-E651D178905E}"/>
    <dgm:cxn modelId="{613EBD57-6530-4E14-9297-EBCD97A92B47}" type="presOf" srcId="{3C1CB39B-CEA3-46F4-851C-926013E55FE5}" destId="{B26F6C35-D311-41DD-821D-EB0E61746C3B}" srcOrd="0" destOrd="0" presId="urn:microsoft.com/office/officeart/2018/5/layout/IconCircleLabelList"/>
    <dgm:cxn modelId="{FAFBFD7D-A237-4D75-9D9F-DB76D469F378}" srcId="{27E689E8-D20F-46E9-9AFF-8A846CC29834}" destId="{CD7136C0-83E4-420D-A8BE-5D8AEC25BDD9}" srcOrd="1" destOrd="0" parTransId="{3CBB6DC0-A3CA-43D5-B3F8-7D33C2586ADF}" sibTransId="{E5F89DD7-B14D-4377-8639-4FA14EBF3C99}"/>
    <dgm:cxn modelId="{23F07484-6CD0-4D5D-8B5D-06D7C02725C0}" srcId="{27E689E8-D20F-46E9-9AFF-8A846CC29834}" destId="{3C1CB39B-CEA3-46F4-851C-926013E55FE5}" srcOrd="4" destOrd="0" parTransId="{3D140FF8-5FD8-4A51-8538-CF3E21622B10}" sibTransId="{AB8F7096-9E1D-4CE2-81FA-BF8AEFD2A1E1}"/>
    <dgm:cxn modelId="{5071B198-A0B8-45B6-81A4-D2E899F22632}" type="presOf" srcId="{AD822525-C0BC-4A7C-A79D-AF58A6266935}" destId="{89DE09FD-1F46-4EB1-85B4-B0F6270F3451}" srcOrd="0" destOrd="0" presId="urn:microsoft.com/office/officeart/2018/5/layout/IconCircleLabelList"/>
    <dgm:cxn modelId="{195D779A-FCED-42AB-AE07-9ED040421CF9}" type="presOf" srcId="{ABD1B9E9-13A5-4A5C-A539-B78AA6D9577F}" destId="{E977117F-099F-4790-ACA0-D2FCD80755E7}" srcOrd="0" destOrd="0" presId="urn:microsoft.com/office/officeart/2018/5/layout/IconCircleLabelList"/>
    <dgm:cxn modelId="{4170B2AC-A080-411E-A4EA-EC21E15C4644}" type="presOf" srcId="{27E689E8-D20F-46E9-9AFF-8A846CC29834}" destId="{71DD8883-3F6E-43FC-9841-30A2C81D7D32}" srcOrd="0" destOrd="0" presId="urn:microsoft.com/office/officeart/2018/5/layout/IconCircleLabelList"/>
    <dgm:cxn modelId="{E3061212-2950-4096-878E-B51E7318B135}" type="presParOf" srcId="{71DD8883-3F6E-43FC-9841-30A2C81D7D32}" destId="{7565CF3D-4511-4856-B43C-2C0AD2BFBF09}" srcOrd="0" destOrd="0" presId="urn:microsoft.com/office/officeart/2018/5/layout/IconCircleLabelList"/>
    <dgm:cxn modelId="{ADFDEFDE-63E3-4BF5-B7BF-539739CB22D5}" type="presParOf" srcId="{7565CF3D-4511-4856-B43C-2C0AD2BFBF09}" destId="{B52EA7F0-DBDB-42D7-ADB9-334E41A42685}" srcOrd="0" destOrd="0" presId="urn:microsoft.com/office/officeart/2018/5/layout/IconCircleLabelList"/>
    <dgm:cxn modelId="{016C1919-8EB4-430E-AC96-44AF4AD8539E}" type="presParOf" srcId="{7565CF3D-4511-4856-B43C-2C0AD2BFBF09}" destId="{6A88B36A-3AED-4C2A-AE51-40463888A07D}" srcOrd="1" destOrd="0" presId="urn:microsoft.com/office/officeart/2018/5/layout/IconCircleLabelList"/>
    <dgm:cxn modelId="{7DDDFD92-4CBD-47E9-A82E-61287BC77CE2}" type="presParOf" srcId="{7565CF3D-4511-4856-B43C-2C0AD2BFBF09}" destId="{BC597C28-9980-4583-AA86-DAABCB302B4C}" srcOrd="2" destOrd="0" presId="urn:microsoft.com/office/officeart/2018/5/layout/IconCircleLabelList"/>
    <dgm:cxn modelId="{5014C5CF-FAA6-4A29-8AB1-175CD341F2FB}" type="presParOf" srcId="{7565CF3D-4511-4856-B43C-2C0AD2BFBF09}" destId="{89DE09FD-1F46-4EB1-85B4-B0F6270F3451}" srcOrd="3" destOrd="0" presId="urn:microsoft.com/office/officeart/2018/5/layout/IconCircleLabelList"/>
    <dgm:cxn modelId="{3D2F7D86-D371-4A81-BA9C-895D87597EF2}" type="presParOf" srcId="{71DD8883-3F6E-43FC-9841-30A2C81D7D32}" destId="{27B2C4D9-74BF-4762-B28F-13CEA4309D21}" srcOrd="1" destOrd="0" presId="urn:microsoft.com/office/officeart/2018/5/layout/IconCircleLabelList"/>
    <dgm:cxn modelId="{7CD6D3FB-DDAA-4122-BCAE-0C6F53573912}" type="presParOf" srcId="{71DD8883-3F6E-43FC-9841-30A2C81D7D32}" destId="{5A68CDA5-4886-4617-A14F-E3A880E58D43}" srcOrd="2" destOrd="0" presId="urn:microsoft.com/office/officeart/2018/5/layout/IconCircleLabelList"/>
    <dgm:cxn modelId="{43ADCE92-8558-475F-B200-CE105F20B580}" type="presParOf" srcId="{5A68CDA5-4886-4617-A14F-E3A880E58D43}" destId="{FA7588BB-A782-4A73-8A88-98518D6CE48C}" srcOrd="0" destOrd="0" presId="urn:microsoft.com/office/officeart/2018/5/layout/IconCircleLabelList"/>
    <dgm:cxn modelId="{2CDC05FA-7F36-4703-BB2B-5721566EAE10}" type="presParOf" srcId="{5A68CDA5-4886-4617-A14F-E3A880E58D43}" destId="{CFE02353-EB44-452C-9847-2F6E651C3FD5}" srcOrd="1" destOrd="0" presId="urn:microsoft.com/office/officeart/2018/5/layout/IconCircleLabelList"/>
    <dgm:cxn modelId="{10694EA9-1133-4AAB-8B3C-A365FED01EE4}" type="presParOf" srcId="{5A68CDA5-4886-4617-A14F-E3A880E58D43}" destId="{5045C0D0-FC92-48CA-A232-BC39549FBB18}" srcOrd="2" destOrd="0" presId="urn:microsoft.com/office/officeart/2018/5/layout/IconCircleLabelList"/>
    <dgm:cxn modelId="{A219E532-5277-4C23-B4B3-AEB39B981BA3}" type="presParOf" srcId="{5A68CDA5-4886-4617-A14F-E3A880E58D43}" destId="{2908D433-A02E-47B9-8BE7-E4FCEDB75B25}" srcOrd="3" destOrd="0" presId="urn:microsoft.com/office/officeart/2018/5/layout/IconCircleLabelList"/>
    <dgm:cxn modelId="{38F86D77-E576-4254-B5E0-3C7F11E996AA}" type="presParOf" srcId="{71DD8883-3F6E-43FC-9841-30A2C81D7D32}" destId="{573EED8F-7AB2-402D-8642-642503CC6E79}" srcOrd="3" destOrd="0" presId="urn:microsoft.com/office/officeart/2018/5/layout/IconCircleLabelList"/>
    <dgm:cxn modelId="{86456AFC-E809-46C1-8D0B-195B38A815B7}" type="presParOf" srcId="{71DD8883-3F6E-43FC-9841-30A2C81D7D32}" destId="{D8087533-599B-4CD7-9617-63B7DF30D9BB}" srcOrd="4" destOrd="0" presId="urn:microsoft.com/office/officeart/2018/5/layout/IconCircleLabelList"/>
    <dgm:cxn modelId="{54E6B879-D8F6-4BE7-B618-89F0E57D53EA}" type="presParOf" srcId="{D8087533-599B-4CD7-9617-63B7DF30D9BB}" destId="{77778118-A132-4231-922E-CFF5AAD0B185}" srcOrd="0" destOrd="0" presId="urn:microsoft.com/office/officeart/2018/5/layout/IconCircleLabelList"/>
    <dgm:cxn modelId="{89E2F154-D4A1-4CEE-8200-76DE9961A9BB}" type="presParOf" srcId="{D8087533-599B-4CD7-9617-63B7DF30D9BB}" destId="{8B1EF5D3-D318-4A70-B65D-29B3A59337C6}" srcOrd="1" destOrd="0" presId="urn:microsoft.com/office/officeart/2018/5/layout/IconCircleLabelList"/>
    <dgm:cxn modelId="{5195B0C8-5BC4-4A0A-8237-E5649E916B29}" type="presParOf" srcId="{D8087533-599B-4CD7-9617-63B7DF30D9BB}" destId="{B7EE172D-686D-4E2C-A5DD-FA319A7DF5AD}" srcOrd="2" destOrd="0" presId="urn:microsoft.com/office/officeart/2018/5/layout/IconCircleLabelList"/>
    <dgm:cxn modelId="{DD9D5C92-0BFF-4226-BE6F-B6A89F0D300B}" type="presParOf" srcId="{D8087533-599B-4CD7-9617-63B7DF30D9BB}" destId="{A4157E59-BDD6-4CAB-AF2B-51CB9234DAEA}" srcOrd="3" destOrd="0" presId="urn:microsoft.com/office/officeart/2018/5/layout/IconCircleLabelList"/>
    <dgm:cxn modelId="{A07DBF27-CD03-443D-96FC-6A6036DC6F16}" type="presParOf" srcId="{71DD8883-3F6E-43FC-9841-30A2C81D7D32}" destId="{39829799-A46B-47B4-9265-D67EEB2EC24A}" srcOrd="5" destOrd="0" presId="urn:microsoft.com/office/officeart/2018/5/layout/IconCircleLabelList"/>
    <dgm:cxn modelId="{06F04455-4693-4AB9-B5CE-B204D6F218F5}" type="presParOf" srcId="{71DD8883-3F6E-43FC-9841-30A2C81D7D32}" destId="{C3B30B42-244F-4EC3-8BAF-EAF7A831B65B}" srcOrd="6" destOrd="0" presId="urn:microsoft.com/office/officeart/2018/5/layout/IconCircleLabelList"/>
    <dgm:cxn modelId="{175353C9-C201-4EE3-9B32-0EA7C4B836EC}" type="presParOf" srcId="{C3B30B42-244F-4EC3-8BAF-EAF7A831B65B}" destId="{400AF726-3457-4AA0-8193-31BA3A5D2633}" srcOrd="0" destOrd="0" presId="urn:microsoft.com/office/officeart/2018/5/layout/IconCircleLabelList"/>
    <dgm:cxn modelId="{DBE85F36-4361-4C18-9D0A-297215A602BA}" type="presParOf" srcId="{C3B30B42-244F-4EC3-8BAF-EAF7A831B65B}" destId="{DAB97FE3-84F1-4925-B1DE-F9E47AD46F86}" srcOrd="1" destOrd="0" presId="urn:microsoft.com/office/officeart/2018/5/layout/IconCircleLabelList"/>
    <dgm:cxn modelId="{A175063F-2F38-44C0-88F7-FCB490F08A29}" type="presParOf" srcId="{C3B30B42-244F-4EC3-8BAF-EAF7A831B65B}" destId="{F1131028-FE55-45EA-B12D-CD2D62424C45}" srcOrd="2" destOrd="0" presId="urn:microsoft.com/office/officeart/2018/5/layout/IconCircleLabelList"/>
    <dgm:cxn modelId="{B66BE748-1E68-4FE0-A6B6-D15E88D07E21}" type="presParOf" srcId="{C3B30B42-244F-4EC3-8BAF-EAF7A831B65B}" destId="{E977117F-099F-4790-ACA0-D2FCD80755E7}" srcOrd="3" destOrd="0" presId="urn:microsoft.com/office/officeart/2018/5/layout/IconCircleLabelList"/>
    <dgm:cxn modelId="{6A952D9B-26B1-4739-AD38-AB9CA8CC3B42}" type="presParOf" srcId="{71DD8883-3F6E-43FC-9841-30A2C81D7D32}" destId="{3599BF07-33D2-4B79-A35E-9D3B492ED602}" srcOrd="7" destOrd="0" presId="urn:microsoft.com/office/officeart/2018/5/layout/IconCircleLabelList"/>
    <dgm:cxn modelId="{3EEC6708-EBFC-4F6F-8D71-F22A858E709A}" type="presParOf" srcId="{71DD8883-3F6E-43FC-9841-30A2C81D7D32}" destId="{A867FA21-2152-4186-8F0F-90EB6CB8A006}" srcOrd="8" destOrd="0" presId="urn:microsoft.com/office/officeart/2018/5/layout/IconCircleLabelList"/>
    <dgm:cxn modelId="{72695C95-2A1A-42D4-9602-4FE14B02AB54}" type="presParOf" srcId="{A867FA21-2152-4186-8F0F-90EB6CB8A006}" destId="{6EE79CDA-76E7-4E6E-BD68-A0D2C3262094}" srcOrd="0" destOrd="0" presId="urn:microsoft.com/office/officeart/2018/5/layout/IconCircleLabelList"/>
    <dgm:cxn modelId="{3FF86392-8156-4B6F-A0DA-CC52EDD82FC3}" type="presParOf" srcId="{A867FA21-2152-4186-8F0F-90EB6CB8A006}" destId="{6A2261D1-538E-4A90-90CE-2BAB1F701098}" srcOrd="1" destOrd="0" presId="urn:microsoft.com/office/officeart/2018/5/layout/IconCircleLabelList"/>
    <dgm:cxn modelId="{AEA494F4-9E84-45FA-8C1D-D30CC44BEF27}" type="presParOf" srcId="{A867FA21-2152-4186-8F0F-90EB6CB8A006}" destId="{0FE18D21-141B-4DD4-B607-4D6D57EAAF84}" srcOrd="2" destOrd="0" presId="urn:microsoft.com/office/officeart/2018/5/layout/IconCircleLabelList"/>
    <dgm:cxn modelId="{DCD8481B-5E00-400B-9FC4-8C422F390639}" type="presParOf" srcId="{A867FA21-2152-4186-8F0F-90EB6CB8A006}" destId="{B26F6C35-D311-41DD-821D-EB0E61746C3B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ADF99EF-0774-4C01-A1C8-75F34FB72B90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22B0EF3C-762E-41AC-9AA0-29371F6B3026}">
      <dgm:prSet/>
      <dgm:spPr/>
      <dgm:t>
        <a:bodyPr/>
        <a:lstStyle/>
        <a:p>
          <a:pPr>
            <a:defRPr cap="all"/>
          </a:pPr>
          <a:r>
            <a:rPr lang="en-US"/>
            <a:t>Steeper Learning Curve</a:t>
          </a:r>
        </a:p>
      </dgm:t>
    </dgm:pt>
    <dgm:pt modelId="{5A0FF697-A6D7-4E6E-889D-6F20FBDEE968}" type="parTrans" cxnId="{465D2B9A-731D-43C1-B679-7A94D68E3628}">
      <dgm:prSet/>
      <dgm:spPr/>
      <dgm:t>
        <a:bodyPr/>
        <a:lstStyle/>
        <a:p>
          <a:endParaRPr lang="en-US"/>
        </a:p>
      </dgm:t>
    </dgm:pt>
    <dgm:pt modelId="{A5AEEBD8-A817-483D-A8B0-80FF07E75A3B}" type="sibTrans" cxnId="{465D2B9A-731D-43C1-B679-7A94D68E3628}">
      <dgm:prSet/>
      <dgm:spPr/>
      <dgm:t>
        <a:bodyPr/>
        <a:lstStyle/>
        <a:p>
          <a:endParaRPr lang="en-US"/>
        </a:p>
      </dgm:t>
    </dgm:pt>
    <dgm:pt modelId="{B9D16CC7-6BC9-4AB7-94DE-76B5861B4BFB}">
      <dgm:prSet/>
      <dgm:spPr/>
      <dgm:t>
        <a:bodyPr/>
        <a:lstStyle/>
        <a:p>
          <a:pPr>
            <a:defRPr cap="all"/>
          </a:pPr>
          <a:r>
            <a:rPr lang="en-US"/>
            <a:t>Less intuitive for beginners</a:t>
          </a:r>
        </a:p>
      </dgm:t>
    </dgm:pt>
    <dgm:pt modelId="{6C4C76E2-02E6-424D-B73F-6E3A5C2EB106}" type="parTrans" cxnId="{C923799D-4D6C-4065-A908-2951C8A70E58}">
      <dgm:prSet/>
      <dgm:spPr/>
      <dgm:t>
        <a:bodyPr/>
        <a:lstStyle/>
        <a:p>
          <a:endParaRPr lang="en-US"/>
        </a:p>
      </dgm:t>
    </dgm:pt>
    <dgm:pt modelId="{C39348B2-F7AA-47A5-82DE-5339B464D4A9}" type="sibTrans" cxnId="{C923799D-4D6C-4065-A908-2951C8A70E58}">
      <dgm:prSet/>
      <dgm:spPr/>
      <dgm:t>
        <a:bodyPr/>
        <a:lstStyle/>
        <a:p>
          <a:endParaRPr lang="en-US"/>
        </a:p>
      </dgm:t>
    </dgm:pt>
    <dgm:pt modelId="{8BA98129-7644-4148-895D-53D88C444752}" type="pres">
      <dgm:prSet presAssocID="{3ADF99EF-0774-4C01-A1C8-75F34FB72B90}" presName="root" presStyleCnt="0">
        <dgm:presLayoutVars>
          <dgm:dir/>
          <dgm:resizeHandles val="exact"/>
        </dgm:presLayoutVars>
      </dgm:prSet>
      <dgm:spPr/>
    </dgm:pt>
    <dgm:pt modelId="{E95C04A9-4124-4C93-9B72-62DC3FFD6B47}" type="pres">
      <dgm:prSet presAssocID="{22B0EF3C-762E-41AC-9AA0-29371F6B3026}" presName="compNode" presStyleCnt="0"/>
      <dgm:spPr/>
    </dgm:pt>
    <dgm:pt modelId="{49C13D8E-A79C-43FF-A40F-F23C31FD8AED}" type="pres">
      <dgm:prSet presAssocID="{22B0EF3C-762E-41AC-9AA0-29371F6B3026}" presName="iconBgRect" presStyleLbl="bgShp" presStyleIdx="0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BC01F4D3-4B16-412D-B859-4178827FF4F1}" type="pres">
      <dgm:prSet presAssocID="{22B0EF3C-762E-41AC-9AA0-29371F6B3026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acher"/>
        </a:ext>
      </dgm:extLst>
    </dgm:pt>
    <dgm:pt modelId="{3EDAA2FA-F544-43A0-8578-09EDB0375747}" type="pres">
      <dgm:prSet presAssocID="{22B0EF3C-762E-41AC-9AA0-29371F6B3026}" presName="spaceRect" presStyleCnt="0"/>
      <dgm:spPr/>
    </dgm:pt>
    <dgm:pt modelId="{7B48039D-1F14-4194-BFD2-BFAA87ACA2A0}" type="pres">
      <dgm:prSet presAssocID="{22B0EF3C-762E-41AC-9AA0-29371F6B3026}" presName="textRect" presStyleLbl="revTx" presStyleIdx="0" presStyleCnt="2">
        <dgm:presLayoutVars>
          <dgm:chMax val="1"/>
          <dgm:chPref val="1"/>
        </dgm:presLayoutVars>
      </dgm:prSet>
      <dgm:spPr/>
    </dgm:pt>
    <dgm:pt modelId="{4464FC85-FE52-45A0-8931-D1E238DE6AFB}" type="pres">
      <dgm:prSet presAssocID="{A5AEEBD8-A817-483D-A8B0-80FF07E75A3B}" presName="sibTrans" presStyleCnt="0"/>
      <dgm:spPr/>
    </dgm:pt>
    <dgm:pt modelId="{B4BBEFBF-12C4-4464-B7A7-108DCEAA83DA}" type="pres">
      <dgm:prSet presAssocID="{B9D16CC7-6BC9-4AB7-94DE-76B5861B4BFB}" presName="compNode" presStyleCnt="0"/>
      <dgm:spPr/>
    </dgm:pt>
    <dgm:pt modelId="{C577E084-5312-4C8C-995E-08BA6B92B046}" type="pres">
      <dgm:prSet presAssocID="{B9D16CC7-6BC9-4AB7-94DE-76B5861B4BFB}" presName="iconBgRect" presStyleLbl="bgShp" presStyleIdx="1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882111D9-801A-496F-92E5-838E113D533F}" type="pres">
      <dgm:prSet presAssocID="{B9D16CC7-6BC9-4AB7-94DE-76B5861B4BFB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6DFD43D8-7455-4E0E-8BE9-1B638E470441}" type="pres">
      <dgm:prSet presAssocID="{B9D16CC7-6BC9-4AB7-94DE-76B5861B4BFB}" presName="spaceRect" presStyleCnt="0"/>
      <dgm:spPr/>
    </dgm:pt>
    <dgm:pt modelId="{BC480753-6FDD-4875-842B-BA508E208C9E}" type="pres">
      <dgm:prSet presAssocID="{B9D16CC7-6BC9-4AB7-94DE-76B5861B4BFB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09FA400F-A382-4EC0-9E33-CF0A6440FB4E}" type="presOf" srcId="{22B0EF3C-762E-41AC-9AA0-29371F6B3026}" destId="{7B48039D-1F14-4194-BFD2-BFAA87ACA2A0}" srcOrd="0" destOrd="0" presId="urn:microsoft.com/office/officeart/2018/5/layout/IconLeafLabelList"/>
    <dgm:cxn modelId="{290FE037-316C-43D6-93E5-BC7AC0D7DA97}" type="presOf" srcId="{3ADF99EF-0774-4C01-A1C8-75F34FB72B90}" destId="{8BA98129-7644-4148-895D-53D88C444752}" srcOrd="0" destOrd="0" presId="urn:microsoft.com/office/officeart/2018/5/layout/IconLeafLabelList"/>
    <dgm:cxn modelId="{C9F39B50-9A2C-4E09-A33E-F1AA62F61DF9}" type="presOf" srcId="{B9D16CC7-6BC9-4AB7-94DE-76B5861B4BFB}" destId="{BC480753-6FDD-4875-842B-BA508E208C9E}" srcOrd="0" destOrd="0" presId="urn:microsoft.com/office/officeart/2018/5/layout/IconLeafLabelList"/>
    <dgm:cxn modelId="{465D2B9A-731D-43C1-B679-7A94D68E3628}" srcId="{3ADF99EF-0774-4C01-A1C8-75F34FB72B90}" destId="{22B0EF3C-762E-41AC-9AA0-29371F6B3026}" srcOrd="0" destOrd="0" parTransId="{5A0FF697-A6D7-4E6E-889D-6F20FBDEE968}" sibTransId="{A5AEEBD8-A817-483D-A8B0-80FF07E75A3B}"/>
    <dgm:cxn modelId="{C923799D-4D6C-4065-A908-2951C8A70E58}" srcId="{3ADF99EF-0774-4C01-A1C8-75F34FB72B90}" destId="{B9D16CC7-6BC9-4AB7-94DE-76B5861B4BFB}" srcOrd="1" destOrd="0" parTransId="{6C4C76E2-02E6-424D-B73F-6E3A5C2EB106}" sibTransId="{C39348B2-F7AA-47A5-82DE-5339B464D4A9}"/>
    <dgm:cxn modelId="{8D7855FD-6DD0-470E-BF3A-C789B3F9BDC5}" type="presParOf" srcId="{8BA98129-7644-4148-895D-53D88C444752}" destId="{E95C04A9-4124-4C93-9B72-62DC3FFD6B47}" srcOrd="0" destOrd="0" presId="urn:microsoft.com/office/officeart/2018/5/layout/IconLeafLabelList"/>
    <dgm:cxn modelId="{B97582AF-F57E-423E-A302-6384C0E713B5}" type="presParOf" srcId="{E95C04A9-4124-4C93-9B72-62DC3FFD6B47}" destId="{49C13D8E-A79C-43FF-A40F-F23C31FD8AED}" srcOrd="0" destOrd="0" presId="urn:microsoft.com/office/officeart/2018/5/layout/IconLeafLabelList"/>
    <dgm:cxn modelId="{A40AA730-C244-4155-A6A0-1DF33A7BB27F}" type="presParOf" srcId="{E95C04A9-4124-4C93-9B72-62DC3FFD6B47}" destId="{BC01F4D3-4B16-412D-B859-4178827FF4F1}" srcOrd="1" destOrd="0" presId="urn:microsoft.com/office/officeart/2018/5/layout/IconLeafLabelList"/>
    <dgm:cxn modelId="{9356DB41-DA03-45DF-9343-454481FFE9D2}" type="presParOf" srcId="{E95C04A9-4124-4C93-9B72-62DC3FFD6B47}" destId="{3EDAA2FA-F544-43A0-8578-09EDB0375747}" srcOrd="2" destOrd="0" presId="urn:microsoft.com/office/officeart/2018/5/layout/IconLeafLabelList"/>
    <dgm:cxn modelId="{5836D4DD-BA81-4701-81C2-40AF6E9D25C8}" type="presParOf" srcId="{E95C04A9-4124-4C93-9B72-62DC3FFD6B47}" destId="{7B48039D-1F14-4194-BFD2-BFAA87ACA2A0}" srcOrd="3" destOrd="0" presId="urn:microsoft.com/office/officeart/2018/5/layout/IconLeafLabelList"/>
    <dgm:cxn modelId="{42FC36E6-EC63-40B8-B503-EE2DCD016D02}" type="presParOf" srcId="{8BA98129-7644-4148-895D-53D88C444752}" destId="{4464FC85-FE52-45A0-8931-D1E238DE6AFB}" srcOrd="1" destOrd="0" presId="urn:microsoft.com/office/officeart/2018/5/layout/IconLeafLabelList"/>
    <dgm:cxn modelId="{CD82C326-F75A-45EC-9275-430B9F25BEEB}" type="presParOf" srcId="{8BA98129-7644-4148-895D-53D88C444752}" destId="{B4BBEFBF-12C4-4464-B7A7-108DCEAA83DA}" srcOrd="2" destOrd="0" presId="urn:microsoft.com/office/officeart/2018/5/layout/IconLeafLabelList"/>
    <dgm:cxn modelId="{9B2D1C2E-2641-4593-B3C6-0124DFC5AB12}" type="presParOf" srcId="{B4BBEFBF-12C4-4464-B7A7-108DCEAA83DA}" destId="{C577E084-5312-4C8C-995E-08BA6B92B046}" srcOrd="0" destOrd="0" presId="urn:microsoft.com/office/officeart/2018/5/layout/IconLeafLabelList"/>
    <dgm:cxn modelId="{8D76EBEE-3E94-4327-9AAB-5497EA42BFA7}" type="presParOf" srcId="{B4BBEFBF-12C4-4464-B7A7-108DCEAA83DA}" destId="{882111D9-801A-496F-92E5-838E113D533F}" srcOrd="1" destOrd="0" presId="urn:microsoft.com/office/officeart/2018/5/layout/IconLeafLabelList"/>
    <dgm:cxn modelId="{E849D296-5F1D-41B8-9CCD-502A095C721C}" type="presParOf" srcId="{B4BBEFBF-12C4-4464-B7A7-108DCEAA83DA}" destId="{6DFD43D8-7455-4E0E-8BE9-1B638E470441}" srcOrd="2" destOrd="0" presId="urn:microsoft.com/office/officeart/2018/5/layout/IconLeafLabelList"/>
    <dgm:cxn modelId="{8E86E57C-85B1-4F92-BDF6-44ED9341CE78}" type="presParOf" srcId="{B4BBEFBF-12C4-4464-B7A7-108DCEAA83DA}" destId="{BC480753-6FDD-4875-842B-BA508E208C9E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C97461-E446-458D-9CB9-3EB7B77EFCBF}">
      <dsp:nvSpPr>
        <dsp:cNvPr id="0" name=""/>
        <dsp:cNvSpPr/>
      </dsp:nvSpPr>
      <dsp:spPr>
        <a:xfrm>
          <a:off x="964885" y="279154"/>
          <a:ext cx="1029634" cy="102963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C0330D-76D8-44EE-ACBA-D7146E6C1EC8}">
      <dsp:nvSpPr>
        <dsp:cNvPr id="0" name=""/>
        <dsp:cNvSpPr/>
      </dsp:nvSpPr>
      <dsp:spPr>
        <a:xfrm>
          <a:off x="8796" y="1448072"/>
          <a:ext cx="2941811" cy="441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100" kern="1200"/>
            <a:t>Windows</a:t>
          </a:r>
        </a:p>
      </dsp:txBody>
      <dsp:txXfrm>
        <a:off x="8796" y="1448072"/>
        <a:ext cx="2941811" cy="441271"/>
      </dsp:txXfrm>
    </dsp:sp>
    <dsp:sp modelId="{4CF66220-86B2-41E5-96F2-2413DA5559DA}">
      <dsp:nvSpPr>
        <dsp:cNvPr id="0" name=""/>
        <dsp:cNvSpPr/>
      </dsp:nvSpPr>
      <dsp:spPr>
        <a:xfrm>
          <a:off x="8796" y="1954127"/>
          <a:ext cx="2941811" cy="1564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Control Pannel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Settings App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Task Manager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Disk Management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Device Manager</a:t>
          </a:r>
        </a:p>
      </dsp:txBody>
      <dsp:txXfrm>
        <a:off x="8796" y="1954127"/>
        <a:ext cx="2941811" cy="1564187"/>
      </dsp:txXfrm>
    </dsp:sp>
    <dsp:sp modelId="{1F80D8A4-084E-4D56-B368-11CEE8187CA8}">
      <dsp:nvSpPr>
        <dsp:cNvPr id="0" name=""/>
        <dsp:cNvSpPr/>
      </dsp:nvSpPr>
      <dsp:spPr>
        <a:xfrm>
          <a:off x="4421514" y="279154"/>
          <a:ext cx="1029634" cy="102963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AB3CC8-2C61-4D5C-B49A-C910D228ED83}">
      <dsp:nvSpPr>
        <dsp:cNvPr id="0" name=""/>
        <dsp:cNvSpPr/>
      </dsp:nvSpPr>
      <dsp:spPr>
        <a:xfrm>
          <a:off x="3465425" y="1448072"/>
          <a:ext cx="2941811" cy="441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100" kern="1200"/>
            <a:t>macOS</a:t>
          </a:r>
        </a:p>
      </dsp:txBody>
      <dsp:txXfrm>
        <a:off x="3465425" y="1448072"/>
        <a:ext cx="2941811" cy="441271"/>
      </dsp:txXfrm>
    </dsp:sp>
    <dsp:sp modelId="{560FE622-2B21-424C-A0C9-9843F594A1FE}">
      <dsp:nvSpPr>
        <dsp:cNvPr id="0" name=""/>
        <dsp:cNvSpPr/>
      </dsp:nvSpPr>
      <dsp:spPr>
        <a:xfrm>
          <a:off x="3465425" y="1954127"/>
          <a:ext cx="2941811" cy="1564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System Settings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Activity Monitor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Disk Utility</a:t>
          </a:r>
        </a:p>
      </dsp:txBody>
      <dsp:txXfrm>
        <a:off x="3465425" y="1954127"/>
        <a:ext cx="2941811" cy="1564187"/>
      </dsp:txXfrm>
    </dsp:sp>
    <dsp:sp modelId="{81E71536-A6F2-467A-8B38-0F083E838D3A}">
      <dsp:nvSpPr>
        <dsp:cNvPr id="0" name=""/>
        <dsp:cNvSpPr/>
      </dsp:nvSpPr>
      <dsp:spPr>
        <a:xfrm>
          <a:off x="7878143" y="279154"/>
          <a:ext cx="1029634" cy="102963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3EFD36-81DE-421B-92B6-B732F93FE3DD}">
      <dsp:nvSpPr>
        <dsp:cNvPr id="0" name=""/>
        <dsp:cNvSpPr/>
      </dsp:nvSpPr>
      <dsp:spPr>
        <a:xfrm>
          <a:off x="6922054" y="1448072"/>
          <a:ext cx="2941811" cy="441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100" kern="1200"/>
            <a:t>Linux </a:t>
          </a:r>
        </a:p>
      </dsp:txBody>
      <dsp:txXfrm>
        <a:off x="6922054" y="1448072"/>
        <a:ext cx="2941811" cy="441271"/>
      </dsp:txXfrm>
    </dsp:sp>
    <dsp:sp modelId="{37672B92-9B10-4A21-A5FF-CBF817B8C0D9}">
      <dsp:nvSpPr>
        <dsp:cNvPr id="0" name=""/>
        <dsp:cNvSpPr/>
      </dsp:nvSpPr>
      <dsp:spPr>
        <a:xfrm>
          <a:off x="6922054" y="1954127"/>
          <a:ext cx="2941811" cy="1564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Settings Panels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Disk Utilities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Package Managers</a:t>
          </a:r>
        </a:p>
      </dsp:txBody>
      <dsp:txXfrm>
        <a:off x="6922054" y="1954127"/>
        <a:ext cx="2941811" cy="156418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99F2AC-BCB6-4714-AE7D-C97F9FF18D6E}">
      <dsp:nvSpPr>
        <dsp:cNvPr id="0" name=""/>
        <dsp:cNvSpPr/>
      </dsp:nvSpPr>
      <dsp:spPr>
        <a:xfrm>
          <a:off x="0" y="47572"/>
          <a:ext cx="6451943" cy="13903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Intuitive</a:t>
          </a:r>
        </a:p>
      </dsp:txBody>
      <dsp:txXfrm>
        <a:off x="67873" y="115445"/>
        <a:ext cx="6316197" cy="1254634"/>
      </dsp:txXfrm>
    </dsp:sp>
    <dsp:sp modelId="{819CA348-AF2A-40EA-9AD4-0CD69B6C988C}">
      <dsp:nvSpPr>
        <dsp:cNvPr id="0" name=""/>
        <dsp:cNvSpPr/>
      </dsp:nvSpPr>
      <dsp:spPr>
        <a:xfrm>
          <a:off x="0" y="1538753"/>
          <a:ext cx="6451943" cy="1390380"/>
        </a:xfrm>
        <a:prstGeom prst="roundRect">
          <a:avLst/>
        </a:prstGeom>
        <a:solidFill>
          <a:schemeClr val="accent2">
            <a:hueOff val="-661686"/>
            <a:satOff val="746"/>
            <a:lumOff val="17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Easier to learn</a:t>
          </a:r>
        </a:p>
      </dsp:txBody>
      <dsp:txXfrm>
        <a:off x="67873" y="1606626"/>
        <a:ext cx="6316197" cy="1254634"/>
      </dsp:txXfrm>
    </dsp:sp>
    <dsp:sp modelId="{45023FFB-1026-4E01-B5F8-003B70191877}">
      <dsp:nvSpPr>
        <dsp:cNvPr id="0" name=""/>
        <dsp:cNvSpPr/>
      </dsp:nvSpPr>
      <dsp:spPr>
        <a:xfrm>
          <a:off x="0" y="3029933"/>
          <a:ext cx="6451943" cy="1390380"/>
        </a:xfrm>
        <a:prstGeom prst="roundRect">
          <a:avLst/>
        </a:prstGeom>
        <a:solidFill>
          <a:schemeClr val="accent2">
            <a:hueOff val="-1323373"/>
            <a:satOff val="1492"/>
            <a:lumOff val="353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Visual feedback makes it easy to understand</a:t>
          </a:r>
        </a:p>
      </dsp:txBody>
      <dsp:txXfrm>
        <a:off x="67873" y="3097806"/>
        <a:ext cx="6316197" cy="125463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CC9AA1-FA94-4164-A219-19522CFBDCBB}">
      <dsp:nvSpPr>
        <dsp:cNvPr id="0" name=""/>
        <dsp:cNvSpPr/>
      </dsp:nvSpPr>
      <dsp:spPr>
        <a:xfrm>
          <a:off x="0" y="545"/>
          <a:ext cx="6451943" cy="12762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335B1F-9B27-4B1C-B70D-49704A65A283}">
      <dsp:nvSpPr>
        <dsp:cNvPr id="0" name=""/>
        <dsp:cNvSpPr/>
      </dsp:nvSpPr>
      <dsp:spPr>
        <a:xfrm>
          <a:off x="386058" y="287696"/>
          <a:ext cx="701925" cy="7019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66881B-1437-4243-926D-DF9174AB091A}">
      <dsp:nvSpPr>
        <dsp:cNvPr id="0" name=""/>
        <dsp:cNvSpPr/>
      </dsp:nvSpPr>
      <dsp:spPr>
        <a:xfrm>
          <a:off x="1474042" y="545"/>
          <a:ext cx="4977900" cy="12762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067" tIns="135067" rIns="135067" bIns="13506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Less efficient</a:t>
          </a:r>
        </a:p>
      </dsp:txBody>
      <dsp:txXfrm>
        <a:off x="1474042" y="545"/>
        <a:ext cx="4977900" cy="1276227"/>
      </dsp:txXfrm>
    </dsp:sp>
    <dsp:sp modelId="{BC2A44FF-A82D-4F4D-BE05-85E58DE0ED7A}">
      <dsp:nvSpPr>
        <dsp:cNvPr id="0" name=""/>
        <dsp:cNvSpPr/>
      </dsp:nvSpPr>
      <dsp:spPr>
        <a:xfrm>
          <a:off x="0" y="1595829"/>
          <a:ext cx="6451943" cy="12762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6EC6D2-5DFC-45F6-BDCA-767097B6292C}">
      <dsp:nvSpPr>
        <dsp:cNvPr id="0" name=""/>
        <dsp:cNvSpPr/>
      </dsp:nvSpPr>
      <dsp:spPr>
        <a:xfrm>
          <a:off x="386058" y="1882980"/>
          <a:ext cx="701925" cy="7019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78BFB3-C267-4512-B247-4788B8885641}">
      <dsp:nvSpPr>
        <dsp:cNvPr id="0" name=""/>
        <dsp:cNvSpPr/>
      </dsp:nvSpPr>
      <dsp:spPr>
        <a:xfrm>
          <a:off x="1474042" y="1595829"/>
          <a:ext cx="4977900" cy="12762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067" tIns="135067" rIns="135067" bIns="13506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Consumes MORE resources</a:t>
          </a:r>
        </a:p>
      </dsp:txBody>
      <dsp:txXfrm>
        <a:off x="1474042" y="1595829"/>
        <a:ext cx="4977900" cy="1276227"/>
      </dsp:txXfrm>
    </dsp:sp>
    <dsp:sp modelId="{7E5D25AB-B796-41E7-A0E8-0F0032875183}">
      <dsp:nvSpPr>
        <dsp:cNvPr id="0" name=""/>
        <dsp:cNvSpPr/>
      </dsp:nvSpPr>
      <dsp:spPr>
        <a:xfrm>
          <a:off x="0" y="3191114"/>
          <a:ext cx="6451943" cy="12762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3665E5-7967-4B7D-A74B-B61893E43AA8}">
      <dsp:nvSpPr>
        <dsp:cNvPr id="0" name=""/>
        <dsp:cNvSpPr/>
      </dsp:nvSpPr>
      <dsp:spPr>
        <a:xfrm>
          <a:off x="386058" y="3478265"/>
          <a:ext cx="701925" cy="7019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45AD47-BBF9-4E49-A85E-4BD04E0D9B14}">
      <dsp:nvSpPr>
        <dsp:cNvPr id="0" name=""/>
        <dsp:cNvSpPr/>
      </dsp:nvSpPr>
      <dsp:spPr>
        <a:xfrm>
          <a:off x="1474042" y="3191114"/>
          <a:ext cx="4977900" cy="12762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067" tIns="135067" rIns="135067" bIns="13506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Not always available on server OS</a:t>
          </a:r>
        </a:p>
      </dsp:txBody>
      <dsp:txXfrm>
        <a:off x="1474042" y="3191114"/>
        <a:ext cx="4977900" cy="127622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5DA132-F7F0-489A-820F-1ED257F4314A}">
      <dsp:nvSpPr>
        <dsp:cNvPr id="0" name=""/>
        <dsp:cNvSpPr/>
      </dsp:nvSpPr>
      <dsp:spPr>
        <a:xfrm>
          <a:off x="961003" y="803161"/>
          <a:ext cx="1030640" cy="103064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458175-5111-4007-88C1-E9FDFAC065E1}">
      <dsp:nvSpPr>
        <dsp:cNvPr id="0" name=""/>
        <dsp:cNvSpPr/>
      </dsp:nvSpPr>
      <dsp:spPr>
        <a:xfrm>
          <a:off x="3979" y="1928021"/>
          <a:ext cx="2944687" cy="441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100" kern="1200"/>
            <a:t>Windows</a:t>
          </a:r>
        </a:p>
      </dsp:txBody>
      <dsp:txXfrm>
        <a:off x="3979" y="1928021"/>
        <a:ext cx="2944687" cy="441703"/>
      </dsp:txXfrm>
    </dsp:sp>
    <dsp:sp modelId="{21361E6D-B128-4F2E-9374-FD4B6102CF9D}">
      <dsp:nvSpPr>
        <dsp:cNvPr id="0" name=""/>
        <dsp:cNvSpPr/>
      </dsp:nvSpPr>
      <dsp:spPr>
        <a:xfrm>
          <a:off x="3979" y="2413547"/>
          <a:ext cx="2944687" cy="5807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Command Prompt 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PowerShell</a:t>
          </a:r>
        </a:p>
      </dsp:txBody>
      <dsp:txXfrm>
        <a:off x="3979" y="2413547"/>
        <a:ext cx="2944687" cy="580761"/>
      </dsp:txXfrm>
    </dsp:sp>
    <dsp:sp modelId="{76FF90D1-7955-4262-8F38-35B43BABF6FB}">
      <dsp:nvSpPr>
        <dsp:cNvPr id="0" name=""/>
        <dsp:cNvSpPr/>
      </dsp:nvSpPr>
      <dsp:spPr>
        <a:xfrm>
          <a:off x="4421011" y="803161"/>
          <a:ext cx="1030640" cy="103064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D62852-F58D-4319-9324-41704C1ED502}">
      <dsp:nvSpPr>
        <dsp:cNvPr id="0" name=""/>
        <dsp:cNvSpPr/>
      </dsp:nvSpPr>
      <dsp:spPr>
        <a:xfrm>
          <a:off x="3463987" y="1928021"/>
          <a:ext cx="2944687" cy="441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100" kern="1200"/>
            <a:t>macOS</a:t>
          </a:r>
        </a:p>
      </dsp:txBody>
      <dsp:txXfrm>
        <a:off x="3463987" y="1928021"/>
        <a:ext cx="2944687" cy="441703"/>
      </dsp:txXfrm>
    </dsp:sp>
    <dsp:sp modelId="{B516B1A1-4CE2-4ED4-A9CD-DF1561C3A305}">
      <dsp:nvSpPr>
        <dsp:cNvPr id="0" name=""/>
        <dsp:cNvSpPr/>
      </dsp:nvSpPr>
      <dsp:spPr>
        <a:xfrm>
          <a:off x="3463987" y="2413547"/>
          <a:ext cx="2944687" cy="5807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Terminal</a:t>
          </a:r>
        </a:p>
      </dsp:txBody>
      <dsp:txXfrm>
        <a:off x="3463987" y="2413547"/>
        <a:ext cx="2944687" cy="580761"/>
      </dsp:txXfrm>
    </dsp:sp>
    <dsp:sp modelId="{DDD47BEB-870F-446B-BD53-01DB0EC24A94}">
      <dsp:nvSpPr>
        <dsp:cNvPr id="0" name=""/>
        <dsp:cNvSpPr/>
      </dsp:nvSpPr>
      <dsp:spPr>
        <a:xfrm>
          <a:off x="7881019" y="803161"/>
          <a:ext cx="1030640" cy="103064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F22680-087A-4EB0-AB1B-04E59D4D13B1}">
      <dsp:nvSpPr>
        <dsp:cNvPr id="0" name=""/>
        <dsp:cNvSpPr/>
      </dsp:nvSpPr>
      <dsp:spPr>
        <a:xfrm>
          <a:off x="6923995" y="1928021"/>
          <a:ext cx="2944687" cy="441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100" kern="1200"/>
            <a:t>Linux</a:t>
          </a:r>
        </a:p>
      </dsp:txBody>
      <dsp:txXfrm>
        <a:off x="6923995" y="1928021"/>
        <a:ext cx="2944687" cy="441703"/>
      </dsp:txXfrm>
    </dsp:sp>
    <dsp:sp modelId="{42BBBE4D-9BBB-4877-A091-FFAEBE4B1B99}">
      <dsp:nvSpPr>
        <dsp:cNvPr id="0" name=""/>
        <dsp:cNvSpPr/>
      </dsp:nvSpPr>
      <dsp:spPr>
        <a:xfrm>
          <a:off x="6923995" y="2413547"/>
          <a:ext cx="2944687" cy="5807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Terminal</a:t>
          </a:r>
        </a:p>
      </dsp:txBody>
      <dsp:txXfrm>
        <a:off x="6923995" y="2413547"/>
        <a:ext cx="2944687" cy="58076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2EA7F0-DBDB-42D7-ADB9-334E41A42685}">
      <dsp:nvSpPr>
        <dsp:cNvPr id="0" name=""/>
        <dsp:cNvSpPr/>
      </dsp:nvSpPr>
      <dsp:spPr>
        <a:xfrm>
          <a:off x="339344" y="859867"/>
          <a:ext cx="1056181" cy="105618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88B36A-3AED-4C2A-AE51-40463888A07D}">
      <dsp:nvSpPr>
        <dsp:cNvPr id="0" name=""/>
        <dsp:cNvSpPr/>
      </dsp:nvSpPr>
      <dsp:spPr>
        <a:xfrm>
          <a:off x="564432" y="1084955"/>
          <a:ext cx="606005" cy="60600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DE09FD-1F46-4EB1-85B4-B0F6270F3451}">
      <dsp:nvSpPr>
        <dsp:cNvPr id="0" name=""/>
        <dsp:cNvSpPr/>
      </dsp:nvSpPr>
      <dsp:spPr>
        <a:xfrm>
          <a:off x="1712" y="2245024"/>
          <a:ext cx="1731445" cy="692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Powerful and Flexible</a:t>
          </a:r>
        </a:p>
      </dsp:txBody>
      <dsp:txXfrm>
        <a:off x="1712" y="2245024"/>
        <a:ext cx="1731445" cy="692578"/>
      </dsp:txXfrm>
    </dsp:sp>
    <dsp:sp modelId="{FA7588BB-A782-4A73-8A88-98518D6CE48C}">
      <dsp:nvSpPr>
        <dsp:cNvPr id="0" name=""/>
        <dsp:cNvSpPr/>
      </dsp:nvSpPr>
      <dsp:spPr>
        <a:xfrm>
          <a:off x="2373792" y="859867"/>
          <a:ext cx="1056181" cy="1056181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E02353-EB44-452C-9847-2F6E651C3FD5}">
      <dsp:nvSpPr>
        <dsp:cNvPr id="0" name=""/>
        <dsp:cNvSpPr/>
      </dsp:nvSpPr>
      <dsp:spPr>
        <a:xfrm>
          <a:off x="2598880" y="1084955"/>
          <a:ext cx="606005" cy="60600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08D433-A02E-47B9-8BE7-E4FCEDB75B25}">
      <dsp:nvSpPr>
        <dsp:cNvPr id="0" name=""/>
        <dsp:cNvSpPr/>
      </dsp:nvSpPr>
      <dsp:spPr>
        <a:xfrm>
          <a:off x="2036160" y="2245024"/>
          <a:ext cx="1731445" cy="692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Efficient for Experienced Users</a:t>
          </a:r>
        </a:p>
      </dsp:txBody>
      <dsp:txXfrm>
        <a:off x="2036160" y="2245024"/>
        <a:ext cx="1731445" cy="692578"/>
      </dsp:txXfrm>
    </dsp:sp>
    <dsp:sp modelId="{77778118-A132-4231-922E-CFF5AAD0B185}">
      <dsp:nvSpPr>
        <dsp:cNvPr id="0" name=""/>
        <dsp:cNvSpPr/>
      </dsp:nvSpPr>
      <dsp:spPr>
        <a:xfrm>
          <a:off x="4408240" y="859867"/>
          <a:ext cx="1056181" cy="1056181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1EF5D3-D318-4A70-B65D-29B3A59337C6}">
      <dsp:nvSpPr>
        <dsp:cNvPr id="0" name=""/>
        <dsp:cNvSpPr/>
      </dsp:nvSpPr>
      <dsp:spPr>
        <a:xfrm>
          <a:off x="4633328" y="1084955"/>
          <a:ext cx="606005" cy="60600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157E59-BDD6-4CAB-AF2B-51CB9234DAEA}">
      <dsp:nvSpPr>
        <dsp:cNvPr id="0" name=""/>
        <dsp:cNvSpPr/>
      </dsp:nvSpPr>
      <dsp:spPr>
        <a:xfrm>
          <a:off x="4070608" y="2245024"/>
          <a:ext cx="1731445" cy="692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Scripting and Automation</a:t>
          </a:r>
        </a:p>
      </dsp:txBody>
      <dsp:txXfrm>
        <a:off x="4070608" y="2245024"/>
        <a:ext cx="1731445" cy="692578"/>
      </dsp:txXfrm>
    </dsp:sp>
    <dsp:sp modelId="{400AF726-3457-4AA0-8193-31BA3A5D2633}">
      <dsp:nvSpPr>
        <dsp:cNvPr id="0" name=""/>
        <dsp:cNvSpPr/>
      </dsp:nvSpPr>
      <dsp:spPr>
        <a:xfrm>
          <a:off x="6442688" y="859867"/>
          <a:ext cx="1056181" cy="1056181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B97FE3-84F1-4925-B1DE-F9E47AD46F86}">
      <dsp:nvSpPr>
        <dsp:cNvPr id="0" name=""/>
        <dsp:cNvSpPr/>
      </dsp:nvSpPr>
      <dsp:spPr>
        <a:xfrm>
          <a:off x="6667776" y="1084955"/>
          <a:ext cx="606005" cy="60600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77117F-099F-4790-ACA0-D2FCD80755E7}">
      <dsp:nvSpPr>
        <dsp:cNvPr id="0" name=""/>
        <dsp:cNvSpPr/>
      </dsp:nvSpPr>
      <dsp:spPr>
        <a:xfrm>
          <a:off x="6105057" y="2245024"/>
          <a:ext cx="1731445" cy="692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Remote Management</a:t>
          </a:r>
        </a:p>
      </dsp:txBody>
      <dsp:txXfrm>
        <a:off x="6105057" y="2245024"/>
        <a:ext cx="1731445" cy="692578"/>
      </dsp:txXfrm>
    </dsp:sp>
    <dsp:sp modelId="{6EE79CDA-76E7-4E6E-BD68-A0D2C3262094}">
      <dsp:nvSpPr>
        <dsp:cNvPr id="0" name=""/>
        <dsp:cNvSpPr/>
      </dsp:nvSpPr>
      <dsp:spPr>
        <a:xfrm>
          <a:off x="8477137" y="859867"/>
          <a:ext cx="1056181" cy="1056181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2261D1-538E-4A90-90CE-2BAB1F701098}">
      <dsp:nvSpPr>
        <dsp:cNvPr id="0" name=""/>
        <dsp:cNvSpPr/>
      </dsp:nvSpPr>
      <dsp:spPr>
        <a:xfrm>
          <a:off x="8702225" y="1084955"/>
          <a:ext cx="606005" cy="60600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6F6C35-D311-41DD-821D-EB0E61746C3B}">
      <dsp:nvSpPr>
        <dsp:cNvPr id="0" name=""/>
        <dsp:cNvSpPr/>
      </dsp:nvSpPr>
      <dsp:spPr>
        <a:xfrm>
          <a:off x="8139505" y="2245024"/>
          <a:ext cx="1731445" cy="692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Lower Resource Usage</a:t>
          </a:r>
        </a:p>
      </dsp:txBody>
      <dsp:txXfrm>
        <a:off x="8139505" y="2245024"/>
        <a:ext cx="1731445" cy="69257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C13D8E-A79C-43FF-A40F-F23C31FD8AED}">
      <dsp:nvSpPr>
        <dsp:cNvPr id="0" name=""/>
        <dsp:cNvSpPr/>
      </dsp:nvSpPr>
      <dsp:spPr>
        <a:xfrm>
          <a:off x="1723331" y="98734"/>
          <a:ext cx="2196000" cy="2196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01F4D3-4B16-412D-B859-4178827FF4F1}">
      <dsp:nvSpPr>
        <dsp:cNvPr id="0" name=""/>
        <dsp:cNvSpPr/>
      </dsp:nvSpPr>
      <dsp:spPr>
        <a:xfrm>
          <a:off x="2191331" y="566734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48039D-1F14-4194-BFD2-BFAA87ACA2A0}">
      <dsp:nvSpPr>
        <dsp:cNvPr id="0" name=""/>
        <dsp:cNvSpPr/>
      </dsp:nvSpPr>
      <dsp:spPr>
        <a:xfrm>
          <a:off x="1021331" y="2978735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Steeper Learning Curve</a:t>
          </a:r>
        </a:p>
      </dsp:txBody>
      <dsp:txXfrm>
        <a:off x="1021331" y="2978735"/>
        <a:ext cx="3600000" cy="720000"/>
      </dsp:txXfrm>
    </dsp:sp>
    <dsp:sp modelId="{C577E084-5312-4C8C-995E-08BA6B92B046}">
      <dsp:nvSpPr>
        <dsp:cNvPr id="0" name=""/>
        <dsp:cNvSpPr/>
      </dsp:nvSpPr>
      <dsp:spPr>
        <a:xfrm>
          <a:off x="5953331" y="98734"/>
          <a:ext cx="2196000" cy="2196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2111D9-801A-496F-92E5-838E113D533F}">
      <dsp:nvSpPr>
        <dsp:cNvPr id="0" name=""/>
        <dsp:cNvSpPr/>
      </dsp:nvSpPr>
      <dsp:spPr>
        <a:xfrm>
          <a:off x="6421331" y="566734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480753-6FDD-4875-842B-BA508E208C9E}">
      <dsp:nvSpPr>
        <dsp:cNvPr id="0" name=""/>
        <dsp:cNvSpPr/>
      </dsp:nvSpPr>
      <dsp:spPr>
        <a:xfrm>
          <a:off x="5251331" y="2978735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Less intuitive for beginners</a:t>
          </a:r>
        </a:p>
      </dsp:txBody>
      <dsp:txXfrm>
        <a:off x="5251331" y="2978735"/>
        <a:ext cx="36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F9699B1-E4A0-4067-92A8-9E71A925B482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198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47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5631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198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591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819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91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560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472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866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374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EF9699B1-E4A0-4067-92A8-9E71A925B482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640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CE82C-BD33-E236-A89C-353C50ECAB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Chapter 10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D6A4F0-EA2D-376B-20E7-F65A3F067D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CompTIA Tech+</a:t>
            </a:r>
          </a:p>
          <a:p>
            <a:r>
              <a:rPr lang="en-US" dirty="0"/>
              <a:t>Administering Operating Systems</a:t>
            </a:r>
          </a:p>
        </p:txBody>
      </p:sp>
    </p:spTree>
    <p:extLst>
      <p:ext uri="{BB962C8B-B14F-4D97-AF65-F5344CB8AC3E}">
        <p14:creationId xmlns:p14="http://schemas.microsoft.com/office/powerpoint/2010/main" val="409288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42762-3D05-C8FE-9D1C-80C55E5E3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</p:spPr>
        <p:txBody>
          <a:bodyPr>
            <a:normAutofit/>
          </a:bodyPr>
          <a:lstStyle/>
          <a:p>
            <a:r>
              <a:rPr lang="en-US" dirty="0"/>
              <a:t>Management Interfaces - GUI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BDEAB15-C051-3D84-2E93-EC0A791B6F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7116272"/>
              </p:ext>
            </p:extLst>
          </p:nvPr>
        </p:nvGraphicFramePr>
        <p:xfrm>
          <a:off x="1143000" y="2298530"/>
          <a:ext cx="9872663" cy="37974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8344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7DFAB-88F4-87DD-B8CF-62787A3DF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5" y="609599"/>
            <a:ext cx="3364378" cy="5606143"/>
          </a:xfrm>
        </p:spPr>
        <p:txBody>
          <a:bodyPr>
            <a:normAutofit/>
          </a:bodyPr>
          <a:lstStyle/>
          <a:p>
            <a:r>
              <a:rPr lang="en-US" sz="4800"/>
              <a:t>Why we like the GUI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F603FFCE-B2D8-7B16-BA9E-3FC53C51D5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9160721"/>
              </p:ext>
            </p:extLst>
          </p:nvPr>
        </p:nvGraphicFramePr>
        <p:xfrm>
          <a:off x="4545013" y="1199858"/>
          <a:ext cx="6451943" cy="44678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89779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9B99C-2285-F8AA-FBBE-D519A8F44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5" y="609599"/>
            <a:ext cx="3364378" cy="5606143"/>
          </a:xfrm>
        </p:spPr>
        <p:txBody>
          <a:bodyPr>
            <a:normAutofit/>
          </a:bodyPr>
          <a:lstStyle/>
          <a:p>
            <a:r>
              <a:rPr lang="en-US" sz="4800"/>
              <a:t>What don’t we like?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C33604F-DCB5-639A-08C6-565B36D804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5614024"/>
              </p:ext>
            </p:extLst>
          </p:nvPr>
        </p:nvGraphicFramePr>
        <p:xfrm>
          <a:off x="4545013" y="1199858"/>
          <a:ext cx="6451943" cy="44678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92322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71235-1A59-1A9E-F6A2-396E03EF1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</p:spPr>
        <p:txBody>
          <a:bodyPr>
            <a:normAutofit/>
          </a:bodyPr>
          <a:lstStyle/>
          <a:p>
            <a:r>
              <a:rPr lang="en-US" dirty="0"/>
              <a:t>Management Interfaces - CLI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B09C5C9-94CD-E0E0-E77D-911E615415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1409510"/>
              </p:ext>
            </p:extLst>
          </p:nvPr>
        </p:nvGraphicFramePr>
        <p:xfrm>
          <a:off x="1143000" y="2298530"/>
          <a:ext cx="9872663" cy="37974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002425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95AD7-03DA-2E4A-24DD-7F481A5B4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</p:spPr>
        <p:txBody>
          <a:bodyPr>
            <a:normAutofit/>
          </a:bodyPr>
          <a:lstStyle/>
          <a:p>
            <a:r>
              <a:rPr lang="en-US" dirty="0"/>
              <a:t>Why we like the CLI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D41617F-E851-A3BD-F7BF-8075976D78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6454839"/>
              </p:ext>
            </p:extLst>
          </p:nvPr>
        </p:nvGraphicFramePr>
        <p:xfrm>
          <a:off x="1143000" y="2298530"/>
          <a:ext cx="9872663" cy="37974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73184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77E4C-C486-BADE-8570-A3C9FD331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</p:spPr>
        <p:txBody>
          <a:bodyPr>
            <a:normAutofit/>
          </a:bodyPr>
          <a:lstStyle/>
          <a:p>
            <a:r>
              <a:rPr lang="en-US" dirty="0"/>
              <a:t>What don’t we like?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0A517E9-DBE0-F775-950D-45BA41300F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3756729"/>
              </p:ext>
            </p:extLst>
          </p:nvPr>
        </p:nvGraphicFramePr>
        <p:xfrm>
          <a:off x="1143000" y="2298530"/>
          <a:ext cx="9872663" cy="37974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956239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C0DD7BF-8F3D-4D34-A37A-85563D3D62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82C64D9-D855-4343-BB40-3E465EFFA0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06D061A-80BB-4A08-8350-176FFFDCC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0AE913A7-2CA0-4B64-A25F-C0648DBC33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" name="Picture 4" descr="Closeup of a keyboard">
            <a:extLst>
              <a:ext uri="{FF2B5EF4-FFF2-40B4-BE49-F238E27FC236}">
                <a16:creationId xmlns:a16="http://schemas.microsoft.com/office/drawing/2014/main" id="{FB14A1C2-B96A-9A0F-D11C-5FE5D763E2D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60000"/>
          </a:blip>
          <a:srcRect b="13127"/>
          <a:stretch>
            <a:fillRect/>
          </a:stretch>
        </p:blipFill>
        <p:spPr>
          <a:xfrm>
            <a:off x="20" y="-1"/>
            <a:ext cx="12191980" cy="6858001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711F046-5997-46AF-8E8D-F3DE223E44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83E5F85C-576B-4095-B465-6B09F9E09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00" y="246888"/>
            <a:ext cx="11724640" cy="6377939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2CD53F-136C-8F6F-475B-B0F8B493E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980" y="882376"/>
            <a:ext cx="9966960" cy="29260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n-US" sz="7200" b="1" cap="all">
                <a:solidFill>
                  <a:srgbClr val="FFFFFF"/>
                </a:solidFill>
              </a:rPr>
              <a:t>What is a Process?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0535DF-464B-63AE-6FE3-4F48E42D0C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9530" y="3869634"/>
            <a:ext cx="8767860" cy="1388165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>
                <a:solidFill>
                  <a:srgbClr val="FFFFFF"/>
                </a:solidFill>
              </a:rPr>
              <a:t>Instance of a computer program that is currently running</a:t>
            </a:r>
          </a:p>
        </p:txBody>
      </p:sp>
    </p:spTree>
    <p:extLst>
      <p:ext uri="{BB962C8B-B14F-4D97-AF65-F5344CB8AC3E}">
        <p14:creationId xmlns:p14="http://schemas.microsoft.com/office/powerpoint/2010/main" val="40583956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368A5362-EC3B-4BE3-804B-E6B289AF8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0F175A-B6E6-BA56-EAA0-E7335048D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8564" y="609600"/>
            <a:ext cx="3912583" cy="13563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/>
              <a:t>OS manages Processes</a:t>
            </a:r>
          </a:p>
        </p:txBody>
      </p:sp>
      <p:pic>
        <p:nvPicPr>
          <p:cNvPr id="1026" name="Picture 2" descr="How to Monitor System Activity in Linux | top Command - GeeksforGeeks">
            <a:extLst>
              <a:ext uri="{FF2B5EF4-FFF2-40B4-BE49-F238E27FC236}">
                <a16:creationId xmlns:a16="http://schemas.microsoft.com/office/drawing/2014/main" id="{18BB2681-6B95-CC58-F88A-6C6B2E0A8C61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72064" y="1387147"/>
            <a:ext cx="6045576" cy="4081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0AC02-DAF0-368A-9A12-3DDEC16E8E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58564" y="2057400"/>
            <a:ext cx="3912583" cy="40386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600"/>
              <a:t>Creating and Deleting Processes</a:t>
            </a:r>
          </a:p>
          <a:p>
            <a:r>
              <a:rPr lang="en-US" sz="1600"/>
              <a:t>Scheduling</a:t>
            </a:r>
          </a:p>
          <a:p>
            <a:r>
              <a:rPr lang="en-US" sz="1600"/>
              <a:t>Resource Allocation</a:t>
            </a:r>
          </a:p>
          <a:p>
            <a:r>
              <a:rPr lang="en-US" sz="1600"/>
              <a:t>Synchronization and Communication </a:t>
            </a:r>
          </a:p>
        </p:txBody>
      </p:sp>
    </p:spTree>
    <p:extLst>
      <p:ext uri="{BB962C8B-B14F-4D97-AF65-F5344CB8AC3E}">
        <p14:creationId xmlns:p14="http://schemas.microsoft.com/office/powerpoint/2010/main" val="25492329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C0DD7BF-8F3D-4D34-A37A-85563D3D62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82C64D9-D855-4343-BB40-3E465EFFA0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06D061A-80BB-4A08-8350-176FFFDCC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0AE913A7-2CA0-4B64-A25F-C0648DBC33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6E4421D8-6C9F-6A9B-8367-CC302E72AD0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60000"/>
          </a:blip>
          <a:srcRect t="5981" b="9749"/>
          <a:stretch>
            <a:fillRect/>
          </a:stretch>
        </p:blipFill>
        <p:spPr>
          <a:xfrm>
            <a:off x="20" y="-1"/>
            <a:ext cx="12191980" cy="6858001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711F046-5997-46AF-8E8D-F3DE223E44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83E5F85C-576B-4095-B465-6B09F9E09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00" y="246888"/>
            <a:ext cx="11724640" cy="6377939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345BCD-2283-5A0E-B277-A98461955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980" y="882376"/>
            <a:ext cx="9966960" cy="29260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n-US" sz="7200" b="1" cap="all">
                <a:solidFill>
                  <a:srgbClr val="FFFFFF"/>
                </a:solidFill>
              </a:rPr>
              <a:t>What is a service?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3EBCB-D766-BEF2-7F2F-B59388FC3D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9530" y="3869634"/>
            <a:ext cx="8767860" cy="1388165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>
                <a:solidFill>
                  <a:srgbClr val="FFFFFF"/>
                </a:solidFill>
              </a:rPr>
              <a:t>type of program that runs in the background, often without a direct user interface</a:t>
            </a:r>
          </a:p>
        </p:txBody>
      </p:sp>
    </p:spTree>
    <p:extLst>
      <p:ext uri="{BB962C8B-B14F-4D97-AF65-F5344CB8AC3E}">
        <p14:creationId xmlns:p14="http://schemas.microsoft.com/office/powerpoint/2010/main" val="20818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368A5362-EC3B-4BE3-804B-E6B289AF8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12C0AA-1584-A2F0-33E7-407FF87FB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8564" y="609600"/>
            <a:ext cx="3912583" cy="13563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/>
              <a:t>Example of Services</a:t>
            </a:r>
          </a:p>
        </p:txBody>
      </p:sp>
      <p:pic>
        <p:nvPicPr>
          <p:cNvPr id="2050" name="Picture 2" descr="How To List Services on Linux – devconnected">
            <a:extLst>
              <a:ext uri="{FF2B5EF4-FFF2-40B4-BE49-F238E27FC236}">
                <a16:creationId xmlns:a16="http://schemas.microsoft.com/office/drawing/2014/main" id="{FFD273F2-142A-360B-366B-75E5242D4AB3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72064" y="2120654"/>
            <a:ext cx="6045576" cy="2614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E95C9-58F5-EC88-BB9E-548BB56513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58564" y="2057400"/>
            <a:ext cx="3912583" cy="40386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600"/>
              <a:t>Networking services</a:t>
            </a:r>
          </a:p>
          <a:p>
            <a:r>
              <a:rPr lang="en-US" sz="1600"/>
              <a:t>Print Spooler</a:t>
            </a:r>
          </a:p>
          <a:p>
            <a:r>
              <a:rPr lang="en-US" sz="1600"/>
              <a:t>Automatic Updates</a:t>
            </a:r>
          </a:p>
          <a:p>
            <a:r>
              <a:rPr lang="en-US" sz="1600"/>
              <a:t>Web Servers</a:t>
            </a:r>
          </a:p>
          <a:p>
            <a:r>
              <a:rPr lang="en-US" sz="1600"/>
              <a:t>Databases</a:t>
            </a:r>
          </a:p>
        </p:txBody>
      </p:sp>
    </p:spTree>
    <p:extLst>
      <p:ext uri="{BB962C8B-B14F-4D97-AF65-F5344CB8AC3E}">
        <p14:creationId xmlns:p14="http://schemas.microsoft.com/office/powerpoint/2010/main" val="24653113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Rectangle 3078">
            <a:extLst>
              <a:ext uri="{FF2B5EF4-FFF2-40B4-BE49-F238E27FC236}">
                <a16:creationId xmlns:a16="http://schemas.microsoft.com/office/drawing/2014/main" id="{368A5362-EC3B-4BE3-804B-E6B289AF8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CB0FA0-73AF-8297-BE67-25097AE1E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8564" y="609600"/>
            <a:ext cx="3912583" cy="13563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/>
              <a:t>Memory Management</a:t>
            </a:r>
          </a:p>
        </p:txBody>
      </p:sp>
      <p:pic>
        <p:nvPicPr>
          <p:cNvPr id="3074" name="Picture 2" descr="How to Change the Windows Pagefile Size – MCCI">
            <a:extLst>
              <a:ext uri="{FF2B5EF4-FFF2-40B4-BE49-F238E27FC236}">
                <a16:creationId xmlns:a16="http://schemas.microsoft.com/office/drawing/2014/main" id="{5DC078CB-8A6E-B712-FB05-A06FD2200A5A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92006" y="857675"/>
            <a:ext cx="3405692" cy="5140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76D23-6399-7C39-EA3B-C55CE0E17E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58564" y="2057400"/>
            <a:ext cx="3912583" cy="40386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600"/>
              <a:t>Allocating Memory</a:t>
            </a:r>
          </a:p>
          <a:p>
            <a:r>
              <a:rPr lang="en-US" sz="1600"/>
              <a:t>Deallocating Memory</a:t>
            </a:r>
          </a:p>
          <a:p>
            <a:r>
              <a:rPr lang="en-US" sz="1600"/>
              <a:t>Keeping Track of Memory</a:t>
            </a:r>
          </a:p>
          <a:p>
            <a:r>
              <a:rPr lang="en-US" sz="1600"/>
              <a:t>Virtual Memory</a:t>
            </a:r>
          </a:p>
          <a:p>
            <a:r>
              <a:rPr lang="en-US" sz="1600"/>
              <a:t>Protecting Memory</a:t>
            </a:r>
          </a:p>
        </p:txBody>
      </p:sp>
    </p:spTree>
    <p:extLst>
      <p:ext uri="{BB962C8B-B14F-4D97-AF65-F5344CB8AC3E}">
        <p14:creationId xmlns:p14="http://schemas.microsoft.com/office/powerpoint/2010/main" val="24530259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3" name="Rectangle 4102">
            <a:extLst>
              <a:ext uri="{FF2B5EF4-FFF2-40B4-BE49-F238E27FC236}">
                <a16:creationId xmlns:a16="http://schemas.microsoft.com/office/drawing/2014/main" id="{368A5362-EC3B-4BE3-804B-E6B289AF8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F8956-01D5-6246-263A-0100E0C45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8564" y="609600"/>
            <a:ext cx="3912583" cy="13563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/>
              <a:t>Disk Management</a:t>
            </a:r>
          </a:p>
        </p:txBody>
      </p:sp>
      <p:pic>
        <p:nvPicPr>
          <p:cNvPr id="4098" name="Picture 2" descr="What Is Disk Management &amp; What Does It Do?">
            <a:extLst>
              <a:ext uri="{FF2B5EF4-FFF2-40B4-BE49-F238E27FC236}">
                <a16:creationId xmlns:a16="http://schemas.microsoft.com/office/drawing/2014/main" id="{FC4AAA3C-5B75-8EB9-1D4A-3C31630CF6E0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72064" y="1257488"/>
            <a:ext cx="6045576" cy="4341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E850C-5C55-2028-A036-5DEB003D8B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58564" y="2057400"/>
            <a:ext cx="3912583" cy="40386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600"/>
              <a:t>Initializing Disks</a:t>
            </a:r>
          </a:p>
          <a:p>
            <a:r>
              <a:rPr lang="en-US" sz="1600"/>
              <a:t>Partitioning</a:t>
            </a:r>
          </a:p>
          <a:p>
            <a:r>
              <a:rPr lang="en-US" sz="1600"/>
              <a:t>Formatting</a:t>
            </a:r>
          </a:p>
          <a:p>
            <a:r>
              <a:rPr lang="en-US" sz="1600"/>
              <a:t>Assigning Drive Letters</a:t>
            </a:r>
          </a:p>
          <a:p>
            <a:r>
              <a:rPr lang="en-US" sz="1600"/>
              <a:t>Checking Disk Health </a:t>
            </a:r>
          </a:p>
        </p:txBody>
      </p:sp>
    </p:spTree>
    <p:extLst>
      <p:ext uri="{BB962C8B-B14F-4D97-AF65-F5344CB8AC3E}">
        <p14:creationId xmlns:p14="http://schemas.microsoft.com/office/powerpoint/2010/main" val="14238995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7" name="Rectangle 5126">
            <a:extLst>
              <a:ext uri="{FF2B5EF4-FFF2-40B4-BE49-F238E27FC236}">
                <a16:creationId xmlns:a16="http://schemas.microsoft.com/office/drawing/2014/main" id="{368A5362-EC3B-4BE3-804B-E6B289AF8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515789-DD23-08CD-665C-A5EA6865C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8564" y="609600"/>
            <a:ext cx="3912583" cy="13563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/>
              <a:t>CMD.exe</a:t>
            </a:r>
          </a:p>
        </p:txBody>
      </p:sp>
      <p:pic>
        <p:nvPicPr>
          <p:cNvPr id="5122" name="Picture 2" descr="Learn how to use the Windows Command Prompt or command line - a simple guide">
            <a:extLst>
              <a:ext uri="{FF2B5EF4-FFF2-40B4-BE49-F238E27FC236}">
                <a16:creationId xmlns:a16="http://schemas.microsoft.com/office/drawing/2014/main" id="{9B9E384A-878F-DE2A-406E-9DD75EA5FC77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72064" y="1863717"/>
            <a:ext cx="6045576" cy="3128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C61F-1E1C-AB0B-6EDB-05E2F19AA6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58564" y="2057400"/>
            <a:ext cx="3912583" cy="40386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600" dirty="0"/>
              <a:t>Windows CLI</a:t>
            </a:r>
          </a:p>
          <a:p>
            <a:r>
              <a:rPr lang="en-US" sz="1600" dirty="0"/>
              <a:t>Running Basic System Commands</a:t>
            </a:r>
          </a:p>
          <a:p>
            <a:r>
              <a:rPr lang="en-US" sz="1600" dirty="0"/>
              <a:t>Executing batch files</a:t>
            </a:r>
          </a:p>
          <a:p>
            <a:r>
              <a:rPr lang="en-US" sz="1600" dirty="0"/>
              <a:t>Use is less powerful than its buddy PowerShell</a:t>
            </a:r>
          </a:p>
        </p:txBody>
      </p:sp>
    </p:spTree>
    <p:extLst>
      <p:ext uri="{BB962C8B-B14F-4D97-AF65-F5344CB8AC3E}">
        <p14:creationId xmlns:p14="http://schemas.microsoft.com/office/powerpoint/2010/main" val="37177365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3" name="Rectangle 6152">
            <a:extLst>
              <a:ext uri="{FF2B5EF4-FFF2-40B4-BE49-F238E27FC236}">
                <a16:creationId xmlns:a16="http://schemas.microsoft.com/office/drawing/2014/main" id="{368A5362-EC3B-4BE3-804B-E6B289AF8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29D5C0-1D6D-EA7A-62D1-9EA26DB44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8564" y="609600"/>
            <a:ext cx="3912583" cy="13563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/>
              <a:t>PowerShell</a:t>
            </a:r>
          </a:p>
        </p:txBody>
      </p:sp>
      <p:pic>
        <p:nvPicPr>
          <p:cNvPr id="6148" name="Picture 4" descr="PowerShell Scripting and Automation | VisualSVN Server">
            <a:extLst>
              <a:ext uri="{FF2B5EF4-FFF2-40B4-BE49-F238E27FC236}">
                <a16:creationId xmlns:a16="http://schemas.microsoft.com/office/drawing/2014/main" id="{0A1ED29E-84F5-4CCC-7FB4-FA9A489B284C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72064" y="1705021"/>
            <a:ext cx="6045576" cy="3445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999D2-9A7E-B5E5-F90C-7BE49727C3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58564" y="2057400"/>
            <a:ext cx="3912583" cy="40386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600"/>
              <a:t>Windows TOOL by default</a:t>
            </a:r>
          </a:p>
          <a:p>
            <a:r>
              <a:rPr lang="en-US" sz="1600"/>
              <a:t>Can be installed on Linux</a:t>
            </a:r>
          </a:p>
          <a:p>
            <a:r>
              <a:rPr lang="en-US" sz="1600"/>
              <a:t>Object-Based</a:t>
            </a:r>
          </a:p>
          <a:p>
            <a:r>
              <a:rPr lang="en-US" sz="1600"/>
              <a:t>Cmdlets</a:t>
            </a:r>
          </a:p>
          <a:p>
            <a:r>
              <a:rPr lang="en-US" sz="1600"/>
              <a:t>Scripting Language</a:t>
            </a:r>
          </a:p>
          <a:p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9064014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3" name="Rectangle 9222">
            <a:extLst>
              <a:ext uri="{FF2B5EF4-FFF2-40B4-BE49-F238E27FC236}">
                <a16:creationId xmlns:a16="http://schemas.microsoft.com/office/drawing/2014/main" id="{368A5362-EC3B-4BE3-804B-E6B289AF8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2407AF-48EC-EC69-C101-35EAEE8CD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8564" y="609600"/>
            <a:ext cx="3912583" cy="13563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/>
              <a:t>Access Control and Permissions</a:t>
            </a:r>
          </a:p>
        </p:txBody>
      </p:sp>
      <p:pic>
        <p:nvPicPr>
          <p:cNvPr id="9218" name="Picture 2" descr="What is AAA Security? Authentication, Authorization, and Accounting">
            <a:extLst>
              <a:ext uri="{FF2B5EF4-FFF2-40B4-BE49-F238E27FC236}">
                <a16:creationId xmlns:a16="http://schemas.microsoft.com/office/drawing/2014/main" id="{12E11568-BE27-A884-7375-DD8A17D01863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72064" y="1727691"/>
            <a:ext cx="6045576" cy="3400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529ED2-4334-FB3F-492E-6C219B5254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58564" y="2057400"/>
            <a:ext cx="3912583" cy="40386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600"/>
              <a:t>Authentication</a:t>
            </a:r>
          </a:p>
          <a:p>
            <a:r>
              <a:rPr lang="en-US" sz="1600"/>
              <a:t>Authorization </a:t>
            </a:r>
          </a:p>
          <a:p>
            <a:r>
              <a:rPr lang="en-US" sz="1600"/>
              <a:t>Accounting</a:t>
            </a:r>
          </a:p>
        </p:txBody>
      </p:sp>
    </p:spTree>
    <p:extLst>
      <p:ext uri="{BB962C8B-B14F-4D97-AF65-F5344CB8AC3E}">
        <p14:creationId xmlns:p14="http://schemas.microsoft.com/office/powerpoint/2010/main" val="18354873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9" name="Rectangle 8198">
            <a:extLst>
              <a:ext uri="{FF2B5EF4-FFF2-40B4-BE49-F238E27FC236}">
                <a16:creationId xmlns:a16="http://schemas.microsoft.com/office/drawing/2014/main" id="{368A5362-EC3B-4BE3-804B-E6B289AF8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891705-ECBE-221C-4538-FE174203E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8564" y="609600"/>
            <a:ext cx="3912583" cy="13563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/>
              <a:t>Managing Permissions</a:t>
            </a:r>
          </a:p>
        </p:txBody>
      </p:sp>
      <p:pic>
        <p:nvPicPr>
          <p:cNvPr id="8194" name="Picture 2" descr="Learning the shell - Lesson 9: Permissions">
            <a:extLst>
              <a:ext uri="{FF2B5EF4-FFF2-40B4-BE49-F238E27FC236}">
                <a16:creationId xmlns:a16="http://schemas.microsoft.com/office/drawing/2014/main" id="{5F385F4D-E1C0-F9A8-B4EB-2A78CA075696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72064" y="1659678"/>
            <a:ext cx="6045576" cy="3536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D76A2C-9D10-BD03-1B37-12E93F0F4C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58564" y="2057400"/>
            <a:ext cx="3912583" cy="40386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600"/>
              <a:t>User Accounts and Groups</a:t>
            </a:r>
          </a:p>
          <a:p>
            <a:r>
              <a:rPr lang="en-US" sz="1600"/>
              <a:t>Administrator vs User Accounts</a:t>
            </a:r>
          </a:p>
          <a:p>
            <a:r>
              <a:rPr lang="en-US" sz="1600"/>
              <a:t>Least Privilege Model</a:t>
            </a:r>
          </a:p>
          <a:p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42383538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5" name="Rectangle 7174">
            <a:extLst>
              <a:ext uri="{FF2B5EF4-FFF2-40B4-BE49-F238E27FC236}">
                <a16:creationId xmlns:a16="http://schemas.microsoft.com/office/drawing/2014/main" id="{368A5362-EC3B-4BE3-804B-E6B289AF8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71252C-F1FE-7129-9586-65CAFF579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8564" y="609600"/>
            <a:ext cx="3912583" cy="13563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/>
              <a:t>Managing User Accounts</a:t>
            </a:r>
          </a:p>
        </p:txBody>
      </p:sp>
      <p:pic>
        <p:nvPicPr>
          <p:cNvPr id="7170" name="Picture 2" descr="Windows 10: Managing User Accounts and Parental Controls">
            <a:extLst>
              <a:ext uri="{FF2B5EF4-FFF2-40B4-BE49-F238E27FC236}">
                <a16:creationId xmlns:a16="http://schemas.microsoft.com/office/drawing/2014/main" id="{951A93B3-8513-AC6A-9C02-A25551A0BDEB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72064" y="1695334"/>
            <a:ext cx="6045576" cy="3465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F240B-1FAE-3C8B-1146-5E68F72F2A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58564" y="2057400"/>
            <a:ext cx="3912583" cy="40386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600"/>
              <a:t>Create User Accounts</a:t>
            </a:r>
          </a:p>
          <a:p>
            <a:r>
              <a:rPr lang="en-US" sz="1600"/>
              <a:t>Password Management</a:t>
            </a:r>
          </a:p>
          <a:p>
            <a:r>
              <a:rPr lang="en-US" sz="1600"/>
              <a:t>Disabling or Deleting Accounts</a:t>
            </a:r>
          </a:p>
          <a:p>
            <a:r>
              <a:rPr lang="en-US" sz="1600"/>
              <a:t>Managing User Profiles</a:t>
            </a:r>
          </a:p>
        </p:txBody>
      </p:sp>
    </p:spTree>
    <p:extLst>
      <p:ext uri="{BB962C8B-B14F-4D97-AF65-F5344CB8AC3E}">
        <p14:creationId xmlns:p14="http://schemas.microsoft.com/office/powerpoint/2010/main" val="7524095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9" name="Rectangle 10248">
            <a:extLst>
              <a:ext uri="{FF2B5EF4-FFF2-40B4-BE49-F238E27FC236}">
                <a16:creationId xmlns:a16="http://schemas.microsoft.com/office/drawing/2014/main" id="{368A5362-EC3B-4BE3-804B-E6B289AF8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A73707-8213-94B3-74ED-95DA25DB0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06704" y="609600"/>
            <a:ext cx="5364444" cy="13563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Device Manager</a:t>
            </a:r>
            <a:endParaRPr lang="en-US" dirty="0"/>
          </a:p>
        </p:txBody>
      </p:sp>
      <p:pic>
        <p:nvPicPr>
          <p:cNvPr id="10242" name="Picture 2" descr="How to Open Device Manager on Windows">
            <a:extLst>
              <a:ext uri="{FF2B5EF4-FFF2-40B4-BE49-F238E27FC236}">
                <a16:creationId xmlns:a16="http://schemas.microsoft.com/office/drawing/2014/main" id="{830D1EE3-D9A7-E32B-3664-3E9C092DF0EA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72064" y="1642203"/>
            <a:ext cx="4593715" cy="3571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9E42E2-AD8E-B48F-942A-2F43CC8527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06703" y="2057400"/>
            <a:ext cx="5364444" cy="40386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Drivers</a:t>
            </a:r>
          </a:p>
          <a:p>
            <a:r>
              <a:rPr lang="en-US"/>
              <a:t>Device Installation and Configuration</a:t>
            </a:r>
          </a:p>
          <a:p>
            <a:r>
              <a:rPr lang="en-US"/>
              <a:t>Monitoring Device Status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0616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F571B-FEF0-2773-10E0-49EF98FF6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5900" y="637563"/>
            <a:ext cx="8640201" cy="307037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n-US" sz="4000" b="1" cap="all">
                <a:solidFill>
                  <a:schemeClr val="tx1"/>
                </a:solidFill>
              </a:rPr>
              <a:t>KAHOOT!</a:t>
            </a:r>
          </a:p>
        </p:txBody>
      </p:sp>
    </p:spTree>
    <p:extLst>
      <p:ext uri="{BB962C8B-B14F-4D97-AF65-F5344CB8AC3E}">
        <p14:creationId xmlns:p14="http://schemas.microsoft.com/office/powerpoint/2010/main" val="1665520183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D9D01AC2-EE7D-4E49-99EE-8E62E4E7E8A7}"/>
    </a:ext>
  </a:extLst>
</a:theme>
</file>

<file path=docMetadata/LabelInfo.xml><?xml version="1.0" encoding="utf-8"?>
<clbl:labelList xmlns:clbl="http://schemas.microsoft.com/office/2020/mipLabelMetadata">
  <clbl:label id="{979a234f-6676-4346-ab46-4d9633c4cad1}" enabled="0" method="" siteId="{979a234f-6676-4346-ab46-4d9633c4cad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Basis</Template>
  <TotalTime>20</TotalTime>
  <Words>279</Words>
  <Application>Microsoft Office PowerPoint</Application>
  <PresentationFormat>Widescreen</PresentationFormat>
  <Paragraphs>99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Corbel</vt:lpstr>
      <vt:lpstr>Basis</vt:lpstr>
      <vt:lpstr>Chapter 10</vt:lpstr>
      <vt:lpstr>Management Interfaces - GUI</vt:lpstr>
      <vt:lpstr>Why we like the GUI</vt:lpstr>
      <vt:lpstr>What don’t we like?</vt:lpstr>
      <vt:lpstr>Management Interfaces - CLI</vt:lpstr>
      <vt:lpstr>Why we like the CLI</vt:lpstr>
      <vt:lpstr>What don’t we like?</vt:lpstr>
      <vt:lpstr>What is a Process?</vt:lpstr>
      <vt:lpstr>OS manages Processes</vt:lpstr>
      <vt:lpstr>What is a service?</vt:lpstr>
      <vt:lpstr>Example of Services</vt:lpstr>
      <vt:lpstr>Memory Management</vt:lpstr>
      <vt:lpstr>Disk Management</vt:lpstr>
      <vt:lpstr>CMD.exe</vt:lpstr>
      <vt:lpstr>PowerShell</vt:lpstr>
      <vt:lpstr>Access Control and Permissions</vt:lpstr>
      <vt:lpstr>Managing Permissions</vt:lpstr>
      <vt:lpstr>Managing User Accounts</vt:lpstr>
      <vt:lpstr>Device Manager</vt:lpstr>
      <vt:lpstr>KAHOOT!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Haskell, JT</dc:creator>
  <cp:lastModifiedBy>Haskell, JT</cp:lastModifiedBy>
  <cp:revision>2</cp:revision>
  <dcterms:created xsi:type="dcterms:W3CDTF">2025-05-27T16:37:30Z</dcterms:created>
  <dcterms:modified xsi:type="dcterms:W3CDTF">2025-06-11T03:38:02Z</dcterms:modified>
</cp:coreProperties>
</file>