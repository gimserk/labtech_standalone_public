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6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A7AC07-1597-4CB6-86BE-71BDC9F4B46D}" v="3" dt="2025-05-27T16:37:40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8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kell, JT" userId="43ae342c-01b7-44d1-9e4c-5ccd6bbabb0e" providerId="ADAL" clId="{CEA7AC07-1597-4CB6-86BE-71BDC9F4B46D}"/>
    <pc:docChg chg="addSld delSld modSld">
      <pc:chgData name="Haskell, JT" userId="43ae342c-01b7-44d1-9e4c-5ccd6bbabb0e" providerId="ADAL" clId="{CEA7AC07-1597-4CB6-86BE-71BDC9F4B46D}" dt="2025-05-27T16:37:47.937" v="27" actId="20577"/>
      <pc:docMkLst>
        <pc:docMk/>
      </pc:docMkLst>
      <pc:sldChg chg="new del">
        <pc:chgData name="Haskell, JT" userId="43ae342c-01b7-44d1-9e4c-5ccd6bbabb0e" providerId="ADAL" clId="{CEA7AC07-1597-4CB6-86BE-71BDC9F4B46D}" dt="2025-05-27T16:37:35.391" v="3" actId="47"/>
        <pc:sldMkLst>
          <pc:docMk/>
          <pc:sldMk cId="2958641131" sldId="256"/>
        </pc:sldMkLst>
      </pc:sldChg>
      <pc:sldChg chg="modSp add mod">
        <pc:chgData name="Haskell, JT" userId="43ae342c-01b7-44d1-9e4c-5ccd6bbabb0e" providerId="ADAL" clId="{CEA7AC07-1597-4CB6-86BE-71BDC9F4B46D}" dt="2025-05-27T16:37:47.937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CEA7AC07-1597-4CB6-86BE-71BDC9F4B46D}" dt="2025-05-27T16:37:42.681" v="7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CEA7AC07-1597-4CB6-86BE-71BDC9F4B46D}" dt="2025-05-27T16:37:47.937" v="27" actId="20577"/>
          <ac:spMkLst>
            <pc:docMk/>
            <pc:sldMk cId="409288186" sldId="257"/>
            <ac:spMk id="3" creationId="{C2D6A4F0-EA2D-376B-20E7-F65A3F067D08}"/>
          </ac:spMkLst>
        </pc:spChg>
      </pc:sldChg>
      <pc:sldChg chg="delSp add setBg delDesignElem">
        <pc:chgData name="Haskell, JT" userId="43ae342c-01b7-44d1-9e4c-5ccd6bbabb0e" providerId="ADAL" clId="{CEA7AC07-1597-4CB6-86BE-71BDC9F4B46D}" dt="2025-05-27T16:37:33.442" v="2"/>
        <pc:sldMkLst>
          <pc:docMk/>
          <pc:sldMk cId="1665520183" sldId="264"/>
        </pc:sldMkLst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8" creationId="{C79B1AF8-A94D-4E21-A2A0-7F161E1E8110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0" creationId="{5E10CB9E-4C45-46DB-835A-2C29CE29A625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4" creationId="{B0513689-D00A-4D15-B8A3-AA50EC4B2BB9}"/>
          </ac:spMkLst>
        </pc:spChg>
        <pc:cxnChg chg="del">
          <ac:chgData name="Haskell, JT" userId="43ae342c-01b7-44d1-9e4c-5ccd6bbabb0e" providerId="ADAL" clId="{CEA7AC07-1597-4CB6-86BE-71BDC9F4B46D}" dt="2025-05-27T16:37:33.442" v="2"/>
          <ac:cxnSpMkLst>
            <pc:docMk/>
            <pc:sldMk cId="1665520183" sldId="264"/>
            <ac:cxnSpMk id="12" creationId="{2C1AF0B9-E97D-4D5D-BA2D-1C0BDE3A5EAE}"/>
          </ac:cxnSpMkLst>
        </pc:cxnChg>
      </pc:sldChg>
    </pc:docChg>
  </pc:docChgLst>
  <pc:docChgLst>
    <pc:chgData name="Haskell, JT" userId="43ae342c-01b7-44d1-9e4c-5ccd6bbabb0e" providerId="ADAL" clId="{68B51E5A-C0FA-4382-A876-71ABB5CD37AA}"/>
    <pc:docChg chg="modSld">
      <pc:chgData name="Haskell, JT" userId="43ae342c-01b7-44d1-9e4c-5ccd6bbabb0e" providerId="ADAL" clId="{68B51E5A-C0FA-4382-A876-71ABB5CD37AA}" dt="2025-05-27T16:39:58.271" v="27" actId="20577"/>
      <pc:docMkLst>
        <pc:docMk/>
      </pc:docMkLst>
      <pc:sldChg chg="modSp mod">
        <pc:chgData name="Haskell, JT" userId="43ae342c-01b7-44d1-9e4c-5ccd6bbabb0e" providerId="ADAL" clId="{68B51E5A-C0FA-4382-A876-71ABB5CD37AA}" dt="2025-05-27T16:39:58.271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68B51E5A-C0FA-4382-A876-71ABB5CD37AA}" dt="2025-05-27T16:39:49.076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68B51E5A-C0FA-4382-A876-71ABB5CD37AA}" dt="2025-05-27T16:39:58.271" v="27" actId="20577"/>
          <ac:spMkLst>
            <pc:docMk/>
            <pc:sldMk cId="409288186" sldId="257"/>
            <ac:spMk id="3" creationId="{C2D6A4F0-EA2D-376B-20E7-F65A3F067D08}"/>
          </ac:spMkLst>
        </pc:spChg>
      </pc:sldChg>
    </pc:docChg>
  </pc:docChgLst>
  <pc:docChgLst>
    <pc:chgData name="Haskell, JT" userId="43ae342c-01b7-44d1-9e4c-5ccd6bbabb0e" providerId="ADAL" clId="{8D8D9FCC-C03A-4C49-90E0-0AE8F379FE7D}"/>
    <pc:docChg chg="modSld">
      <pc:chgData name="Haskell, JT" userId="43ae342c-01b7-44d1-9e4c-5ccd6bbabb0e" providerId="ADAL" clId="{8D8D9FCC-C03A-4C49-90E0-0AE8F379FE7D}" dt="2025-05-27T16:40:51.254" v="26" actId="20577"/>
      <pc:docMkLst>
        <pc:docMk/>
      </pc:docMkLst>
      <pc:sldChg chg="modSp mod">
        <pc:chgData name="Haskell, JT" userId="43ae342c-01b7-44d1-9e4c-5ccd6bbabb0e" providerId="ADAL" clId="{8D8D9FCC-C03A-4C49-90E0-0AE8F379FE7D}" dt="2025-05-27T16:40:51.254" v="26" actId="20577"/>
        <pc:sldMkLst>
          <pc:docMk/>
          <pc:sldMk cId="409288186" sldId="257"/>
        </pc:sldMkLst>
        <pc:spChg chg="mod">
          <ac:chgData name="Haskell, JT" userId="43ae342c-01b7-44d1-9e4c-5ccd6bbabb0e" providerId="ADAL" clId="{8D8D9FCC-C03A-4C49-90E0-0AE8F379FE7D}" dt="2025-05-27T16:40:43.571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8D8D9FCC-C03A-4C49-90E0-0AE8F379FE7D}" dt="2025-05-27T16:40:51.254" v="26" actId="20577"/>
          <ac:spMkLst>
            <pc:docMk/>
            <pc:sldMk cId="409288186" sldId="257"/>
            <ac:spMk id="3" creationId="{C2D6A4F0-EA2D-376B-20E7-F65A3F067D08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5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image" Target="../media/image29.svg"/><Relationship Id="rId16" Type="http://schemas.openxmlformats.org/officeDocument/2006/relationships/image" Target="../media/image43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Relationship Id="rId14" Type="http://schemas.openxmlformats.org/officeDocument/2006/relationships/image" Target="../media/image4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5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image" Target="../media/image29.svg"/><Relationship Id="rId16" Type="http://schemas.openxmlformats.org/officeDocument/2006/relationships/image" Target="../media/image43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Relationship Id="rId14" Type="http://schemas.openxmlformats.org/officeDocument/2006/relationships/image" Target="../media/image4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E1D565-956A-4E17-A394-F4A0254F277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42E60A0-DFA1-4BF5-ACF7-7605F8D4B729}">
      <dgm:prSet/>
      <dgm:spPr/>
      <dgm:t>
        <a:bodyPr/>
        <a:lstStyle/>
        <a:p>
          <a:pPr>
            <a:defRPr b="1"/>
          </a:pPr>
          <a:r>
            <a:rPr lang="en-US"/>
            <a:t>MBR (Master Boot Record)</a:t>
          </a:r>
        </a:p>
      </dgm:t>
    </dgm:pt>
    <dgm:pt modelId="{0C904B2B-E607-4CC2-A72A-40AEA9EE2379}" type="parTrans" cxnId="{E0480CB4-4B62-49F1-89BE-E2BAB57B3DED}">
      <dgm:prSet/>
      <dgm:spPr/>
      <dgm:t>
        <a:bodyPr/>
        <a:lstStyle/>
        <a:p>
          <a:endParaRPr lang="en-US"/>
        </a:p>
      </dgm:t>
    </dgm:pt>
    <dgm:pt modelId="{F1307811-55B1-4639-B434-F60170C09E0B}" type="sibTrans" cxnId="{E0480CB4-4B62-49F1-89BE-E2BAB57B3DED}">
      <dgm:prSet/>
      <dgm:spPr/>
      <dgm:t>
        <a:bodyPr/>
        <a:lstStyle/>
        <a:p>
          <a:endParaRPr lang="en-US"/>
        </a:p>
      </dgm:t>
    </dgm:pt>
    <dgm:pt modelId="{9D253D15-17EF-419F-811F-C60C6DAADBF8}">
      <dgm:prSet/>
      <dgm:spPr/>
      <dgm:t>
        <a:bodyPr/>
        <a:lstStyle/>
        <a:p>
          <a:r>
            <a:rPr lang="en-US"/>
            <a:t>Up to 2TB</a:t>
          </a:r>
        </a:p>
      </dgm:t>
    </dgm:pt>
    <dgm:pt modelId="{42843FCB-D985-473D-B0AC-AAA90557CED0}" type="parTrans" cxnId="{8C016C0B-554C-4DA5-8C85-11BE78B710AB}">
      <dgm:prSet/>
      <dgm:spPr/>
      <dgm:t>
        <a:bodyPr/>
        <a:lstStyle/>
        <a:p>
          <a:endParaRPr lang="en-US"/>
        </a:p>
      </dgm:t>
    </dgm:pt>
    <dgm:pt modelId="{C119C501-4299-4A7C-93E8-D0C856DE06D4}" type="sibTrans" cxnId="{8C016C0B-554C-4DA5-8C85-11BE78B710AB}">
      <dgm:prSet/>
      <dgm:spPr/>
      <dgm:t>
        <a:bodyPr/>
        <a:lstStyle/>
        <a:p>
          <a:endParaRPr lang="en-US"/>
        </a:p>
      </dgm:t>
    </dgm:pt>
    <dgm:pt modelId="{160E7CE7-361E-4862-A79B-520F6E2C0B3A}">
      <dgm:prSet/>
      <dgm:spPr/>
      <dgm:t>
        <a:bodyPr/>
        <a:lstStyle/>
        <a:p>
          <a:pPr>
            <a:defRPr b="1"/>
          </a:pPr>
          <a:r>
            <a:rPr lang="en-US"/>
            <a:t>GPT (GUID Partition Table</a:t>
          </a:r>
        </a:p>
      </dgm:t>
    </dgm:pt>
    <dgm:pt modelId="{86FC011F-5D82-4AAE-A473-F2B6304C7D37}" type="parTrans" cxnId="{B0C658D0-F952-4C34-9CE1-03D6A08CC611}">
      <dgm:prSet/>
      <dgm:spPr/>
      <dgm:t>
        <a:bodyPr/>
        <a:lstStyle/>
        <a:p>
          <a:endParaRPr lang="en-US"/>
        </a:p>
      </dgm:t>
    </dgm:pt>
    <dgm:pt modelId="{DE69CBC4-63C9-43E9-AF4A-0E2481ED4079}" type="sibTrans" cxnId="{B0C658D0-F952-4C34-9CE1-03D6A08CC611}">
      <dgm:prSet/>
      <dgm:spPr/>
      <dgm:t>
        <a:bodyPr/>
        <a:lstStyle/>
        <a:p>
          <a:endParaRPr lang="en-US"/>
        </a:p>
      </dgm:t>
    </dgm:pt>
    <dgm:pt modelId="{85AB1347-D2F6-4C5B-9DDE-2EAADF3F2175}">
      <dgm:prSet/>
      <dgm:spPr/>
      <dgm:t>
        <a:bodyPr/>
        <a:lstStyle/>
        <a:p>
          <a:r>
            <a:rPr lang="en-US"/>
            <a:t>Much Larger 128TB in most cases</a:t>
          </a:r>
        </a:p>
      </dgm:t>
    </dgm:pt>
    <dgm:pt modelId="{2B86E9D8-C587-4195-BC88-DEA71D9EA259}" type="parTrans" cxnId="{195B9586-F64B-43D7-9FF6-6E58E179E65E}">
      <dgm:prSet/>
      <dgm:spPr/>
      <dgm:t>
        <a:bodyPr/>
        <a:lstStyle/>
        <a:p>
          <a:endParaRPr lang="en-US"/>
        </a:p>
      </dgm:t>
    </dgm:pt>
    <dgm:pt modelId="{765383A8-D68B-4EAA-A16B-692A65FC3F04}" type="sibTrans" cxnId="{195B9586-F64B-43D7-9FF6-6E58E179E65E}">
      <dgm:prSet/>
      <dgm:spPr/>
      <dgm:t>
        <a:bodyPr/>
        <a:lstStyle/>
        <a:p>
          <a:endParaRPr lang="en-US"/>
        </a:p>
      </dgm:t>
    </dgm:pt>
    <dgm:pt modelId="{57615BD2-9FF2-4818-AB00-C23CABD3DE78}" type="pres">
      <dgm:prSet presAssocID="{2FE1D565-956A-4E17-A394-F4A0254F277E}" presName="root" presStyleCnt="0">
        <dgm:presLayoutVars>
          <dgm:dir/>
          <dgm:resizeHandles val="exact"/>
        </dgm:presLayoutVars>
      </dgm:prSet>
      <dgm:spPr/>
    </dgm:pt>
    <dgm:pt modelId="{2FC2B519-1B9F-4006-B6D1-445141C86165}" type="pres">
      <dgm:prSet presAssocID="{642E60A0-DFA1-4BF5-ACF7-7605F8D4B729}" presName="compNode" presStyleCnt="0"/>
      <dgm:spPr/>
    </dgm:pt>
    <dgm:pt modelId="{1BCC9541-FCC9-4F4E-A19E-C876745F938C}" type="pres">
      <dgm:prSet presAssocID="{642E60A0-DFA1-4BF5-ACF7-7605F8D4B72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t"/>
        </a:ext>
      </dgm:extLst>
    </dgm:pt>
    <dgm:pt modelId="{4AEE4E09-FB3B-4DF2-BB65-902706DE086A}" type="pres">
      <dgm:prSet presAssocID="{642E60A0-DFA1-4BF5-ACF7-7605F8D4B729}" presName="iconSpace" presStyleCnt="0"/>
      <dgm:spPr/>
    </dgm:pt>
    <dgm:pt modelId="{F247EC63-F062-45D5-B537-4FA1461D31FC}" type="pres">
      <dgm:prSet presAssocID="{642E60A0-DFA1-4BF5-ACF7-7605F8D4B729}" presName="parTx" presStyleLbl="revTx" presStyleIdx="0" presStyleCnt="4">
        <dgm:presLayoutVars>
          <dgm:chMax val="0"/>
          <dgm:chPref val="0"/>
        </dgm:presLayoutVars>
      </dgm:prSet>
      <dgm:spPr/>
    </dgm:pt>
    <dgm:pt modelId="{73D3F6CC-DDE6-414B-AD22-4467C7DBFC8F}" type="pres">
      <dgm:prSet presAssocID="{642E60A0-DFA1-4BF5-ACF7-7605F8D4B729}" presName="txSpace" presStyleCnt="0"/>
      <dgm:spPr/>
    </dgm:pt>
    <dgm:pt modelId="{89313542-3A87-4791-8024-0CC313A3512C}" type="pres">
      <dgm:prSet presAssocID="{642E60A0-DFA1-4BF5-ACF7-7605F8D4B729}" presName="desTx" presStyleLbl="revTx" presStyleIdx="1" presStyleCnt="4">
        <dgm:presLayoutVars/>
      </dgm:prSet>
      <dgm:spPr/>
    </dgm:pt>
    <dgm:pt modelId="{8913B777-466A-4281-A02D-5662A8ED0CFA}" type="pres">
      <dgm:prSet presAssocID="{F1307811-55B1-4639-B434-F60170C09E0B}" presName="sibTrans" presStyleCnt="0"/>
      <dgm:spPr/>
    </dgm:pt>
    <dgm:pt modelId="{864D9219-6A8C-483A-8D4B-58D0776A930B}" type="pres">
      <dgm:prSet presAssocID="{160E7CE7-361E-4862-A79B-520F6E2C0B3A}" presName="compNode" presStyleCnt="0"/>
      <dgm:spPr/>
    </dgm:pt>
    <dgm:pt modelId="{6E2327EC-BDC9-43F0-B0BC-00C953547CF9}" type="pres">
      <dgm:prSet presAssocID="{160E7CE7-361E-4862-A79B-520F6E2C0B3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668B13B-2826-4596-B077-78E0101582FB}" type="pres">
      <dgm:prSet presAssocID="{160E7CE7-361E-4862-A79B-520F6E2C0B3A}" presName="iconSpace" presStyleCnt="0"/>
      <dgm:spPr/>
    </dgm:pt>
    <dgm:pt modelId="{FE2CA451-FEA0-4747-A4EB-9EE9C2C58E10}" type="pres">
      <dgm:prSet presAssocID="{160E7CE7-361E-4862-A79B-520F6E2C0B3A}" presName="parTx" presStyleLbl="revTx" presStyleIdx="2" presStyleCnt="4">
        <dgm:presLayoutVars>
          <dgm:chMax val="0"/>
          <dgm:chPref val="0"/>
        </dgm:presLayoutVars>
      </dgm:prSet>
      <dgm:spPr/>
    </dgm:pt>
    <dgm:pt modelId="{0620C96D-AB35-4258-A2E5-2CE4820CA652}" type="pres">
      <dgm:prSet presAssocID="{160E7CE7-361E-4862-A79B-520F6E2C0B3A}" presName="txSpace" presStyleCnt="0"/>
      <dgm:spPr/>
    </dgm:pt>
    <dgm:pt modelId="{331651D8-FEA4-485E-96FB-EA38241E6120}" type="pres">
      <dgm:prSet presAssocID="{160E7CE7-361E-4862-A79B-520F6E2C0B3A}" presName="desTx" presStyleLbl="revTx" presStyleIdx="3" presStyleCnt="4">
        <dgm:presLayoutVars/>
      </dgm:prSet>
      <dgm:spPr/>
    </dgm:pt>
  </dgm:ptLst>
  <dgm:cxnLst>
    <dgm:cxn modelId="{8C016C0B-554C-4DA5-8C85-11BE78B710AB}" srcId="{642E60A0-DFA1-4BF5-ACF7-7605F8D4B729}" destId="{9D253D15-17EF-419F-811F-C60C6DAADBF8}" srcOrd="0" destOrd="0" parTransId="{42843FCB-D985-473D-B0AC-AAA90557CED0}" sibTransId="{C119C501-4299-4A7C-93E8-D0C856DE06D4}"/>
    <dgm:cxn modelId="{195B9586-F64B-43D7-9FF6-6E58E179E65E}" srcId="{160E7CE7-361E-4862-A79B-520F6E2C0B3A}" destId="{85AB1347-D2F6-4C5B-9DDE-2EAADF3F2175}" srcOrd="0" destOrd="0" parTransId="{2B86E9D8-C587-4195-BC88-DEA71D9EA259}" sibTransId="{765383A8-D68B-4EAA-A16B-692A65FC3F04}"/>
    <dgm:cxn modelId="{5D0B6E91-875B-4B51-A6AE-B61250B6145B}" type="presOf" srcId="{2FE1D565-956A-4E17-A394-F4A0254F277E}" destId="{57615BD2-9FF2-4818-AB00-C23CABD3DE78}" srcOrd="0" destOrd="0" presId="urn:microsoft.com/office/officeart/2018/2/layout/IconLabelDescriptionList"/>
    <dgm:cxn modelId="{844369A7-DBEF-4F23-966D-A98AB83F1B3B}" type="presOf" srcId="{160E7CE7-361E-4862-A79B-520F6E2C0B3A}" destId="{FE2CA451-FEA0-4747-A4EB-9EE9C2C58E10}" srcOrd="0" destOrd="0" presId="urn:microsoft.com/office/officeart/2018/2/layout/IconLabelDescriptionList"/>
    <dgm:cxn modelId="{D97093B1-BF9B-416C-B740-7EC4CEB6E0F6}" type="presOf" srcId="{642E60A0-DFA1-4BF5-ACF7-7605F8D4B729}" destId="{F247EC63-F062-45D5-B537-4FA1461D31FC}" srcOrd="0" destOrd="0" presId="urn:microsoft.com/office/officeart/2018/2/layout/IconLabelDescriptionList"/>
    <dgm:cxn modelId="{E0480CB4-4B62-49F1-89BE-E2BAB57B3DED}" srcId="{2FE1D565-956A-4E17-A394-F4A0254F277E}" destId="{642E60A0-DFA1-4BF5-ACF7-7605F8D4B729}" srcOrd="0" destOrd="0" parTransId="{0C904B2B-E607-4CC2-A72A-40AEA9EE2379}" sibTransId="{F1307811-55B1-4639-B434-F60170C09E0B}"/>
    <dgm:cxn modelId="{50A12CB6-E726-441A-B938-91FA6358EF35}" type="presOf" srcId="{9D253D15-17EF-419F-811F-C60C6DAADBF8}" destId="{89313542-3A87-4791-8024-0CC313A3512C}" srcOrd="0" destOrd="0" presId="urn:microsoft.com/office/officeart/2018/2/layout/IconLabelDescriptionList"/>
    <dgm:cxn modelId="{B0C658D0-F952-4C34-9CE1-03D6A08CC611}" srcId="{2FE1D565-956A-4E17-A394-F4A0254F277E}" destId="{160E7CE7-361E-4862-A79B-520F6E2C0B3A}" srcOrd="1" destOrd="0" parTransId="{86FC011F-5D82-4AAE-A473-F2B6304C7D37}" sibTransId="{DE69CBC4-63C9-43E9-AF4A-0E2481ED4079}"/>
    <dgm:cxn modelId="{2CD0B0ED-07D4-496B-A3B4-A42D1B7ADD89}" type="presOf" srcId="{85AB1347-D2F6-4C5B-9DDE-2EAADF3F2175}" destId="{331651D8-FEA4-485E-96FB-EA38241E6120}" srcOrd="0" destOrd="0" presId="urn:microsoft.com/office/officeart/2018/2/layout/IconLabelDescriptionList"/>
    <dgm:cxn modelId="{A44E5D27-9EC3-4F02-969F-52D358F68B8D}" type="presParOf" srcId="{57615BD2-9FF2-4818-AB00-C23CABD3DE78}" destId="{2FC2B519-1B9F-4006-B6D1-445141C86165}" srcOrd="0" destOrd="0" presId="urn:microsoft.com/office/officeart/2018/2/layout/IconLabelDescriptionList"/>
    <dgm:cxn modelId="{57F5559E-B9D6-413E-A77A-810412C0C4A0}" type="presParOf" srcId="{2FC2B519-1B9F-4006-B6D1-445141C86165}" destId="{1BCC9541-FCC9-4F4E-A19E-C876745F938C}" srcOrd="0" destOrd="0" presId="urn:microsoft.com/office/officeart/2018/2/layout/IconLabelDescriptionList"/>
    <dgm:cxn modelId="{7BE70BC0-F4C5-464E-93B7-4D1E67585EEF}" type="presParOf" srcId="{2FC2B519-1B9F-4006-B6D1-445141C86165}" destId="{4AEE4E09-FB3B-4DF2-BB65-902706DE086A}" srcOrd="1" destOrd="0" presId="urn:microsoft.com/office/officeart/2018/2/layout/IconLabelDescriptionList"/>
    <dgm:cxn modelId="{5FFEBE16-1748-4404-A344-33A8F225E057}" type="presParOf" srcId="{2FC2B519-1B9F-4006-B6D1-445141C86165}" destId="{F247EC63-F062-45D5-B537-4FA1461D31FC}" srcOrd="2" destOrd="0" presId="urn:microsoft.com/office/officeart/2018/2/layout/IconLabelDescriptionList"/>
    <dgm:cxn modelId="{97BD6428-73A7-4BC6-8E87-21079752C181}" type="presParOf" srcId="{2FC2B519-1B9F-4006-B6D1-445141C86165}" destId="{73D3F6CC-DDE6-414B-AD22-4467C7DBFC8F}" srcOrd="3" destOrd="0" presId="urn:microsoft.com/office/officeart/2018/2/layout/IconLabelDescriptionList"/>
    <dgm:cxn modelId="{39D92BDB-425D-41AC-82E6-DA001F08C687}" type="presParOf" srcId="{2FC2B519-1B9F-4006-B6D1-445141C86165}" destId="{89313542-3A87-4791-8024-0CC313A3512C}" srcOrd="4" destOrd="0" presId="urn:microsoft.com/office/officeart/2018/2/layout/IconLabelDescriptionList"/>
    <dgm:cxn modelId="{AE2EF22C-990F-4E22-A051-4620B41A04D0}" type="presParOf" srcId="{57615BD2-9FF2-4818-AB00-C23CABD3DE78}" destId="{8913B777-466A-4281-A02D-5662A8ED0CFA}" srcOrd="1" destOrd="0" presId="urn:microsoft.com/office/officeart/2018/2/layout/IconLabelDescriptionList"/>
    <dgm:cxn modelId="{AA2A50D2-C698-434F-9117-31CB7CB03785}" type="presParOf" srcId="{57615BD2-9FF2-4818-AB00-C23CABD3DE78}" destId="{864D9219-6A8C-483A-8D4B-58D0776A930B}" srcOrd="2" destOrd="0" presId="urn:microsoft.com/office/officeart/2018/2/layout/IconLabelDescriptionList"/>
    <dgm:cxn modelId="{3D367805-C5DA-46B7-BB1F-A02BBCC7E3EA}" type="presParOf" srcId="{864D9219-6A8C-483A-8D4B-58D0776A930B}" destId="{6E2327EC-BDC9-43F0-B0BC-00C953547CF9}" srcOrd="0" destOrd="0" presId="urn:microsoft.com/office/officeart/2018/2/layout/IconLabelDescriptionList"/>
    <dgm:cxn modelId="{D3C8FFFD-5776-48E1-A75C-8C47BDBC2491}" type="presParOf" srcId="{864D9219-6A8C-483A-8D4B-58D0776A930B}" destId="{A668B13B-2826-4596-B077-78E0101582FB}" srcOrd="1" destOrd="0" presId="urn:microsoft.com/office/officeart/2018/2/layout/IconLabelDescriptionList"/>
    <dgm:cxn modelId="{BDAE6DFC-FD09-47D1-9222-C1B96DC44069}" type="presParOf" srcId="{864D9219-6A8C-483A-8D4B-58D0776A930B}" destId="{FE2CA451-FEA0-4747-A4EB-9EE9C2C58E10}" srcOrd="2" destOrd="0" presId="urn:microsoft.com/office/officeart/2018/2/layout/IconLabelDescriptionList"/>
    <dgm:cxn modelId="{1F6D8F85-6056-4AA4-92DD-B7B87E605C20}" type="presParOf" srcId="{864D9219-6A8C-483A-8D4B-58D0776A930B}" destId="{0620C96D-AB35-4258-A2E5-2CE4820CA652}" srcOrd="3" destOrd="0" presId="urn:microsoft.com/office/officeart/2018/2/layout/IconLabelDescriptionList"/>
    <dgm:cxn modelId="{79713E4D-06CE-4044-B8C0-F23C12819329}" type="presParOf" srcId="{864D9219-6A8C-483A-8D4B-58D0776A930B}" destId="{331651D8-FEA4-485E-96FB-EA38241E612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E17D0F-8F2C-4340-864B-CEF88463D60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1683421-B281-46E3-ADA3-3D438603BE3C}">
      <dgm:prSet/>
      <dgm:spPr/>
      <dgm:t>
        <a:bodyPr/>
        <a:lstStyle/>
        <a:p>
          <a:pPr>
            <a:defRPr b="1"/>
          </a:pPr>
          <a:r>
            <a:rPr lang="en-US"/>
            <a:t>Fat32</a:t>
          </a:r>
        </a:p>
      </dgm:t>
    </dgm:pt>
    <dgm:pt modelId="{2D9BF74D-6058-40DC-9C46-0CD30777DDB2}" type="parTrans" cxnId="{B2CDA8EC-48A8-4F2B-BF8B-F1C27A3A3547}">
      <dgm:prSet/>
      <dgm:spPr/>
      <dgm:t>
        <a:bodyPr/>
        <a:lstStyle/>
        <a:p>
          <a:endParaRPr lang="en-US"/>
        </a:p>
      </dgm:t>
    </dgm:pt>
    <dgm:pt modelId="{25B81620-6144-417B-BC89-41309B6BAEE3}" type="sibTrans" cxnId="{B2CDA8EC-48A8-4F2B-BF8B-F1C27A3A3547}">
      <dgm:prSet/>
      <dgm:spPr/>
      <dgm:t>
        <a:bodyPr/>
        <a:lstStyle/>
        <a:p>
          <a:endParaRPr lang="en-US"/>
        </a:p>
      </dgm:t>
    </dgm:pt>
    <dgm:pt modelId="{08CFD1C9-7B09-401E-AA80-79BB21670D0C}">
      <dgm:prSet/>
      <dgm:spPr/>
      <dgm:t>
        <a:bodyPr/>
        <a:lstStyle/>
        <a:p>
          <a:r>
            <a:rPr lang="en-US"/>
            <a:t>Older file system</a:t>
          </a:r>
        </a:p>
      </dgm:t>
    </dgm:pt>
    <dgm:pt modelId="{DCCE81EA-3038-4731-811F-68FF8F803904}" type="parTrans" cxnId="{88CDCE06-43BA-495A-A0BF-1EC6D670F396}">
      <dgm:prSet/>
      <dgm:spPr/>
      <dgm:t>
        <a:bodyPr/>
        <a:lstStyle/>
        <a:p>
          <a:endParaRPr lang="en-US"/>
        </a:p>
      </dgm:t>
    </dgm:pt>
    <dgm:pt modelId="{13CF9D6A-E587-41BF-A339-7F546F4580FE}" type="sibTrans" cxnId="{88CDCE06-43BA-495A-A0BF-1EC6D670F396}">
      <dgm:prSet/>
      <dgm:spPr/>
      <dgm:t>
        <a:bodyPr/>
        <a:lstStyle/>
        <a:p>
          <a:endParaRPr lang="en-US"/>
        </a:p>
      </dgm:t>
    </dgm:pt>
    <dgm:pt modelId="{886205C1-13BD-4255-A186-6F0643E307B7}">
      <dgm:prSet/>
      <dgm:spPr/>
      <dgm:t>
        <a:bodyPr/>
        <a:lstStyle/>
        <a:p>
          <a:r>
            <a:rPr lang="en-US"/>
            <a:t>Uses a TABLE for known files</a:t>
          </a:r>
        </a:p>
      </dgm:t>
    </dgm:pt>
    <dgm:pt modelId="{323D5BE5-CCC3-4784-9D56-0C82BA5E20A3}" type="parTrans" cxnId="{11A3C045-2F70-4928-A8DB-03B45014C117}">
      <dgm:prSet/>
      <dgm:spPr/>
      <dgm:t>
        <a:bodyPr/>
        <a:lstStyle/>
        <a:p>
          <a:endParaRPr lang="en-US"/>
        </a:p>
      </dgm:t>
    </dgm:pt>
    <dgm:pt modelId="{07E2B151-41A0-4773-80A6-BEC396B483E3}" type="sibTrans" cxnId="{11A3C045-2F70-4928-A8DB-03B45014C117}">
      <dgm:prSet/>
      <dgm:spPr/>
      <dgm:t>
        <a:bodyPr/>
        <a:lstStyle/>
        <a:p>
          <a:endParaRPr lang="en-US"/>
        </a:p>
      </dgm:t>
    </dgm:pt>
    <dgm:pt modelId="{1C2B3539-C026-4719-A308-0661B301C55E}">
      <dgm:prSet/>
      <dgm:spPr/>
      <dgm:t>
        <a:bodyPr/>
        <a:lstStyle/>
        <a:p>
          <a:r>
            <a:rPr lang="en-US"/>
            <a:t>2 TB max partition size</a:t>
          </a:r>
        </a:p>
      </dgm:t>
    </dgm:pt>
    <dgm:pt modelId="{5AFABD18-D5B4-497B-8B55-9BF735FA1C7A}" type="parTrans" cxnId="{88A5829C-5240-4373-9471-C92CD90519EE}">
      <dgm:prSet/>
      <dgm:spPr/>
      <dgm:t>
        <a:bodyPr/>
        <a:lstStyle/>
        <a:p>
          <a:endParaRPr lang="en-US"/>
        </a:p>
      </dgm:t>
    </dgm:pt>
    <dgm:pt modelId="{A5C1350A-97FD-4C00-A6FC-DDA124DEC50E}" type="sibTrans" cxnId="{88A5829C-5240-4373-9471-C92CD90519EE}">
      <dgm:prSet/>
      <dgm:spPr/>
      <dgm:t>
        <a:bodyPr/>
        <a:lstStyle/>
        <a:p>
          <a:endParaRPr lang="en-US"/>
        </a:p>
      </dgm:t>
    </dgm:pt>
    <dgm:pt modelId="{CD85347F-6FAA-4D03-847C-293106B69250}">
      <dgm:prSet/>
      <dgm:spPr/>
      <dgm:t>
        <a:bodyPr/>
        <a:lstStyle/>
        <a:p>
          <a:pPr>
            <a:defRPr b="1"/>
          </a:pPr>
          <a:r>
            <a:rPr lang="en-US"/>
            <a:t>NTFS</a:t>
          </a:r>
        </a:p>
      </dgm:t>
    </dgm:pt>
    <dgm:pt modelId="{CF710BDA-5C1D-4F80-AB55-AE6BF9576D01}" type="parTrans" cxnId="{6B849FE6-2DDE-49C3-9308-E0B25E18D2D3}">
      <dgm:prSet/>
      <dgm:spPr/>
      <dgm:t>
        <a:bodyPr/>
        <a:lstStyle/>
        <a:p>
          <a:endParaRPr lang="en-US"/>
        </a:p>
      </dgm:t>
    </dgm:pt>
    <dgm:pt modelId="{74B0E0F3-1F8E-4E45-B494-E76588697E42}" type="sibTrans" cxnId="{6B849FE6-2DDE-49C3-9308-E0B25E18D2D3}">
      <dgm:prSet/>
      <dgm:spPr/>
      <dgm:t>
        <a:bodyPr/>
        <a:lstStyle/>
        <a:p>
          <a:endParaRPr lang="en-US"/>
        </a:p>
      </dgm:t>
    </dgm:pt>
    <dgm:pt modelId="{59C80EC7-3E86-4282-9AAC-1DEF35C3A41B}">
      <dgm:prSet/>
      <dgm:spPr/>
      <dgm:t>
        <a:bodyPr/>
        <a:lstStyle/>
        <a:p>
          <a:r>
            <a:rPr lang="en-US"/>
            <a:t>Newer file system</a:t>
          </a:r>
        </a:p>
      </dgm:t>
    </dgm:pt>
    <dgm:pt modelId="{F4FEB49D-9938-4EDE-B1C5-03D216FD95EA}" type="parTrans" cxnId="{7E1FEA73-F63B-4626-88AD-7CA75A4A94B0}">
      <dgm:prSet/>
      <dgm:spPr/>
      <dgm:t>
        <a:bodyPr/>
        <a:lstStyle/>
        <a:p>
          <a:endParaRPr lang="en-US"/>
        </a:p>
      </dgm:t>
    </dgm:pt>
    <dgm:pt modelId="{6B59FC3E-AC19-4F3C-A2E2-8FF4E579771E}" type="sibTrans" cxnId="{7E1FEA73-F63B-4626-88AD-7CA75A4A94B0}">
      <dgm:prSet/>
      <dgm:spPr/>
      <dgm:t>
        <a:bodyPr/>
        <a:lstStyle/>
        <a:p>
          <a:endParaRPr lang="en-US"/>
        </a:p>
      </dgm:t>
    </dgm:pt>
    <dgm:pt modelId="{ACF05E7B-26DD-4961-8EA8-C564A9E840E8}">
      <dgm:prSet/>
      <dgm:spPr/>
      <dgm:t>
        <a:bodyPr/>
        <a:lstStyle/>
        <a:p>
          <a:r>
            <a:rPr lang="en-US"/>
            <a:t>Built in compression, encryption, etc.</a:t>
          </a:r>
        </a:p>
      </dgm:t>
    </dgm:pt>
    <dgm:pt modelId="{678357FA-D50F-4313-81AE-A998B23DED08}" type="parTrans" cxnId="{37503425-D83F-45CA-A6AC-2C3CA41A230E}">
      <dgm:prSet/>
      <dgm:spPr/>
      <dgm:t>
        <a:bodyPr/>
        <a:lstStyle/>
        <a:p>
          <a:endParaRPr lang="en-US"/>
        </a:p>
      </dgm:t>
    </dgm:pt>
    <dgm:pt modelId="{767A42DC-DF16-496B-92A5-8438A3E5D9DD}" type="sibTrans" cxnId="{37503425-D83F-45CA-A6AC-2C3CA41A230E}">
      <dgm:prSet/>
      <dgm:spPr/>
      <dgm:t>
        <a:bodyPr/>
        <a:lstStyle/>
        <a:p>
          <a:endParaRPr lang="en-US"/>
        </a:p>
      </dgm:t>
    </dgm:pt>
    <dgm:pt modelId="{C6095D6A-E451-400E-BED4-2C31CB5D5823}">
      <dgm:prSet/>
      <dgm:spPr/>
      <dgm:t>
        <a:bodyPr/>
        <a:lstStyle/>
        <a:p>
          <a:pPr>
            <a:defRPr b="1"/>
          </a:pPr>
          <a:r>
            <a:rPr lang="en-US"/>
            <a:t>NFS+</a:t>
          </a:r>
        </a:p>
      </dgm:t>
    </dgm:pt>
    <dgm:pt modelId="{8AF88EAF-1D24-4CAF-A865-E7DE0EEF638C}" type="parTrans" cxnId="{189A3B28-7527-4686-8713-27582842F461}">
      <dgm:prSet/>
      <dgm:spPr/>
      <dgm:t>
        <a:bodyPr/>
        <a:lstStyle/>
        <a:p>
          <a:endParaRPr lang="en-US"/>
        </a:p>
      </dgm:t>
    </dgm:pt>
    <dgm:pt modelId="{3069B7C2-EAD1-4F35-B3CB-AF20E4C18405}" type="sibTrans" cxnId="{189A3B28-7527-4686-8713-27582842F461}">
      <dgm:prSet/>
      <dgm:spPr/>
      <dgm:t>
        <a:bodyPr/>
        <a:lstStyle/>
        <a:p>
          <a:endParaRPr lang="en-US"/>
        </a:p>
      </dgm:t>
    </dgm:pt>
    <dgm:pt modelId="{77633FAF-2A7C-445D-8DCD-BFDF58BF81E5}">
      <dgm:prSet/>
      <dgm:spPr/>
      <dgm:t>
        <a:bodyPr/>
        <a:lstStyle/>
        <a:p>
          <a:r>
            <a:rPr lang="en-US"/>
            <a:t>Apple</a:t>
          </a:r>
        </a:p>
      </dgm:t>
    </dgm:pt>
    <dgm:pt modelId="{2C1AFD69-9ACF-435D-BB89-92D80D9AA992}" type="parTrans" cxnId="{A88176D9-E2A3-4521-ABAB-5DC37FCEE418}">
      <dgm:prSet/>
      <dgm:spPr/>
      <dgm:t>
        <a:bodyPr/>
        <a:lstStyle/>
        <a:p>
          <a:endParaRPr lang="en-US"/>
        </a:p>
      </dgm:t>
    </dgm:pt>
    <dgm:pt modelId="{DA95880C-32EA-4454-893F-4EA436058D34}" type="sibTrans" cxnId="{A88176D9-E2A3-4521-ABAB-5DC37FCEE418}">
      <dgm:prSet/>
      <dgm:spPr/>
      <dgm:t>
        <a:bodyPr/>
        <a:lstStyle/>
        <a:p>
          <a:endParaRPr lang="en-US"/>
        </a:p>
      </dgm:t>
    </dgm:pt>
    <dgm:pt modelId="{AD4A12FB-DF4F-4925-9C99-A9CF3B83C9BF}">
      <dgm:prSet/>
      <dgm:spPr/>
      <dgm:t>
        <a:bodyPr/>
        <a:lstStyle/>
        <a:p>
          <a:r>
            <a:rPr lang="en-US"/>
            <a:t>Great for SSD Storage</a:t>
          </a:r>
        </a:p>
      </dgm:t>
    </dgm:pt>
    <dgm:pt modelId="{3663E53F-1FE9-4DB0-906E-54DC33E39265}" type="parTrans" cxnId="{072E4928-A857-4C2D-861E-033088B42072}">
      <dgm:prSet/>
      <dgm:spPr/>
      <dgm:t>
        <a:bodyPr/>
        <a:lstStyle/>
        <a:p>
          <a:endParaRPr lang="en-US"/>
        </a:p>
      </dgm:t>
    </dgm:pt>
    <dgm:pt modelId="{0488A708-468D-4912-9F71-31BAE3638FCC}" type="sibTrans" cxnId="{072E4928-A857-4C2D-861E-033088B42072}">
      <dgm:prSet/>
      <dgm:spPr/>
      <dgm:t>
        <a:bodyPr/>
        <a:lstStyle/>
        <a:p>
          <a:endParaRPr lang="en-US"/>
        </a:p>
      </dgm:t>
    </dgm:pt>
    <dgm:pt modelId="{C68487EE-A161-4BC9-A733-3DEBDF219EB4}">
      <dgm:prSet/>
      <dgm:spPr/>
      <dgm:t>
        <a:bodyPr/>
        <a:lstStyle/>
        <a:p>
          <a:pPr>
            <a:defRPr b="1"/>
          </a:pPr>
          <a:r>
            <a:rPr lang="en-US"/>
            <a:t>EXT4</a:t>
          </a:r>
        </a:p>
      </dgm:t>
    </dgm:pt>
    <dgm:pt modelId="{D99B26D2-5115-4891-A973-1A9838C4568E}" type="parTrans" cxnId="{74470619-688B-4D8C-A6FD-0035AC3C007C}">
      <dgm:prSet/>
      <dgm:spPr/>
      <dgm:t>
        <a:bodyPr/>
        <a:lstStyle/>
        <a:p>
          <a:endParaRPr lang="en-US"/>
        </a:p>
      </dgm:t>
    </dgm:pt>
    <dgm:pt modelId="{0CB0FD77-32B9-4836-B9AA-4CDC35D00BD9}" type="sibTrans" cxnId="{74470619-688B-4D8C-A6FD-0035AC3C007C}">
      <dgm:prSet/>
      <dgm:spPr/>
      <dgm:t>
        <a:bodyPr/>
        <a:lstStyle/>
        <a:p>
          <a:endParaRPr lang="en-US"/>
        </a:p>
      </dgm:t>
    </dgm:pt>
    <dgm:pt modelId="{173FAC10-3ED2-4C39-A976-75983ED1E9E6}">
      <dgm:prSet/>
      <dgm:spPr/>
      <dgm:t>
        <a:bodyPr/>
        <a:lstStyle/>
        <a:p>
          <a:r>
            <a:rPr lang="en-US"/>
            <a:t>Linux</a:t>
          </a:r>
        </a:p>
      </dgm:t>
    </dgm:pt>
    <dgm:pt modelId="{E1ED06CA-0061-4274-A4C0-F102BAC113FC}" type="parTrans" cxnId="{D24B70E9-5FB1-45BC-8803-B877914A222F}">
      <dgm:prSet/>
      <dgm:spPr/>
      <dgm:t>
        <a:bodyPr/>
        <a:lstStyle/>
        <a:p>
          <a:endParaRPr lang="en-US"/>
        </a:p>
      </dgm:t>
    </dgm:pt>
    <dgm:pt modelId="{590F8BE6-BA95-469F-8037-3D18CEEB5321}" type="sibTrans" cxnId="{D24B70E9-5FB1-45BC-8803-B877914A222F}">
      <dgm:prSet/>
      <dgm:spPr/>
      <dgm:t>
        <a:bodyPr/>
        <a:lstStyle/>
        <a:p>
          <a:endParaRPr lang="en-US"/>
        </a:p>
      </dgm:t>
    </dgm:pt>
    <dgm:pt modelId="{819656E2-D0F8-48EA-A168-192105A98BCD}">
      <dgm:prSet/>
      <dgm:spPr/>
      <dgm:t>
        <a:bodyPr/>
        <a:lstStyle/>
        <a:p>
          <a:r>
            <a:rPr lang="en-US"/>
            <a:t>Large Sizes</a:t>
          </a:r>
        </a:p>
      </dgm:t>
    </dgm:pt>
    <dgm:pt modelId="{3D1F4B78-936D-4D28-B3BB-39EB194C86AE}" type="parTrans" cxnId="{49325204-E8C4-4AE6-8464-389B6EBEB075}">
      <dgm:prSet/>
      <dgm:spPr/>
      <dgm:t>
        <a:bodyPr/>
        <a:lstStyle/>
        <a:p>
          <a:endParaRPr lang="en-US"/>
        </a:p>
      </dgm:t>
    </dgm:pt>
    <dgm:pt modelId="{2CC2C158-13D6-47AC-9588-107A42D438C6}" type="sibTrans" cxnId="{49325204-E8C4-4AE6-8464-389B6EBEB075}">
      <dgm:prSet/>
      <dgm:spPr/>
      <dgm:t>
        <a:bodyPr/>
        <a:lstStyle/>
        <a:p>
          <a:endParaRPr lang="en-US"/>
        </a:p>
      </dgm:t>
    </dgm:pt>
    <dgm:pt modelId="{79142CFB-1D5D-4784-B9AC-FF0B20879388}" type="pres">
      <dgm:prSet presAssocID="{82E17D0F-8F2C-4340-864B-CEF88463D607}" presName="root" presStyleCnt="0">
        <dgm:presLayoutVars>
          <dgm:dir/>
          <dgm:resizeHandles val="exact"/>
        </dgm:presLayoutVars>
      </dgm:prSet>
      <dgm:spPr/>
    </dgm:pt>
    <dgm:pt modelId="{F7DB64F5-317D-4D55-870F-A63D57EF9F33}" type="pres">
      <dgm:prSet presAssocID="{41683421-B281-46E3-ADA3-3D438603BE3C}" presName="compNode" presStyleCnt="0"/>
      <dgm:spPr/>
    </dgm:pt>
    <dgm:pt modelId="{EE1EC13F-C6C9-4F3D-913A-08A6A57D22FF}" type="pres">
      <dgm:prSet presAssocID="{41683421-B281-46E3-ADA3-3D438603BE3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69BC3A5-18A3-4806-9BC9-2A8C6A190157}" type="pres">
      <dgm:prSet presAssocID="{41683421-B281-46E3-ADA3-3D438603BE3C}" presName="iconSpace" presStyleCnt="0"/>
      <dgm:spPr/>
    </dgm:pt>
    <dgm:pt modelId="{2BFBA0ED-E51F-45B5-82EA-150C94021F2B}" type="pres">
      <dgm:prSet presAssocID="{41683421-B281-46E3-ADA3-3D438603BE3C}" presName="parTx" presStyleLbl="revTx" presStyleIdx="0" presStyleCnt="8">
        <dgm:presLayoutVars>
          <dgm:chMax val="0"/>
          <dgm:chPref val="0"/>
        </dgm:presLayoutVars>
      </dgm:prSet>
      <dgm:spPr/>
    </dgm:pt>
    <dgm:pt modelId="{5C194BF0-D96B-4E2C-8A27-168728C0D9EC}" type="pres">
      <dgm:prSet presAssocID="{41683421-B281-46E3-ADA3-3D438603BE3C}" presName="txSpace" presStyleCnt="0"/>
      <dgm:spPr/>
    </dgm:pt>
    <dgm:pt modelId="{A96D300E-95A0-4945-B0B6-2B73CDCA8DED}" type="pres">
      <dgm:prSet presAssocID="{41683421-B281-46E3-ADA3-3D438603BE3C}" presName="desTx" presStyleLbl="revTx" presStyleIdx="1" presStyleCnt="8">
        <dgm:presLayoutVars/>
      </dgm:prSet>
      <dgm:spPr/>
    </dgm:pt>
    <dgm:pt modelId="{F21A1E4C-7113-4A98-BD9F-D8BFEC4CFA0A}" type="pres">
      <dgm:prSet presAssocID="{25B81620-6144-417B-BC89-41309B6BAEE3}" presName="sibTrans" presStyleCnt="0"/>
      <dgm:spPr/>
    </dgm:pt>
    <dgm:pt modelId="{C7AD2282-D158-49A7-A126-264F215B3FBD}" type="pres">
      <dgm:prSet presAssocID="{CD85347F-6FAA-4D03-847C-293106B69250}" presName="compNode" presStyleCnt="0"/>
      <dgm:spPr/>
    </dgm:pt>
    <dgm:pt modelId="{C0CDD8BF-0AD9-4ECE-AD00-74F9581D1F69}" type="pres">
      <dgm:prSet presAssocID="{CD85347F-6FAA-4D03-847C-293106B6925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135C77F1-1F57-4DF7-80B6-5BDA17FF0344}" type="pres">
      <dgm:prSet presAssocID="{CD85347F-6FAA-4D03-847C-293106B69250}" presName="iconSpace" presStyleCnt="0"/>
      <dgm:spPr/>
    </dgm:pt>
    <dgm:pt modelId="{C5E96B6B-4722-4516-9A71-B33343A02B61}" type="pres">
      <dgm:prSet presAssocID="{CD85347F-6FAA-4D03-847C-293106B69250}" presName="parTx" presStyleLbl="revTx" presStyleIdx="2" presStyleCnt="8">
        <dgm:presLayoutVars>
          <dgm:chMax val="0"/>
          <dgm:chPref val="0"/>
        </dgm:presLayoutVars>
      </dgm:prSet>
      <dgm:spPr/>
    </dgm:pt>
    <dgm:pt modelId="{D970032E-566E-4323-8207-4BC506781306}" type="pres">
      <dgm:prSet presAssocID="{CD85347F-6FAA-4D03-847C-293106B69250}" presName="txSpace" presStyleCnt="0"/>
      <dgm:spPr/>
    </dgm:pt>
    <dgm:pt modelId="{3AFB29AB-EC70-468C-80DD-F8C6E39CE94E}" type="pres">
      <dgm:prSet presAssocID="{CD85347F-6FAA-4D03-847C-293106B69250}" presName="desTx" presStyleLbl="revTx" presStyleIdx="3" presStyleCnt="8">
        <dgm:presLayoutVars/>
      </dgm:prSet>
      <dgm:spPr/>
    </dgm:pt>
    <dgm:pt modelId="{A2133E3B-7429-4740-ADB7-6EE76FA39076}" type="pres">
      <dgm:prSet presAssocID="{74B0E0F3-1F8E-4E45-B494-E76588697E42}" presName="sibTrans" presStyleCnt="0"/>
      <dgm:spPr/>
    </dgm:pt>
    <dgm:pt modelId="{0ABFE7E6-41E0-4A64-B789-2C642D6258AB}" type="pres">
      <dgm:prSet presAssocID="{C6095D6A-E451-400E-BED4-2C31CB5D5823}" presName="compNode" presStyleCnt="0"/>
      <dgm:spPr/>
    </dgm:pt>
    <dgm:pt modelId="{93AAA763-0795-4191-BB5A-9576B29D5FF0}" type="pres">
      <dgm:prSet presAssocID="{C6095D6A-E451-400E-BED4-2C31CB5D582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ple"/>
        </a:ext>
      </dgm:extLst>
    </dgm:pt>
    <dgm:pt modelId="{1DB5C1FB-32A7-40DA-8F75-395A31F34171}" type="pres">
      <dgm:prSet presAssocID="{C6095D6A-E451-400E-BED4-2C31CB5D5823}" presName="iconSpace" presStyleCnt="0"/>
      <dgm:spPr/>
    </dgm:pt>
    <dgm:pt modelId="{D9F6A492-F542-4336-9A3C-7BE290793051}" type="pres">
      <dgm:prSet presAssocID="{C6095D6A-E451-400E-BED4-2C31CB5D5823}" presName="parTx" presStyleLbl="revTx" presStyleIdx="4" presStyleCnt="8">
        <dgm:presLayoutVars>
          <dgm:chMax val="0"/>
          <dgm:chPref val="0"/>
        </dgm:presLayoutVars>
      </dgm:prSet>
      <dgm:spPr/>
    </dgm:pt>
    <dgm:pt modelId="{E98B8D29-19DF-4C7E-B636-CDCED195A1A1}" type="pres">
      <dgm:prSet presAssocID="{C6095D6A-E451-400E-BED4-2C31CB5D5823}" presName="txSpace" presStyleCnt="0"/>
      <dgm:spPr/>
    </dgm:pt>
    <dgm:pt modelId="{E56D67A0-AE29-4EC2-9C58-54466625073B}" type="pres">
      <dgm:prSet presAssocID="{C6095D6A-E451-400E-BED4-2C31CB5D5823}" presName="desTx" presStyleLbl="revTx" presStyleIdx="5" presStyleCnt="8">
        <dgm:presLayoutVars/>
      </dgm:prSet>
      <dgm:spPr/>
    </dgm:pt>
    <dgm:pt modelId="{4014D585-41FA-4B20-9161-20B154876F67}" type="pres">
      <dgm:prSet presAssocID="{3069B7C2-EAD1-4F35-B3CB-AF20E4C18405}" presName="sibTrans" presStyleCnt="0"/>
      <dgm:spPr/>
    </dgm:pt>
    <dgm:pt modelId="{82C012CA-4CB6-4645-8E55-418713B7ED3E}" type="pres">
      <dgm:prSet presAssocID="{C68487EE-A161-4BC9-A733-3DEBDF219EB4}" presName="compNode" presStyleCnt="0"/>
      <dgm:spPr/>
    </dgm:pt>
    <dgm:pt modelId="{DC1031F6-C960-4D37-ABD4-B44779DCB117}" type="pres">
      <dgm:prSet presAssocID="{C68487EE-A161-4BC9-A733-3DEBDF219EB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D74EBE5-C0AA-4A2A-82DE-9790BF6702BA}" type="pres">
      <dgm:prSet presAssocID="{C68487EE-A161-4BC9-A733-3DEBDF219EB4}" presName="iconSpace" presStyleCnt="0"/>
      <dgm:spPr/>
    </dgm:pt>
    <dgm:pt modelId="{6438A074-8D6E-4074-B7B6-ADF352B4AF8E}" type="pres">
      <dgm:prSet presAssocID="{C68487EE-A161-4BC9-A733-3DEBDF219EB4}" presName="parTx" presStyleLbl="revTx" presStyleIdx="6" presStyleCnt="8">
        <dgm:presLayoutVars>
          <dgm:chMax val="0"/>
          <dgm:chPref val="0"/>
        </dgm:presLayoutVars>
      </dgm:prSet>
      <dgm:spPr/>
    </dgm:pt>
    <dgm:pt modelId="{3EE640B4-7E90-43BB-9A11-5028A244D6B7}" type="pres">
      <dgm:prSet presAssocID="{C68487EE-A161-4BC9-A733-3DEBDF219EB4}" presName="txSpace" presStyleCnt="0"/>
      <dgm:spPr/>
    </dgm:pt>
    <dgm:pt modelId="{FCAE4692-B455-45DD-9A49-FA28DEC9A4F8}" type="pres">
      <dgm:prSet presAssocID="{C68487EE-A161-4BC9-A733-3DEBDF219EB4}" presName="desTx" presStyleLbl="revTx" presStyleIdx="7" presStyleCnt="8">
        <dgm:presLayoutVars/>
      </dgm:prSet>
      <dgm:spPr/>
    </dgm:pt>
  </dgm:ptLst>
  <dgm:cxnLst>
    <dgm:cxn modelId="{49325204-E8C4-4AE6-8464-389B6EBEB075}" srcId="{C68487EE-A161-4BC9-A733-3DEBDF219EB4}" destId="{819656E2-D0F8-48EA-A168-192105A98BCD}" srcOrd="1" destOrd="0" parTransId="{3D1F4B78-936D-4D28-B3BB-39EB194C86AE}" sibTransId="{2CC2C158-13D6-47AC-9588-107A42D438C6}"/>
    <dgm:cxn modelId="{88CDCE06-43BA-495A-A0BF-1EC6D670F396}" srcId="{41683421-B281-46E3-ADA3-3D438603BE3C}" destId="{08CFD1C9-7B09-401E-AA80-79BB21670D0C}" srcOrd="0" destOrd="0" parTransId="{DCCE81EA-3038-4731-811F-68FF8F803904}" sibTransId="{13CF9D6A-E587-41BF-A339-7F546F4580FE}"/>
    <dgm:cxn modelId="{CD17C10E-2F30-49EB-A0A0-9FE09482F5BE}" type="presOf" srcId="{1C2B3539-C026-4719-A308-0661B301C55E}" destId="{A96D300E-95A0-4945-B0B6-2B73CDCA8DED}" srcOrd="0" destOrd="2" presId="urn:microsoft.com/office/officeart/2018/5/layout/CenteredIconLabelDescriptionList"/>
    <dgm:cxn modelId="{AAC54F15-FF2E-4570-94F5-CCB1949D7233}" type="presOf" srcId="{CD85347F-6FAA-4D03-847C-293106B69250}" destId="{C5E96B6B-4722-4516-9A71-B33343A02B61}" srcOrd="0" destOrd="0" presId="urn:microsoft.com/office/officeart/2018/5/layout/CenteredIconLabelDescriptionList"/>
    <dgm:cxn modelId="{74470619-688B-4D8C-A6FD-0035AC3C007C}" srcId="{82E17D0F-8F2C-4340-864B-CEF88463D607}" destId="{C68487EE-A161-4BC9-A733-3DEBDF219EB4}" srcOrd="3" destOrd="0" parTransId="{D99B26D2-5115-4891-A973-1A9838C4568E}" sibTransId="{0CB0FD77-32B9-4836-B9AA-4CDC35D00BD9}"/>
    <dgm:cxn modelId="{37503425-D83F-45CA-A6AC-2C3CA41A230E}" srcId="{CD85347F-6FAA-4D03-847C-293106B69250}" destId="{ACF05E7B-26DD-4961-8EA8-C564A9E840E8}" srcOrd="1" destOrd="0" parTransId="{678357FA-D50F-4313-81AE-A998B23DED08}" sibTransId="{767A42DC-DF16-496B-92A5-8438A3E5D9DD}"/>
    <dgm:cxn modelId="{189A3B28-7527-4686-8713-27582842F461}" srcId="{82E17D0F-8F2C-4340-864B-CEF88463D607}" destId="{C6095D6A-E451-400E-BED4-2C31CB5D5823}" srcOrd="2" destOrd="0" parTransId="{8AF88EAF-1D24-4CAF-A865-E7DE0EEF638C}" sibTransId="{3069B7C2-EAD1-4F35-B3CB-AF20E4C18405}"/>
    <dgm:cxn modelId="{072E4928-A857-4C2D-861E-033088B42072}" srcId="{C6095D6A-E451-400E-BED4-2C31CB5D5823}" destId="{AD4A12FB-DF4F-4925-9C99-A9CF3B83C9BF}" srcOrd="1" destOrd="0" parTransId="{3663E53F-1FE9-4DB0-906E-54DC33E39265}" sibTransId="{0488A708-468D-4912-9F71-31BAE3638FCC}"/>
    <dgm:cxn modelId="{11A3C045-2F70-4928-A8DB-03B45014C117}" srcId="{41683421-B281-46E3-ADA3-3D438603BE3C}" destId="{886205C1-13BD-4255-A186-6F0643E307B7}" srcOrd="1" destOrd="0" parTransId="{323D5BE5-CCC3-4784-9D56-0C82BA5E20A3}" sibTransId="{07E2B151-41A0-4773-80A6-BEC396B483E3}"/>
    <dgm:cxn modelId="{82A79446-AC36-4B69-9ADB-9F7ED6EEA362}" type="presOf" srcId="{59C80EC7-3E86-4282-9AAC-1DEF35C3A41B}" destId="{3AFB29AB-EC70-468C-80DD-F8C6E39CE94E}" srcOrd="0" destOrd="0" presId="urn:microsoft.com/office/officeart/2018/5/layout/CenteredIconLabelDescriptionList"/>
    <dgm:cxn modelId="{0A0ADD47-77B1-4B38-A1C9-BA1847F26C35}" type="presOf" srcId="{41683421-B281-46E3-ADA3-3D438603BE3C}" destId="{2BFBA0ED-E51F-45B5-82EA-150C94021F2B}" srcOrd="0" destOrd="0" presId="urn:microsoft.com/office/officeart/2018/5/layout/CenteredIconLabelDescriptionList"/>
    <dgm:cxn modelId="{7E1FEA73-F63B-4626-88AD-7CA75A4A94B0}" srcId="{CD85347F-6FAA-4D03-847C-293106B69250}" destId="{59C80EC7-3E86-4282-9AAC-1DEF35C3A41B}" srcOrd="0" destOrd="0" parTransId="{F4FEB49D-9938-4EDE-B1C5-03D216FD95EA}" sibTransId="{6B59FC3E-AC19-4F3C-A2E2-8FF4E579771E}"/>
    <dgm:cxn modelId="{AF7D4B59-DBB0-4325-8A5A-29E87084A819}" type="presOf" srcId="{C6095D6A-E451-400E-BED4-2C31CB5D5823}" destId="{D9F6A492-F542-4336-9A3C-7BE290793051}" srcOrd="0" destOrd="0" presId="urn:microsoft.com/office/officeart/2018/5/layout/CenteredIconLabelDescriptionList"/>
    <dgm:cxn modelId="{88A5829C-5240-4373-9471-C92CD90519EE}" srcId="{41683421-B281-46E3-ADA3-3D438603BE3C}" destId="{1C2B3539-C026-4719-A308-0661B301C55E}" srcOrd="2" destOrd="0" parTransId="{5AFABD18-D5B4-497B-8B55-9BF735FA1C7A}" sibTransId="{A5C1350A-97FD-4C00-A6FC-DDA124DEC50E}"/>
    <dgm:cxn modelId="{8912F7B9-349E-4838-882D-661837B16492}" type="presOf" srcId="{173FAC10-3ED2-4C39-A976-75983ED1E9E6}" destId="{FCAE4692-B455-45DD-9A49-FA28DEC9A4F8}" srcOrd="0" destOrd="0" presId="urn:microsoft.com/office/officeart/2018/5/layout/CenteredIconLabelDescriptionList"/>
    <dgm:cxn modelId="{75FA85BB-5EBE-4EDF-BA7F-C68479B2F19B}" type="presOf" srcId="{C68487EE-A161-4BC9-A733-3DEBDF219EB4}" destId="{6438A074-8D6E-4074-B7B6-ADF352B4AF8E}" srcOrd="0" destOrd="0" presId="urn:microsoft.com/office/officeart/2018/5/layout/CenteredIconLabelDescriptionList"/>
    <dgm:cxn modelId="{86ADA6C7-A5E4-4B34-9669-2A9A3A788B0D}" type="presOf" srcId="{08CFD1C9-7B09-401E-AA80-79BB21670D0C}" destId="{A96D300E-95A0-4945-B0B6-2B73CDCA8DED}" srcOrd="0" destOrd="0" presId="urn:microsoft.com/office/officeart/2018/5/layout/CenteredIconLabelDescriptionList"/>
    <dgm:cxn modelId="{620381C8-8C3E-4510-BBEA-204E2350E00E}" type="presOf" srcId="{819656E2-D0F8-48EA-A168-192105A98BCD}" destId="{FCAE4692-B455-45DD-9A49-FA28DEC9A4F8}" srcOrd="0" destOrd="1" presId="urn:microsoft.com/office/officeart/2018/5/layout/CenteredIconLabelDescriptionList"/>
    <dgm:cxn modelId="{611F8CD3-BDAF-46E7-9F21-D45664E770CA}" type="presOf" srcId="{886205C1-13BD-4255-A186-6F0643E307B7}" destId="{A96D300E-95A0-4945-B0B6-2B73CDCA8DED}" srcOrd="0" destOrd="1" presId="urn:microsoft.com/office/officeart/2018/5/layout/CenteredIconLabelDescriptionList"/>
    <dgm:cxn modelId="{A88176D9-E2A3-4521-ABAB-5DC37FCEE418}" srcId="{C6095D6A-E451-400E-BED4-2C31CB5D5823}" destId="{77633FAF-2A7C-445D-8DCD-BFDF58BF81E5}" srcOrd="0" destOrd="0" parTransId="{2C1AFD69-9ACF-435D-BB89-92D80D9AA992}" sibTransId="{DA95880C-32EA-4454-893F-4EA436058D34}"/>
    <dgm:cxn modelId="{BF29CDDB-CCFF-40A5-865B-16FC28C8D697}" type="presOf" srcId="{82E17D0F-8F2C-4340-864B-CEF88463D607}" destId="{79142CFB-1D5D-4784-B9AC-FF0B20879388}" srcOrd="0" destOrd="0" presId="urn:microsoft.com/office/officeart/2018/5/layout/CenteredIconLabelDescriptionList"/>
    <dgm:cxn modelId="{C1B985E2-2183-42D6-B8F5-B9484BB09A07}" type="presOf" srcId="{77633FAF-2A7C-445D-8DCD-BFDF58BF81E5}" destId="{E56D67A0-AE29-4EC2-9C58-54466625073B}" srcOrd="0" destOrd="0" presId="urn:microsoft.com/office/officeart/2018/5/layout/CenteredIconLabelDescriptionList"/>
    <dgm:cxn modelId="{6B849FE6-2DDE-49C3-9308-E0B25E18D2D3}" srcId="{82E17D0F-8F2C-4340-864B-CEF88463D607}" destId="{CD85347F-6FAA-4D03-847C-293106B69250}" srcOrd="1" destOrd="0" parTransId="{CF710BDA-5C1D-4F80-AB55-AE6BF9576D01}" sibTransId="{74B0E0F3-1F8E-4E45-B494-E76588697E42}"/>
    <dgm:cxn modelId="{D24B70E9-5FB1-45BC-8803-B877914A222F}" srcId="{C68487EE-A161-4BC9-A733-3DEBDF219EB4}" destId="{173FAC10-3ED2-4C39-A976-75983ED1E9E6}" srcOrd="0" destOrd="0" parTransId="{E1ED06CA-0061-4274-A4C0-F102BAC113FC}" sibTransId="{590F8BE6-BA95-469F-8037-3D18CEEB5321}"/>
    <dgm:cxn modelId="{B2CDA8EC-48A8-4F2B-BF8B-F1C27A3A3547}" srcId="{82E17D0F-8F2C-4340-864B-CEF88463D607}" destId="{41683421-B281-46E3-ADA3-3D438603BE3C}" srcOrd="0" destOrd="0" parTransId="{2D9BF74D-6058-40DC-9C46-0CD30777DDB2}" sibTransId="{25B81620-6144-417B-BC89-41309B6BAEE3}"/>
    <dgm:cxn modelId="{EE9988F2-A388-4FCD-BE78-566959768F42}" type="presOf" srcId="{ACF05E7B-26DD-4961-8EA8-C564A9E840E8}" destId="{3AFB29AB-EC70-468C-80DD-F8C6E39CE94E}" srcOrd="0" destOrd="1" presId="urn:microsoft.com/office/officeart/2018/5/layout/CenteredIconLabelDescriptionList"/>
    <dgm:cxn modelId="{9DCF8EF4-DC57-4078-8C27-C7A7AE913903}" type="presOf" srcId="{AD4A12FB-DF4F-4925-9C99-A9CF3B83C9BF}" destId="{E56D67A0-AE29-4EC2-9C58-54466625073B}" srcOrd="0" destOrd="1" presId="urn:microsoft.com/office/officeart/2018/5/layout/CenteredIconLabelDescriptionList"/>
    <dgm:cxn modelId="{EC308A2B-FCC3-46E6-917D-693D69E1B69F}" type="presParOf" srcId="{79142CFB-1D5D-4784-B9AC-FF0B20879388}" destId="{F7DB64F5-317D-4D55-870F-A63D57EF9F33}" srcOrd="0" destOrd="0" presId="urn:microsoft.com/office/officeart/2018/5/layout/CenteredIconLabelDescriptionList"/>
    <dgm:cxn modelId="{2E0C3B5E-8A3A-44CE-8FA5-61847DCC7ADA}" type="presParOf" srcId="{F7DB64F5-317D-4D55-870F-A63D57EF9F33}" destId="{EE1EC13F-C6C9-4F3D-913A-08A6A57D22FF}" srcOrd="0" destOrd="0" presId="urn:microsoft.com/office/officeart/2018/5/layout/CenteredIconLabelDescriptionList"/>
    <dgm:cxn modelId="{EBFDFEE7-0AF8-4F30-8118-86901D26794E}" type="presParOf" srcId="{F7DB64F5-317D-4D55-870F-A63D57EF9F33}" destId="{C69BC3A5-18A3-4806-9BC9-2A8C6A190157}" srcOrd="1" destOrd="0" presId="urn:microsoft.com/office/officeart/2018/5/layout/CenteredIconLabelDescriptionList"/>
    <dgm:cxn modelId="{D9A24F32-08AC-4B13-B9BA-EF61527B46B3}" type="presParOf" srcId="{F7DB64F5-317D-4D55-870F-A63D57EF9F33}" destId="{2BFBA0ED-E51F-45B5-82EA-150C94021F2B}" srcOrd="2" destOrd="0" presId="urn:microsoft.com/office/officeart/2018/5/layout/CenteredIconLabelDescriptionList"/>
    <dgm:cxn modelId="{46EA21E8-EEE6-42FA-A738-D5EE59E2DE17}" type="presParOf" srcId="{F7DB64F5-317D-4D55-870F-A63D57EF9F33}" destId="{5C194BF0-D96B-4E2C-8A27-168728C0D9EC}" srcOrd="3" destOrd="0" presId="urn:microsoft.com/office/officeart/2018/5/layout/CenteredIconLabelDescriptionList"/>
    <dgm:cxn modelId="{E6702DE3-41E1-4761-AB4E-FDEFD3491491}" type="presParOf" srcId="{F7DB64F5-317D-4D55-870F-A63D57EF9F33}" destId="{A96D300E-95A0-4945-B0B6-2B73CDCA8DED}" srcOrd="4" destOrd="0" presId="urn:microsoft.com/office/officeart/2018/5/layout/CenteredIconLabelDescriptionList"/>
    <dgm:cxn modelId="{2E3B0736-149A-4F81-A4C4-7F9993BF8FE1}" type="presParOf" srcId="{79142CFB-1D5D-4784-B9AC-FF0B20879388}" destId="{F21A1E4C-7113-4A98-BD9F-D8BFEC4CFA0A}" srcOrd="1" destOrd="0" presId="urn:microsoft.com/office/officeart/2018/5/layout/CenteredIconLabelDescriptionList"/>
    <dgm:cxn modelId="{D966FD3E-CA0C-4471-BCF0-BFBE854426DF}" type="presParOf" srcId="{79142CFB-1D5D-4784-B9AC-FF0B20879388}" destId="{C7AD2282-D158-49A7-A126-264F215B3FBD}" srcOrd="2" destOrd="0" presId="urn:microsoft.com/office/officeart/2018/5/layout/CenteredIconLabelDescriptionList"/>
    <dgm:cxn modelId="{45B5400E-039A-43B1-A324-BA70F5F95DD7}" type="presParOf" srcId="{C7AD2282-D158-49A7-A126-264F215B3FBD}" destId="{C0CDD8BF-0AD9-4ECE-AD00-74F9581D1F69}" srcOrd="0" destOrd="0" presId="urn:microsoft.com/office/officeart/2018/5/layout/CenteredIconLabelDescriptionList"/>
    <dgm:cxn modelId="{236AC1FA-7CA2-4D92-BBC3-E5A86ED29817}" type="presParOf" srcId="{C7AD2282-D158-49A7-A126-264F215B3FBD}" destId="{135C77F1-1F57-4DF7-80B6-5BDA17FF0344}" srcOrd="1" destOrd="0" presId="urn:microsoft.com/office/officeart/2018/5/layout/CenteredIconLabelDescriptionList"/>
    <dgm:cxn modelId="{D7A12E2D-5B46-4CF3-A2F6-AAF826B15F57}" type="presParOf" srcId="{C7AD2282-D158-49A7-A126-264F215B3FBD}" destId="{C5E96B6B-4722-4516-9A71-B33343A02B61}" srcOrd="2" destOrd="0" presId="urn:microsoft.com/office/officeart/2018/5/layout/CenteredIconLabelDescriptionList"/>
    <dgm:cxn modelId="{ADC408AC-78E3-467B-948E-A4C92B1EA868}" type="presParOf" srcId="{C7AD2282-D158-49A7-A126-264F215B3FBD}" destId="{D970032E-566E-4323-8207-4BC506781306}" srcOrd="3" destOrd="0" presId="urn:microsoft.com/office/officeart/2018/5/layout/CenteredIconLabelDescriptionList"/>
    <dgm:cxn modelId="{A259DC29-E38D-4304-BAD8-34B0D744763D}" type="presParOf" srcId="{C7AD2282-D158-49A7-A126-264F215B3FBD}" destId="{3AFB29AB-EC70-468C-80DD-F8C6E39CE94E}" srcOrd="4" destOrd="0" presId="urn:microsoft.com/office/officeart/2018/5/layout/CenteredIconLabelDescriptionList"/>
    <dgm:cxn modelId="{D45B0FA5-ED11-4CEB-A1B4-41FA7C76FC71}" type="presParOf" srcId="{79142CFB-1D5D-4784-B9AC-FF0B20879388}" destId="{A2133E3B-7429-4740-ADB7-6EE76FA39076}" srcOrd="3" destOrd="0" presId="urn:microsoft.com/office/officeart/2018/5/layout/CenteredIconLabelDescriptionList"/>
    <dgm:cxn modelId="{1A0FD115-D5DA-461A-B9EF-C2AD53E39347}" type="presParOf" srcId="{79142CFB-1D5D-4784-B9AC-FF0B20879388}" destId="{0ABFE7E6-41E0-4A64-B789-2C642D6258AB}" srcOrd="4" destOrd="0" presId="urn:microsoft.com/office/officeart/2018/5/layout/CenteredIconLabelDescriptionList"/>
    <dgm:cxn modelId="{90A90535-F81A-41A0-9198-884BDD04D760}" type="presParOf" srcId="{0ABFE7E6-41E0-4A64-B789-2C642D6258AB}" destId="{93AAA763-0795-4191-BB5A-9576B29D5FF0}" srcOrd="0" destOrd="0" presId="urn:microsoft.com/office/officeart/2018/5/layout/CenteredIconLabelDescriptionList"/>
    <dgm:cxn modelId="{DBE622EB-1853-4F58-BA88-0D1C76F1F381}" type="presParOf" srcId="{0ABFE7E6-41E0-4A64-B789-2C642D6258AB}" destId="{1DB5C1FB-32A7-40DA-8F75-395A31F34171}" srcOrd="1" destOrd="0" presId="urn:microsoft.com/office/officeart/2018/5/layout/CenteredIconLabelDescriptionList"/>
    <dgm:cxn modelId="{6D88AFFB-88C7-4B31-9AC3-815D9A3F507D}" type="presParOf" srcId="{0ABFE7E6-41E0-4A64-B789-2C642D6258AB}" destId="{D9F6A492-F542-4336-9A3C-7BE290793051}" srcOrd="2" destOrd="0" presId="urn:microsoft.com/office/officeart/2018/5/layout/CenteredIconLabelDescriptionList"/>
    <dgm:cxn modelId="{D7B54195-F487-4774-8C19-66C163986005}" type="presParOf" srcId="{0ABFE7E6-41E0-4A64-B789-2C642D6258AB}" destId="{E98B8D29-19DF-4C7E-B636-CDCED195A1A1}" srcOrd="3" destOrd="0" presId="urn:microsoft.com/office/officeart/2018/5/layout/CenteredIconLabelDescriptionList"/>
    <dgm:cxn modelId="{90DBDF52-45CA-443E-99F2-484013E0391A}" type="presParOf" srcId="{0ABFE7E6-41E0-4A64-B789-2C642D6258AB}" destId="{E56D67A0-AE29-4EC2-9C58-54466625073B}" srcOrd="4" destOrd="0" presId="urn:microsoft.com/office/officeart/2018/5/layout/CenteredIconLabelDescriptionList"/>
    <dgm:cxn modelId="{9F0FDE75-57ED-438E-A322-5FD776710269}" type="presParOf" srcId="{79142CFB-1D5D-4784-B9AC-FF0B20879388}" destId="{4014D585-41FA-4B20-9161-20B154876F67}" srcOrd="5" destOrd="0" presId="urn:microsoft.com/office/officeart/2018/5/layout/CenteredIconLabelDescriptionList"/>
    <dgm:cxn modelId="{F021563A-F2EA-48AD-A509-0C4E710567ED}" type="presParOf" srcId="{79142CFB-1D5D-4784-B9AC-FF0B20879388}" destId="{82C012CA-4CB6-4645-8E55-418713B7ED3E}" srcOrd="6" destOrd="0" presId="urn:microsoft.com/office/officeart/2018/5/layout/CenteredIconLabelDescriptionList"/>
    <dgm:cxn modelId="{97298446-47C4-4567-95C0-8B7B6C9B9BBD}" type="presParOf" srcId="{82C012CA-4CB6-4645-8E55-418713B7ED3E}" destId="{DC1031F6-C960-4D37-ABD4-B44779DCB117}" srcOrd="0" destOrd="0" presId="urn:microsoft.com/office/officeart/2018/5/layout/CenteredIconLabelDescriptionList"/>
    <dgm:cxn modelId="{29458238-5199-4763-813A-F3A2CFC14194}" type="presParOf" srcId="{82C012CA-4CB6-4645-8E55-418713B7ED3E}" destId="{4D74EBE5-C0AA-4A2A-82DE-9790BF6702BA}" srcOrd="1" destOrd="0" presId="urn:microsoft.com/office/officeart/2018/5/layout/CenteredIconLabelDescriptionList"/>
    <dgm:cxn modelId="{D44811D7-3FFE-4D17-887F-41A2D25A44A3}" type="presParOf" srcId="{82C012CA-4CB6-4645-8E55-418713B7ED3E}" destId="{6438A074-8D6E-4074-B7B6-ADF352B4AF8E}" srcOrd="2" destOrd="0" presId="urn:microsoft.com/office/officeart/2018/5/layout/CenteredIconLabelDescriptionList"/>
    <dgm:cxn modelId="{DF3E06CD-F1EF-44F8-802B-1AA5BA6DE046}" type="presParOf" srcId="{82C012CA-4CB6-4645-8E55-418713B7ED3E}" destId="{3EE640B4-7E90-43BB-9A11-5028A244D6B7}" srcOrd="3" destOrd="0" presId="urn:microsoft.com/office/officeart/2018/5/layout/CenteredIconLabelDescriptionList"/>
    <dgm:cxn modelId="{A5D75D25-6A22-4F63-B884-6830906DA603}" type="presParOf" srcId="{82C012CA-4CB6-4645-8E55-418713B7ED3E}" destId="{FCAE4692-B455-45DD-9A49-FA28DEC9A4F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7E0CFF-5662-4FEB-98E3-B344BC822CBE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EA79EA-2841-48A7-B57E-1AEE0439489A}">
      <dgm:prSet/>
      <dgm:spPr/>
      <dgm:t>
        <a:bodyPr/>
        <a:lstStyle/>
        <a:p>
          <a:r>
            <a:rPr lang="en-US"/>
            <a:t>Journaling</a:t>
          </a:r>
        </a:p>
      </dgm:t>
    </dgm:pt>
    <dgm:pt modelId="{46544CF3-06FD-4749-A1F2-849ADD25C59E}" type="parTrans" cxnId="{AECDF82A-CAAF-4F3D-B641-D6318D3E862B}">
      <dgm:prSet/>
      <dgm:spPr/>
      <dgm:t>
        <a:bodyPr/>
        <a:lstStyle/>
        <a:p>
          <a:endParaRPr lang="en-US"/>
        </a:p>
      </dgm:t>
    </dgm:pt>
    <dgm:pt modelId="{F2E0F8B8-30DE-4BC0-A2C0-372CD513D196}" type="sibTrans" cxnId="{AECDF82A-CAAF-4F3D-B641-D6318D3E862B}">
      <dgm:prSet/>
      <dgm:spPr/>
      <dgm:t>
        <a:bodyPr/>
        <a:lstStyle/>
        <a:p>
          <a:endParaRPr lang="en-US"/>
        </a:p>
      </dgm:t>
    </dgm:pt>
    <dgm:pt modelId="{E08D69A1-4A88-499B-9146-11CC946E1F74}">
      <dgm:prSet/>
      <dgm:spPr/>
      <dgm:t>
        <a:bodyPr/>
        <a:lstStyle/>
        <a:p>
          <a:r>
            <a:rPr lang="en-US"/>
            <a:t>Permissions and Access Control Lists</a:t>
          </a:r>
        </a:p>
      </dgm:t>
    </dgm:pt>
    <dgm:pt modelId="{247AFE8A-3B5C-4C5F-9543-3529B223FD2C}" type="parTrans" cxnId="{D4574CA5-CD9F-484C-9F4A-6FDD1BA8BDAD}">
      <dgm:prSet/>
      <dgm:spPr/>
      <dgm:t>
        <a:bodyPr/>
        <a:lstStyle/>
        <a:p>
          <a:endParaRPr lang="en-US"/>
        </a:p>
      </dgm:t>
    </dgm:pt>
    <dgm:pt modelId="{B6BB9C0C-6EA0-48E4-8A07-A11CA0117EC8}" type="sibTrans" cxnId="{D4574CA5-CD9F-484C-9F4A-6FDD1BA8BDAD}">
      <dgm:prSet/>
      <dgm:spPr/>
      <dgm:t>
        <a:bodyPr/>
        <a:lstStyle/>
        <a:p>
          <a:endParaRPr lang="en-US"/>
        </a:p>
      </dgm:t>
    </dgm:pt>
    <dgm:pt modelId="{39AB3F36-A4A3-43F1-8D46-C8844C168904}">
      <dgm:prSet/>
      <dgm:spPr/>
      <dgm:t>
        <a:bodyPr/>
        <a:lstStyle/>
        <a:p>
          <a:r>
            <a:rPr lang="en-US"/>
            <a:t>Encryption</a:t>
          </a:r>
        </a:p>
      </dgm:t>
    </dgm:pt>
    <dgm:pt modelId="{DC88F4D3-4004-43B3-8E86-957DFA7C941E}" type="parTrans" cxnId="{89248E60-6BF5-44B6-8D83-636F39BEB463}">
      <dgm:prSet/>
      <dgm:spPr/>
      <dgm:t>
        <a:bodyPr/>
        <a:lstStyle/>
        <a:p>
          <a:endParaRPr lang="en-US"/>
        </a:p>
      </dgm:t>
    </dgm:pt>
    <dgm:pt modelId="{5A5F3322-7678-420A-859A-FA7172A31395}" type="sibTrans" cxnId="{89248E60-6BF5-44B6-8D83-636F39BEB463}">
      <dgm:prSet/>
      <dgm:spPr/>
      <dgm:t>
        <a:bodyPr/>
        <a:lstStyle/>
        <a:p>
          <a:endParaRPr lang="en-US"/>
        </a:p>
      </dgm:t>
    </dgm:pt>
    <dgm:pt modelId="{2F1A8CDF-082F-414E-A441-563BC1BA2FAD}">
      <dgm:prSet/>
      <dgm:spPr/>
      <dgm:t>
        <a:bodyPr/>
        <a:lstStyle/>
        <a:p>
          <a:r>
            <a:rPr lang="en-US"/>
            <a:t>Compression</a:t>
          </a:r>
        </a:p>
      </dgm:t>
    </dgm:pt>
    <dgm:pt modelId="{8850E6C7-7F67-4A7D-B70E-8731E22AD122}" type="parTrans" cxnId="{2A58F211-7AF0-46D4-A4D2-6B883BA11B43}">
      <dgm:prSet/>
      <dgm:spPr/>
      <dgm:t>
        <a:bodyPr/>
        <a:lstStyle/>
        <a:p>
          <a:endParaRPr lang="en-US"/>
        </a:p>
      </dgm:t>
    </dgm:pt>
    <dgm:pt modelId="{3E0302DA-71E4-4E08-9015-79E952276DB8}" type="sibTrans" cxnId="{2A58F211-7AF0-46D4-A4D2-6B883BA11B43}">
      <dgm:prSet/>
      <dgm:spPr/>
      <dgm:t>
        <a:bodyPr/>
        <a:lstStyle/>
        <a:p>
          <a:endParaRPr lang="en-US"/>
        </a:p>
      </dgm:t>
    </dgm:pt>
    <dgm:pt modelId="{16D505A8-3C17-4D1A-922C-61D15EABDC04}">
      <dgm:prSet/>
      <dgm:spPr/>
      <dgm:t>
        <a:bodyPr/>
        <a:lstStyle/>
        <a:p>
          <a:r>
            <a:rPr lang="en-US"/>
            <a:t>Support for Large Files and Volumes</a:t>
          </a:r>
        </a:p>
      </dgm:t>
    </dgm:pt>
    <dgm:pt modelId="{55B1CB3D-B69E-42A7-9D02-10374484C0C8}" type="parTrans" cxnId="{AB87AEA9-5DA6-43D5-BA81-A16E2F558E58}">
      <dgm:prSet/>
      <dgm:spPr/>
      <dgm:t>
        <a:bodyPr/>
        <a:lstStyle/>
        <a:p>
          <a:endParaRPr lang="en-US"/>
        </a:p>
      </dgm:t>
    </dgm:pt>
    <dgm:pt modelId="{278ADD2B-3693-4E31-824E-D78C68CF2E2B}" type="sibTrans" cxnId="{AB87AEA9-5DA6-43D5-BA81-A16E2F558E58}">
      <dgm:prSet/>
      <dgm:spPr/>
      <dgm:t>
        <a:bodyPr/>
        <a:lstStyle/>
        <a:p>
          <a:endParaRPr lang="en-US"/>
        </a:p>
      </dgm:t>
    </dgm:pt>
    <dgm:pt modelId="{6CF16E7C-A5B5-4B3D-98EB-576625E8C76D}">
      <dgm:prSet/>
      <dgm:spPr/>
      <dgm:t>
        <a:bodyPr/>
        <a:lstStyle/>
        <a:p>
          <a:r>
            <a:rPr lang="en-US"/>
            <a:t>Disk Quotas</a:t>
          </a:r>
        </a:p>
      </dgm:t>
    </dgm:pt>
    <dgm:pt modelId="{3BB0C4F5-B292-44C5-824C-2566C5F7C951}" type="parTrans" cxnId="{66E5E7C1-A899-43C8-B6C5-860B4BB3CF66}">
      <dgm:prSet/>
      <dgm:spPr/>
      <dgm:t>
        <a:bodyPr/>
        <a:lstStyle/>
        <a:p>
          <a:endParaRPr lang="en-US"/>
        </a:p>
      </dgm:t>
    </dgm:pt>
    <dgm:pt modelId="{432D7BB3-CA02-414E-8283-E6C36BEF233A}" type="sibTrans" cxnId="{66E5E7C1-A899-43C8-B6C5-860B4BB3CF66}">
      <dgm:prSet/>
      <dgm:spPr/>
      <dgm:t>
        <a:bodyPr/>
        <a:lstStyle/>
        <a:p>
          <a:endParaRPr lang="en-US"/>
        </a:p>
      </dgm:t>
    </dgm:pt>
    <dgm:pt modelId="{3BABC2AB-A555-4FFB-8D6A-9B6631FEB3D2}">
      <dgm:prSet/>
      <dgm:spPr/>
      <dgm:t>
        <a:bodyPr/>
        <a:lstStyle/>
        <a:p>
          <a:r>
            <a:rPr lang="en-US"/>
            <a:t>Snapshots</a:t>
          </a:r>
        </a:p>
      </dgm:t>
    </dgm:pt>
    <dgm:pt modelId="{42B5BFE7-BB6B-4F28-9BEE-0468697F6A8E}" type="parTrans" cxnId="{56B1DFEA-8FB6-4249-8284-1BC8F44EBAB0}">
      <dgm:prSet/>
      <dgm:spPr/>
      <dgm:t>
        <a:bodyPr/>
        <a:lstStyle/>
        <a:p>
          <a:endParaRPr lang="en-US"/>
        </a:p>
      </dgm:t>
    </dgm:pt>
    <dgm:pt modelId="{A0671064-48FD-4D3D-91B3-EFD5F2A5FBE7}" type="sibTrans" cxnId="{56B1DFEA-8FB6-4249-8284-1BC8F44EBAB0}">
      <dgm:prSet/>
      <dgm:spPr/>
      <dgm:t>
        <a:bodyPr/>
        <a:lstStyle/>
        <a:p>
          <a:endParaRPr lang="en-US"/>
        </a:p>
      </dgm:t>
    </dgm:pt>
    <dgm:pt modelId="{061602C6-A7C9-4656-BA6D-6015BF16E66C}" type="pres">
      <dgm:prSet presAssocID="{C07E0CFF-5662-4FEB-98E3-B344BC822CBE}" presName="diagram" presStyleCnt="0">
        <dgm:presLayoutVars>
          <dgm:dir/>
          <dgm:resizeHandles val="exact"/>
        </dgm:presLayoutVars>
      </dgm:prSet>
      <dgm:spPr/>
    </dgm:pt>
    <dgm:pt modelId="{D5E712C1-195E-41FA-8045-CEABA545C8C4}" type="pres">
      <dgm:prSet presAssocID="{D4EA79EA-2841-48A7-B57E-1AEE0439489A}" presName="node" presStyleLbl="node1" presStyleIdx="0" presStyleCnt="7">
        <dgm:presLayoutVars>
          <dgm:bulletEnabled val="1"/>
        </dgm:presLayoutVars>
      </dgm:prSet>
      <dgm:spPr/>
    </dgm:pt>
    <dgm:pt modelId="{D8BE575D-44D6-434E-93F5-3FE6177A8115}" type="pres">
      <dgm:prSet presAssocID="{F2E0F8B8-30DE-4BC0-A2C0-372CD513D196}" presName="sibTrans" presStyleCnt="0"/>
      <dgm:spPr/>
    </dgm:pt>
    <dgm:pt modelId="{5068E8A2-3DFE-403F-8E02-EFB7DD12DA44}" type="pres">
      <dgm:prSet presAssocID="{E08D69A1-4A88-499B-9146-11CC946E1F74}" presName="node" presStyleLbl="node1" presStyleIdx="1" presStyleCnt="7">
        <dgm:presLayoutVars>
          <dgm:bulletEnabled val="1"/>
        </dgm:presLayoutVars>
      </dgm:prSet>
      <dgm:spPr/>
    </dgm:pt>
    <dgm:pt modelId="{DFC18575-0E4F-44B9-94D2-A0D28C3413F0}" type="pres">
      <dgm:prSet presAssocID="{B6BB9C0C-6EA0-48E4-8A07-A11CA0117EC8}" presName="sibTrans" presStyleCnt="0"/>
      <dgm:spPr/>
    </dgm:pt>
    <dgm:pt modelId="{4F603E80-F039-4CDF-A86D-FE7549D0343C}" type="pres">
      <dgm:prSet presAssocID="{39AB3F36-A4A3-43F1-8D46-C8844C168904}" presName="node" presStyleLbl="node1" presStyleIdx="2" presStyleCnt="7">
        <dgm:presLayoutVars>
          <dgm:bulletEnabled val="1"/>
        </dgm:presLayoutVars>
      </dgm:prSet>
      <dgm:spPr/>
    </dgm:pt>
    <dgm:pt modelId="{A97E1550-2E78-4587-B85A-39329B7BFCF2}" type="pres">
      <dgm:prSet presAssocID="{5A5F3322-7678-420A-859A-FA7172A31395}" presName="sibTrans" presStyleCnt="0"/>
      <dgm:spPr/>
    </dgm:pt>
    <dgm:pt modelId="{D440CAA6-D325-45B0-8F2A-759DC06EAF39}" type="pres">
      <dgm:prSet presAssocID="{2F1A8CDF-082F-414E-A441-563BC1BA2FAD}" presName="node" presStyleLbl="node1" presStyleIdx="3" presStyleCnt="7">
        <dgm:presLayoutVars>
          <dgm:bulletEnabled val="1"/>
        </dgm:presLayoutVars>
      </dgm:prSet>
      <dgm:spPr/>
    </dgm:pt>
    <dgm:pt modelId="{29798A72-82BD-4FC4-9796-4D160B1EBEF6}" type="pres">
      <dgm:prSet presAssocID="{3E0302DA-71E4-4E08-9015-79E952276DB8}" presName="sibTrans" presStyleCnt="0"/>
      <dgm:spPr/>
    </dgm:pt>
    <dgm:pt modelId="{1D42C1A5-DAC4-421D-B7E9-97DAEA773FA9}" type="pres">
      <dgm:prSet presAssocID="{16D505A8-3C17-4D1A-922C-61D15EABDC04}" presName="node" presStyleLbl="node1" presStyleIdx="4" presStyleCnt="7">
        <dgm:presLayoutVars>
          <dgm:bulletEnabled val="1"/>
        </dgm:presLayoutVars>
      </dgm:prSet>
      <dgm:spPr/>
    </dgm:pt>
    <dgm:pt modelId="{5DD77042-C7C1-4F14-84F3-F9EAB4BFEC93}" type="pres">
      <dgm:prSet presAssocID="{278ADD2B-3693-4E31-824E-D78C68CF2E2B}" presName="sibTrans" presStyleCnt="0"/>
      <dgm:spPr/>
    </dgm:pt>
    <dgm:pt modelId="{CA9CFD6E-1F94-4FBF-8E41-F9CFE35A093F}" type="pres">
      <dgm:prSet presAssocID="{6CF16E7C-A5B5-4B3D-98EB-576625E8C76D}" presName="node" presStyleLbl="node1" presStyleIdx="5" presStyleCnt="7">
        <dgm:presLayoutVars>
          <dgm:bulletEnabled val="1"/>
        </dgm:presLayoutVars>
      </dgm:prSet>
      <dgm:spPr/>
    </dgm:pt>
    <dgm:pt modelId="{C0C7219B-9187-40FA-AFC0-A5A61F2DE015}" type="pres">
      <dgm:prSet presAssocID="{432D7BB3-CA02-414E-8283-E6C36BEF233A}" presName="sibTrans" presStyleCnt="0"/>
      <dgm:spPr/>
    </dgm:pt>
    <dgm:pt modelId="{0538AB73-AD4A-4E57-B26A-949E0540E673}" type="pres">
      <dgm:prSet presAssocID="{3BABC2AB-A555-4FFB-8D6A-9B6631FEB3D2}" presName="node" presStyleLbl="node1" presStyleIdx="6" presStyleCnt="7">
        <dgm:presLayoutVars>
          <dgm:bulletEnabled val="1"/>
        </dgm:presLayoutVars>
      </dgm:prSet>
      <dgm:spPr/>
    </dgm:pt>
  </dgm:ptLst>
  <dgm:cxnLst>
    <dgm:cxn modelId="{2A58F211-7AF0-46D4-A4D2-6B883BA11B43}" srcId="{C07E0CFF-5662-4FEB-98E3-B344BC822CBE}" destId="{2F1A8CDF-082F-414E-A441-563BC1BA2FAD}" srcOrd="3" destOrd="0" parTransId="{8850E6C7-7F67-4A7D-B70E-8731E22AD122}" sibTransId="{3E0302DA-71E4-4E08-9015-79E952276DB8}"/>
    <dgm:cxn modelId="{AECDF82A-CAAF-4F3D-B641-D6318D3E862B}" srcId="{C07E0CFF-5662-4FEB-98E3-B344BC822CBE}" destId="{D4EA79EA-2841-48A7-B57E-1AEE0439489A}" srcOrd="0" destOrd="0" parTransId="{46544CF3-06FD-4749-A1F2-849ADD25C59E}" sibTransId="{F2E0F8B8-30DE-4BC0-A2C0-372CD513D196}"/>
    <dgm:cxn modelId="{89248E60-6BF5-44B6-8D83-636F39BEB463}" srcId="{C07E0CFF-5662-4FEB-98E3-B344BC822CBE}" destId="{39AB3F36-A4A3-43F1-8D46-C8844C168904}" srcOrd="2" destOrd="0" parTransId="{DC88F4D3-4004-43B3-8E86-957DFA7C941E}" sibTransId="{5A5F3322-7678-420A-859A-FA7172A31395}"/>
    <dgm:cxn modelId="{6A815969-7844-4EFD-BE68-3A5DC1D54B3E}" type="presOf" srcId="{E08D69A1-4A88-499B-9146-11CC946E1F74}" destId="{5068E8A2-3DFE-403F-8E02-EFB7DD12DA44}" srcOrd="0" destOrd="0" presId="urn:microsoft.com/office/officeart/2005/8/layout/default"/>
    <dgm:cxn modelId="{22501872-DE92-460F-BEBD-C6500487F92B}" type="presOf" srcId="{16D505A8-3C17-4D1A-922C-61D15EABDC04}" destId="{1D42C1A5-DAC4-421D-B7E9-97DAEA773FA9}" srcOrd="0" destOrd="0" presId="urn:microsoft.com/office/officeart/2005/8/layout/default"/>
    <dgm:cxn modelId="{B2CE0D57-6C09-4FE6-915D-B4D572A5D76D}" type="presOf" srcId="{3BABC2AB-A555-4FFB-8D6A-9B6631FEB3D2}" destId="{0538AB73-AD4A-4E57-B26A-949E0540E673}" srcOrd="0" destOrd="0" presId="urn:microsoft.com/office/officeart/2005/8/layout/default"/>
    <dgm:cxn modelId="{D4574CA5-CD9F-484C-9F4A-6FDD1BA8BDAD}" srcId="{C07E0CFF-5662-4FEB-98E3-B344BC822CBE}" destId="{E08D69A1-4A88-499B-9146-11CC946E1F74}" srcOrd="1" destOrd="0" parTransId="{247AFE8A-3B5C-4C5F-9543-3529B223FD2C}" sibTransId="{B6BB9C0C-6EA0-48E4-8A07-A11CA0117EC8}"/>
    <dgm:cxn modelId="{AB87AEA9-5DA6-43D5-BA81-A16E2F558E58}" srcId="{C07E0CFF-5662-4FEB-98E3-B344BC822CBE}" destId="{16D505A8-3C17-4D1A-922C-61D15EABDC04}" srcOrd="4" destOrd="0" parTransId="{55B1CB3D-B69E-42A7-9D02-10374484C0C8}" sibTransId="{278ADD2B-3693-4E31-824E-D78C68CF2E2B}"/>
    <dgm:cxn modelId="{7DEB81AA-876F-4384-84E9-BC31C1524EB8}" type="presOf" srcId="{39AB3F36-A4A3-43F1-8D46-C8844C168904}" destId="{4F603E80-F039-4CDF-A86D-FE7549D0343C}" srcOrd="0" destOrd="0" presId="urn:microsoft.com/office/officeart/2005/8/layout/default"/>
    <dgm:cxn modelId="{B2E657BF-111F-4C87-9A4D-C45A98AE1D87}" type="presOf" srcId="{2F1A8CDF-082F-414E-A441-563BC1BA2FAD}" destId="{D440CAA6-D325-45B0-8F2A-759DC06EAF39}" srcOrd="0" destOrd="0" presId="urn:microsoft.com/office/officeart/2005/8/layout/default"/>
    <dgm:cxn modelId="{66E5E7C1-A899-43C8-B6C5-860B4BB3CF66}" srcId="{C07E0CFF-5662-4FEB-98E3-B344BC822CBE}" destId="{6CF16E7C-A5B5-4B3D-98EB-576625E8C76D}" srcOrd="5" destOrd="0" parTransId="{3BB0C4F5-B292-44C5-824C-2566C5F7C951}" sibTransId="{432D7BB3-CA02-414E-8283-E6C36BEF233A}"/>
    <dgm:cxn modelId="{CCFB35C4-04CB-4058-9297-EE69528900C4}" type="presOf" srcId="{6CF16E7C-A5B5-4B3D-98EB-576625E8C76D}" destId="{CA9CFD6E-1F94-4FBF-8E41-F9CFE35A093F}" srcOrd="0" destOrd="0" presId="urn:microsoft.com/office/officeart/2005/8/layout/default"/>
    <dgm:cxn modelId="{E7956FCD-AD17-4038-947A-8B98642EC564}" type="presOf" srcId="{D4EA79EA-2841-48A7-B57E-1AEE0439489A}" destId="{D5E712C1-195E-41FA-8045-CEABA545C8C4}" srcOrd="0" destOrd="0" presId="urn:microsoft.com/office/officeart/2005/8/layout/default"/>
    <dgm:cxn modelId="{F139E3E5-43A1-4178-842B-6610A12BA15C}" type="presOf" srcId="{C07E0CFF-5662-4FEB-98E3-B344BC822CBE}" destId="{061602C6-A7C9-4656-BA6D-6015BF16E66C}" srcOrd="0" destOrd="0" presId="urn:microsoft.com/office/officeart/2005/8/layout/default"/>
    <dgm:cxn modelId="{56B1DFEA-8FB6-4249-8284-1BC8F44EBAB0}" srcId="{C07E0CFF-5662-4FEB-98E3-B344BC822CBE}" destId="{3BABC2AB-A555-4FFB-8D6A-9B6631FEB3D2}" srcOrd="6" destOrd="0" parTransId="{42B5BFE7-BB6B-4F28-9BEE-0468697F6A8E}" sibTransId="{A0671064-48FD-4D3D-91B3-EFD5F2A5FBE7}"/>
    <dgm:cxn modelId="{027416BA-356C-46DE-9DEF-466CA36A9B1C}" type="presParOf" srcId="{061602C6-A7C9-4656-BA6D-6015BF16E66C}" destId="{D5E712C1-195E-41FA-8045-CEABA545C8C4}" srcOrd="0" destOrd="0" presId="urn:microsoft.com/office/officeart/2005/8/layout/default"/>
    <dgm:cxn modelId="{C42108C6-3759-4F38-AA72-87858766C32F}" type="presParOf" srcId="{061602C6-A7C9-4656-BA6D-6015BF16E66C}" destId="{D8BE575D-44D6-434E-93F5-3FE6177A8115}" srcOrd="1" destOrd="0" presId="urn:microsoft.com/office/officeart/2005/8/layout/default"/>
    <dgm:cxn modelId="{22BF6FD9-2029-45FB-9656-2750EBFD79FD}" type="presParOf" srcId="{061602C6-A7C9-4656-BA6D-6015BF16E66C}" destId="{5068E8A2-3DFE-403F-8E02-EFB7DD12DA44}" srcOrd="2" destOrd="0" presId="urn:microsoft.com/office/officeart/2005/8/layout/default"/>
    <dgm:cxn modelId="{63658977-50CA-4726-BD4C-7845762F644D}" type="presParOf" srcId="{061602C6-A7C9-4656-BA6D-6015BF16E66C}" destId="{DFC18575-0E4F-44B9-94D2-A0D28C3413F0}" srcOrd="3" destOrd="0" presId="urn:microsoft.com/office/officeart/2005/8/layout/default"/>
    <dgm:cxn modelId="{33077B93-2422-42C8-8ED7-9983537DF2D8}" type="presParOf" srcId="{061602C6-A7C9-4656-BA6D-6015BF16E66C}" destId="{4F603E80-F039-4CDF-A86D-FE7549D0343C}" srcOrd="4" destOrd="0" presId="urn:microsoft.com/office/officeart/2005/8/layout/default"/>
    <dgm:cxn modelId="{CBE35CAA-6A25-4D6E-95DF-20C2C134BA9F}" type="presParOf" srcId="{061602C6-A7C9-4656-BA6D-6015BF16E66C}" destId="{A97E1550-2E78-4587-B85A-39329B7BFCF2}" srcOrd="5" destOrd="0" presId="urn:microsoft.com/office/officeart/2005/8/layout/default"/>
    <dgm:cxn modelId="{9182A0A1-1E2C-4D5C-B7F7-BA50E987457F}" type="presParOf" srcId="{061602C6-A7C9-4656-BA6D-6015BF16E66C}" destId="{D440CAA6-D325-45B0-8F2A-759DC06EAF39}" srcOrd="6" destOrd="0" presId="urn:microsoft.com/office/officeart/2005/8/layout/default"/>
    <dgm:cxn modelId="{518452E2-CE55-4A92-9B19-4C124A466F09}" type="presParOf" srcId="{061602C6-A7C9-4656-BA6D-6015BF16E66C}" destId="{29798A72-82BD-4FC4-9796-4D160B1EBEF6}" srcOrd="7" destOrd="0" presId="urn:microsoft.com/office/officeart/2005/8/layout/default"/>
    <dgm:cxn modelId="{FE868B64-BF07-430A-B8B8-7DE5005A8CDD}" type="presParOf" srcId="{061602C6-A7C9-4656-BA6D-6015BF16E66C}" destId="{1D42C1A5-DAC4-421D-B7E9-97DAEA773FA9}" srcOrd="8" destOrd="0" presId="urn:microsoft.com/office/officeart/2005/8/layout/default"/>
    <dgm:cxn modelId="{31AB6C57-70A2-4A04-A7FF-8F1C2F6C5040}" type="presParOf" srcId="{061602C6-A7C9-4656-BA6D-6015BF16E66C}" destId="{5DD77042-C7C1-4F14-84F3-F9EAB4BFEC93}" srcOrd="9" destOrd="0" presId="urn:microsoft.com/office/officeart/2005/8/layout/default"/>
    <dgm:cxn modelId="{64D1E530-B232-449A-B312-99F6A80C7741}" type="presParOf" srcId="{061602C6-A7C9-4656-BA6D-6015BF16E66C}" destId="{CA9CFD6E-1F94-4FBF-8E41-F9CFE35A093F}" srcOrd="10" destOrd="0" presId="urn:microsoft.com/office/officeart/2005/8/layout/default"/>
    <dgm:cxn modelId="{24605FEB-DBBB-4C5D-A8D8-C6DB7D6FDF2E}" type="presParOf" srcId="{061602C6-A7C9-4656-BA6D-6015BF16E66C}" destId="{C0C7219B-9187-40FA-AFC0-A5A61F2DE015}" srcOrd="11" destOrd="0" presId="urn:microsoft.com/office/officeart/2005/8/layout/default"/>
    <dgm:cxn modelId="{F95AEDAD-EA4C-43E8-AEA0-E612652922AE}" type="presParOf" srcId="{061602C6-A7C9-4656-BA6D-6015BF16E66C}" destId="{0538AB73-AD4A-4E57-B26A-949E0540E673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5DA63D-CDB3-409A-81C8-AF76C1309F8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C93C5A3-7D2B-41F0-9259-6F0240577A48}">
      <dgm:prSet/>
      <dgm:spPr/>
      <dgm:t>
        <a:bodyPr/>
        <a:lstStyle/>
        <a:p>
          <a:r>
            <a:rPr lang="en-US"/>
            <a:t>Track changes before they are changed</a:t>
          </a:r>
        </a:p>
      </dgm:t>
    </dgm:pt>
    <dgm:pt modelId="{AD92976E-87F3-4312-9DCC-09F4DA2B9FA1}" type="parTrans" cxnId="{BD7FE80A-A9CA-4E27-BFE2-4125E44D9130}">
      <dgm:prSet/>
      <dgm:spPr/>
      <dgm:t>
        <a:bodyPr/>
        <a:lstStyle/>
        <a:p>
          <a:endParaRPr lang="en-US"/>
        </a:p>
      </dgm:t>
    </dgm:pt>
    <dgm:pt modelId="{F4AF03FD-F8E2-49CE-8385-B4F63E2D73EC}" type="sibTrans" cxnId="{BD7FE80A-A9CA-4E27-BFE2-4125E44D9130}">
      <dgm:prSet/>
      <dgm:spPr/>
      <dgm:t>
        <a:bodyPr/>
        <a:lstStyle/>
        <a:p>
          <a:endParaRPr lang="en-US"/>
        </a:p>
      </dgm:t>
    </dgm:pt>
    <dgm:pt modelId="{F69DF525-D3E7-496E-8D40-5FC434C5327E}">
      <dgm:prSet/>
      <dgm:spPr/>
      <dgm:t>
        <a:bodyPr/>
        <a:lstStyle/>
        <a:p>
          <a:r>
            <a:rPr lang="en-US"/>
            <a:t>If Computer loses power the OS can recover</a:t>
          </a:r>
        </a:p>
      </dgm:t>
    </dgm:pt>
    <dgm:pt modelId="{C8F9757D-08B9-44A3-BB7D-13329F57DF00}" type="parTrans" cxnId="{C9A1776D-80B2-47CE-898D-C82C6AAF34E6}">
      <dgm:prSet/>
      <dgm:spPr/>
      <dgm:t>
        <a:bodyPr/>
        <a:lstStyle/>
        <a:p>
          <a:endParaRPr lang="en-US"/>
        </a:p>
      </dgm:t>
    </dgm:pt>
    <dgm:pt modelId="{ACA2B6E2-4D6D-447B-A594-80D8DE4C19F1}" type="sibTrans" cxnId="{C9A1776D-80B2-47CE-898D-C82C6AAF34E6}">
      <dgm:prSet/>
      <dgm:spPr/>
      <dgm:t>
        <a:bodyPr/>
        <a:lstStyle/>
        <a:p>
          <a:endParaRPr lang="en-US"/>
        </a:p>
      </dgm:t>
    </dgm:pt>
    <dgm:pt modelId="{57375CB0-8A63-4B57-B002-70F80333E062}">
      <dgm:prSet/>
      <dgm:spPr/>
      <dgm:t>
        <a:bodyPr/>
        <a:lstStyle/>
        <a:p>
          <a:r>
            <a:rPr lang="en-US"/>
            <a:t>Ensures Data Integrity (Prevents CORRUPTION)</a:t>
          </a:r>
        </a:p>
      </dgm:t>
    </dgm:pt>
    <dgm:pt modelId="{3F0F46F5-8BED-471C-A48B-50A5ECCBCD8E}" type="parTrans" cxnId="{BB6C60B9-F767-4E65-B940-876C7528ADB6}">
      <dgm:prSet/>
      <dgm:spPr/>
      <dgm:t>
        <a:bodyPr/>
        <a:lstStyle/>
        <a:p>
          <a:endParaRPr lang="en-US"/>
        </a:p>
      </dgm:t>
    </dgm:pt>
    <dgm:pt modelId="{FF50AEF4-AF48-4720-8550-CB7789196706}" type="sibTrans" cxnId="{BB6C60B9-F767-4E65-B940-876C7528ADB6}">
      <dgm:prSet/>
      <dgm:spPr/>
      <dgm:t>
        <a:bodyPr/>
        <a:lstStyle/>
        <a:p>
          <a:endParaRPr lang="en-US"/>
        </a:p>
      </dgm:t>
    </dgm:pt>
    <dgm:pt modelId="{3C79A7CF-9DFD-4E54-B01F-06212522F41A}" type="pres">
      <dgm:prSet presAssocID="{FE5DA63D-CDB3-409A-81C8-AF76C1309F8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1DA1664-7A13-4DAB-AF41-BF46AE14478A}" type="pres">
      <dgm:prSet presAssocID="{0C93C5A3-7D2B-41F0-9259-6F0240577A48}" presName="hierRoot1" presStyleCnt="0"/>
      <dgm:spPr/>
    </dgm:pt>
    <dgm:pt modelId="{31FD2116-F1D9-4237-A848-D01663AF4651}" type="pres">
      <dgm:prSet presAssocID="{0C93C5A3-7D2B-41F0-9259-6F0240577A48}" presName="composite" presStyleCnt="0"/>
      <dgm:spPr/>
    </dgm:pt>
    <dgm:pt modelId="{8367907C-A428-49B4-88C0-0DDF4DEB2507}" type="pres">
      <dgm:prSet presAssocID="{0C93C5A3-7D2B-41F0-9259-6F0240577A48}" presName="background" presStyleLbl="node0" presStyleIdx="0" presStyleCnt="3"/>
      <dgm:spPr/>
    </dgm:pt>
    <dgm:pt modelId="{DBEC0E7D-0F9C-4295-B91F-3DBDB86EDE99}" type="pres">
      <dgm:prSet presAssocID="{0C93C5A3-7D2B-41F0-9259-6F0240577A48}" presName="text" presStyleLbl="fgAcc0" presStyleIdx="0" presStyleCnt="3">
        <dgm:presLayoutVars>
          <dgm:chPref val="3"/>
        </dgm:presLayoutVars>
      </dgm:prSet>
      <dgm:spPr/>
    </dgm:pt>
    <dgm:pt modelId="{2DC86C5E-1F23-44E4-90C3-FB8A357DA220}" type="pres">
      <dgm:prSet presAssocID="{0C93C5A3-7D2B-41F0-9259-6F0240577A48}" presName="hierChild2" presStyleCnt="0"/>
      <dgm:spPr/>
    </dgm:pt>
    <dgm:pt modelId="{F962D6E3-94FA-4FF1-8CEE-B9A83A883987}" type="pres">
      <dgm:prSet presAssocID="{F69DF525-D3E7-496E-8D40-5FC434C5327E}" presName="hierRoot1" presStyleCnt="0"/>
      <dgm:spPr/>
    </dgm:pt>
    <dgm:pt modelId="{FC9364F3-3D03-47B4-AEE2-20439A6C9D7B}" type="pres">
      <dgm:prSet presAssocID="{F69DF525-D3E7-496E-8D40-5FC434C5327E}" presName="composite" presStyleCnt="0"/>
      <dgm:spPr/>
    </dgm:pt>
    <dgm:pt modelId="{0599DCA4-4686-4B68-9B7C-A6222BA1EB9D}" type="pres">
      <dgm:prSet presAssocID="{F69DF525-D3E7-496E-8D40-5FC434C5327E}" presName="background" presStyleLbl="node0" presStyleIdx="1" presStyleCnt="3"/>
      <dgm:spPr/>
    </dgm:pt>
    <dgm:pt modelId="{E665F09D-870A-4379-BF87-5DB674A21909}" type="pres">
      <dgm:prSet presAssocID="{F69DF525-D3E7-496E-8D40-5FC434C5327E}" presName="text" presStyleLbl="fgAcc0" presStyleIdx="1" presStyleCnt="3">
        <dgm:presLayoutVars>
          <dgm:chPref val="3"/>
        </dgm:presLayoutVars>
      </dgm:prSet>
      <dgm:spPr/>
    </dgm:pt>
    <dgm:pt modelId="{D2A25265-3BB4-4F5C-8BEB-C4039209106A}" type="pres">
      <dgm:prSet presAssocID="{F69DF525-D3E7-496E-8D40-5FC434C5327E}" presName="hierChild2" presStyleCnt="0"/>
      <dgm:spPr/>
    </dgm:pt>
    <dgm:pt modelId="{DC12B890-8208-4320-ACC9-566D437128DC}" type="pres">
      <dgm:prSet presAssocID="{57375CB0-8A63-4B57-B002-70F80333E062}" presName="hierRoot1" presStyleCnt="0"/>
      <dgm:spPr/>
    </dgm:pt>
    <dgm:pt modelId="{FEEB0C83-728F-44EA-B7FD-B911843BBBB6}" type="pres">
      <dgm:prSet presAssocID="{57375CB0-8A63-4B57-B002-70F80333E062}" presName="composite" presStyleCnt="0"/>
      <dgm:spPr/>
    </dgm:pt>
    <dgm:pt modelId="{18B77C00-EF2A-4EA4-ACBD-D4D2B48296C5}" type="pres">
      <dgm:prSet presAssocID="{57375CB0-8A63-4B57-B002-70F80333E062}" presName="background" presStyleLbl="node0" presStyleIdx="2" presStyleCnt="3"/>
      <dgm:spPr/>
    </dgm:pt>
    <dgm:pt modelId="{DB91433A-3E64-416C-91F8-7E2D99713EBA}" type="pres">
      <dgm:prSet presAssocID="{57375CB0-8A63-4B57-B002-70F80333E062}" presName="text" presStyleLbl="fgAcc0" presStyleIdx="2" presStyleCnt="3">
        <dgm:presLayoutVars>
          <dgm:chPref val="3"/>
        </dgm:presLayoutVars>
      </dgm:prSet>
      <dgm:spPr/>
    </dgm:pt>
    <dgm:pt modelId="{5DC8D036-98EF-49ED-AB4A-6712A5123BDB}" type="pres">
      <dgm:prSet presAssocID="{57375CB0-8A63-4B57-B002-70F80333E062}" presName="hierChild2" presStyleCnt="0"/>
      <dgm:spPr/>
    </dgm:pt>
  </dgm:ptLst>
  <dgm:cxnLst>
    <dgm:cxn modelId="{BD7FE80A-A9CA-4E27-BFE2-4125E44D9130}" srcId="{FE5DA63D-CDB3-409A-81C8-AF76C1309F83}" destId="{0C93C5A3-7D2B-41F0-9259-6F0240577A48}" srcOrd="0" destOrd="0" parTransId="{AD92976E-87F3-4312-9DCC-09F4DA2B9FA1}" sibTransId="{F4AF03FD-F8E2-49CE-8385-B4F63E2D73EC}"/>
    <dgm:cxn modelId="{5F67B435-07AD-489E-8476-CC83035080BB}" type="presOf" srcId="{F69DF525-D3E7-496E-8D40-5FC434C5327E}" destId="{E665F09D-870A-4379-BF87-5DB674A21909}" srcOrd="0" destOrd="0" presId="urn:microsoft.com/office/officeart/2005/8/layout/hierarchy1"/>
    <dgm:cxn modelId="{C9A1776D-80B2-47CE-898D-C82C6AAF34E6}" srcId="{FE5DA63D-CDB3-409A-81C8-AF76C1309F83}" destId="{F69DF525-D3E7-496E-8D40-5FC434C5327E}" srcOrd="1" destOrd="0" parTransId="{C8F9757D-08B9-44A3-BB7D-13329F57DF00}" sibTransId="{ACA2B6E2-4D6D-447B-A594-80D8DE4C19F1}"/>
    <dgm:cxn modelId="{276AE386-9C46-4B90-A274-063481FBB39A}" type="presOf" srcId="{FE5DA63D-CDB3-409A-81C8-AF76C1309F83}" destId="{3C79A7CF-9DFD-4E54-B01F-06212522F41A}" srcOrd="0" destOrd="0" presId="urn:microsoft.com/office/officeart/2005/8/layout/hierarchy1"/>
    <dgm:cxn modelId="{588406B2-F0AC-475B-87C3-8CCB61BF9636}" type="presOf" srcId="{57375CB0-8A63-4B57-B002-70F80333E062}" destId="{DB91433A-3E64-416C-91F8-7E2D99713EBA}" srcOrd="0" destOrd="0" presId="urn:microsoft.com/office/officeart/2005/8/layout/hierarchy1"/>
    <dgm:cxn modelId="{BB6C60B9-F767-4E65-B940-876C7528ADB6}" srcId="{FE5DA63D-CDB3-409A-81C8-AF76C1309F83}" destId="{57375CB0-8A63-4B57-B002-70F80333E062}" srcOrd="2" destOrd="0" parTransId="{3F0F46F5-8BED-471C-A48B-50A5ECCBCD8E}" sibTransId="{FF50AEF4-AF48-4720-8550-CB7789196706}"/>
    <dgm:cxn modelId="{1ED719E2-B84C-4141-9EAF-DA150056A525}" type="presOf" srcId="{0C93C5A3-7D2B-41F0-9259-6F0240577A48}" destId="{DBEC0E7D-0F9C-4295-B91F-3DBDB86EDE99}" srcOrd="0" destOrd="0" presId="urn:microsoft.com/office/officeart/2005/8/layout/hierarchy1"/>
    <dgm:cxn modelId="{F9BE7336-267F-4ACE-8B0E-5A6F5CD8A313}" type="presParOf" srcId="{3C79A7CF-9DFD-4E54-B01F-06212522F41A}" destId="{91DA1664-7A13-4DAB-AF41-BF46AE14478A}" srcOrd="0" destOrd="0" presId="urn:microsoft.com/office/officeart/2005/8/layout/hierarchy1"/>
    <dgm:cxn modelId="{B8DB4813-507C-4C9A-B610-EF8F981ADC59}" type="presParOf" srcId="{91DA1664-7A13-4DAB-AF41-BF46AE14478A}" destId="{31FD2116-F1D9-4237-A848-D01663AF4651}" srcOrd="0" destOrd="0" presId="urn:microsoft.com/office/officeart/2005/8/layout/hierarchy1"/>
    <dgm:cxn modelId="{C94AABCE-5143-44A9-8BB0-746709F31DEC}" type="presParOf" srcId="{31FD2116-F1D9-4237-A848-D01663AF4651}" destId="{8367907C-A428-49B4-88C0-0DDF4DEB2507}" srcOrd="0" destOrd="0" presId="urn:microsoft.com/office/officeart/2005/8/layout/hierarchy1"/>
    <dgm:cxn modelId="{91DDA0E9-DC0F-4BB2-B51F-FB5F2104747F}" type="presParOf" srcId="{31FD2116-F1D9-4237-A848-D01663AF4651}" destId="{DBEC0E7D-0F9C-4295-B91F-3DBDB86EDE99}" srcOrd="1" destOrd="0" presId="urn:microsoft.com/office/officeart/2005/8/layout/hierarchy1"/>
    <dgm:cxn modelId="{00E34154-6A3B-4DF6-95E9-FA3E47F87013}" type="presParOf" srcId="{91DA1664-7A13-4DAB-AF41-BF46AE14478A}" destId="{2DC86C5E-1F23-44E4-90C3-FB8A357DA220}" srcOrd="1" destOrd="0" presId="urn:microsoft.com/office/officeart/2005/8/layout/hierarchy1"/>
    <dgm:cxn modelId="{EC6F5350-E89A-46F8-A8B9-52FF393BF6BA}" type="presParOf" srcId="{3C79A7CF-9DFD-4E54-B01F-06212522F41A}" destId="{F962D6E3-94FA-4FF1-8CEE-B9A83A883987}" srcOrd="1" destOrd="0" presId="urn:microsoft.com/office/officeart/2005/8/layout/hierarchy1"/>
    <dgm:cxn modelId="{79BCBC01-E2E6-47B5-B49C-028DD46756EA}" type="presParOf" srcId="{F962D6E3-94FA-4FF1-8CEE-B9A83A883987}" destId="{FC9364F3-3D03-47B4-AEE2-20439A6C9D7B}" srcOrd="0" destOrd="0" presId="urn:microsoft.com/office/officeart/2005/8/layout/hierarchy1"/>
    <dgm:cxn modelId="{F05799F4-9C2F-4E14-BBE4-18F5175527BE}" type="presParOf" srcId="{FC9364F3-3D03-47B4-AEE2-20439A6C9D7B}" destId="{0599DCA4-4686-4B68-9B7C-A6222BA1EB9D}" srcOrd="0" destOrd="0" presId="urn:microsoft.com/office/officeart/2005/8/layout/hierarchy1"/>
    <dgm:cxn modelId="{068DAA53-F064-42E0-8AC4-DFEEA9039A17}" type="presParOf" srcId="{FC9364F3-3D03-47B4-AEE2-20439A6C9D7B}" destId="{E665F09D-870A-4379-BF87-5DB674A21909}" srcOrd="1" destOrd="0" presId="urn:microsoft.com/office/officeart/2005/8/layout/hierarchy1"/>
    <dgm:cxn modelId="{4C18E0DB-54CC-4F63-B638-4310149DF985}" type="presParOf" srcId="{F962D6E3-94FA-4FF1-8CEE-B9A83A883987}" destId="{D2A25265-3BB4-4F5C-8BEB-C4039209106A}" srcOrd="1" destOrd="0" presId="urn:microsoft.com/office/officeart/2005/8/layout/hierarchy1"/>
    <dgm:cxn modelId="{B8F30C93-5C0F-40FF-AC10-5947918FE54D}" type="presParOf" srcId="{3C79A7CF-9DFD-4E54-B01F-06212522F41A}" destId="{DC12B890-8208-4320-ACC9-566D437128DC}" srcOrd="2" destOrd="0" presId="urn:microsoft.com/office/officeart/2005/8/layout/hierarchy1"/>
    <dgm:cxn modelId="{5097B0E6-48F9-4F4A-831D-DDBE099C905D}" type="presParOf" srcId="{DC12B890-8208-4320-ACC9-566D437128DC}" destId="{FEEB0C83-728F-44EA-B7FD-B911843BBBB6}" srcOrd="0" destOrd="0" presId="urn:microsoft.com/office/officeart/2005/8/layout/hierarchy1"/>
    <dgm:cxn modelId="{BAC10D2F-CEC2-4A9A-85C3-1FD1A3EB245A}" type="presParOf" srcId="{FEEB0C83-728F-44EA-B7FD-B911843BBBB6}" destId="{18B77C00-EF2A-4EA4-ACBD-D4D2B48296C5}" srcOrd="0" destOrd="0" presId="urn:microsoft.com/office/officeart/2005/8/layout/hierarchy1"/>
    <dgm:cxn modelId="{696201FA-9870-4300-85CD-1BA87340CB42}" type="presParOf" srcId="{FEEB0C83-728F-44EA-B7FD-B911843BBBB6}" destId="{DB91433A-3E64-416C-91F8-7E2D99713EBA}" srcOrd="1" destOrd="0" presId="urn:microsoft.com/office/officeart/2005/8/layout/hierarchy1"/>
    <dgm:cxn modelId="{5770E8FF-52B7-40AC-871F-2896F6597DFD}" type="presParOf" srcId="{DC12B890-8208-4320-ACC9-566D437128DC}" destId="{5DC8D036-98EF-49ED-AB4A-6712A5123BD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9F641A7-23E7-4EDE-B2A2-FA7E03E425C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E14F126-74FD-464B-BB61-E3030D9841B0}">
      <dgm:prSet/>
      <dgm:spPr/>
      <dgm:t>
        <a:bodyPr/>
        <a:lstStyle/>
        <a:p>
          <a:r>
            <a:rPr lang="en-US"/>
            <a:t>File systems control who can </a:t>
          </a:r>
        </a:p>
      </dgm:t>
    </dgm:pt>
    <dgm:pt modelId="{7C3F7869-0F86-4DCC-9769-15D4E5CA517F}" type="parTrans" cxnId="{9D536F1C-259D-4222-A332-9D41C550DBAC}">
      <dgm:prSet/>
      <dgm:spPr/>
      <dgm:t>
        <a:bodyPr/>
        <a:lstStyle/>
        <a:p>
          <a:endParaRPr lang="en-US"/>
        </a:p>
      </dgm:t>
    </dgm:pt>
    <dgm:pt modelId="{A0CE0954-7E6A-487A-9968-03475FD5758F}" type="sibTrans" cxnId="{9D536F1C-259D-4222-A332-9D41C550DBAC}">
      <dgm:prSet/>
      <dgm:spPr/>
      <dgm:t>
        <a:bodyPr/>
        <a:lstStyle/>
        <a:p>
          <a:endParaRPr lang="en-US"/>
        </a:p>
      </dgm:t>
    </dgm:pt>
    <dgm:pt modelId="{B9F4656A-BC9E-4B26-9B84-AAAD43E0C52E}">
      <dgm:prSet/>
      <dgm:spPr/>
      <dgm:t>
        <a:bodyPr/>
        <a:lstStyle/>
        <a:p>
          <a:r>
            <a:rPr lang="en-US"/>
            <a:t>Read</a:t>
          </a:r>
        </a:p>
      </dgm:t>
    </dgm:pt>
    <dgm:pt modelId="{7027AC34-BC47-40E0-AA0D-B060C736E626}" type="parTrans" cxnId="{4538A432-0FB3-4990-A0A8-27AD164EAEB4}">
      <dgm:prSet/>
      <dgm:spPr/>
      <dgm:t>
        <a:bodyPr/>
        <a:lstStyle/>
        <a:p>
          <a:endParaRPr lang="en-US"/>
        </a:p>
      </dgm:t>
    </dgm:pt>
    <dgm:pt modelId="{0A91FAFB-0EB8-47B8-9189-87A7A84030F8}" type="sibTrans" cxnId="{4538A432-0FB3-4990-A0A8-27AD164EAEB4}">
      <dgm:prSet/>
      <dgm:spPr/>
      <dgm:t>
        <a:bodyPr/>
        <a:lstStyle/>
        <a:p>
          <a:endParaRPr lang="en-US"/>
        </a:p>
      </dgm:t>
    </dgm:pt>
    <dgm:pt modelId="{4F1217A8-78A4-49E7-9A01-E7A95A57351C}">
      <dgm:prSet/>
      <dgm:spPr/>
      <dgm:t>
        <a:bodyPr/>
        <a:lstStyle/>
        <a:p>
          <a:r>
            <a:rPr lang="en-US"/>
            <a:t>Write</a:t>
          </a:r>
        </a:p>
      </dgm:t>
    </dgm:pt>
    <dgm:pt modelId="{649EF5E4-729C-4C64-B768-271046B4B753}" type="parTrans" cxnId="{DE03BFA2-1DAB-48BB-8E96-2067582213C1}">
      <dgm:prSet/>
      <dgm:spPr/>
      <dgm:t>
        <a:bodyPr/>
        <a:lstStyle/>
        <a:p>
          <a:endParaRPr lang="en-US"/>
        </a:p>
      </dgm:t>
    </dgm:pt>
    <dgm:pt modelId="{D721897B-E8F7-4AE0-AE94-C8F6CF6EAF32}" type="sibTrans" cxnId="{DE03BFA2-1DAB-48BB-8E96-2067582213C1}">
      <dgm:prSet/>
      <dgm:spPr/>
      <dgm:t>
        <a:bodyPr/>
        <a:lstStyle/>
        <a:p>
          <a:endParaRPr lang="en-US"/>
        </a:p>
      </dgm:t>
    </dgm:pt>
    <dgm:pt modelId="{DA5608A2-4165-4A50-9BBB-BE7707C8BBFC}">
      <dgm:prSet/>
      <dgm:spPr/>
      <dgm:t>
        <a:bodyPr/>
        <a:lstStyle/>
        <a:p>
          <a:r>
            <a:rPr lang="en-US"/>
            <a:t>Execute</a:t>
          </a:r>
        </a:p>
      </dgm:t>
    </dgm:pt>
    <dgm:pt modelId="{D783FF47-B31F-4F0D-ADDF-56F559EF22DE}" type="parTrans" cxnId="{461102FB-F6D5-4A6B-A7EC-167AA696DE94}">
      <dgm:prSet/>
      <dgm:spPr/>
      <dgm:t>
        <a:bodyPr/>
        <a:lstStyle/>
        <a:p>
          <a:endParaRPr lang="en-US"/>
        </a:p>
      </dgm:t>
    </dgm:pt>
    <dgm:pt modelId="{D73BA2EB-D43D-4127-AE9B-EB29443605A4}" type="sibTrans" cxnId="{461102FB-F6D5-4A6B-A7EC-167AA696DE94}">
      <dgm:prSet/>
      <dgm:spPr/>
      <dgm:t>
        <a:bodyPr/>
        <a:lstStyle/>
        <a:p>
          <a:endParaRPr lang="en-US"/>
        </a:p>
      </dgm:t>
    </dgm:pt>
    <dgm:pt modelId="{00706AD0-5CFC-494F-848B-5C0E27155B59}">
      <dgm:prSet/>
      <dgm:spPr/>
      <dgm:t>
        <a:bodyPr/>
        <a:lstStyle/>
        <a:p>
          <a:r>
            <a:rPr lang="en-US"/>
            <a:t>Modify </a:t>
          </a:r>
        </a:p>
      </dgm:t>
    </dgm:pt>
    <dgm:pt modelId="{4348C66B-C2A5-4E81-B2D4-1511E6B101CA}" type="parTrans" cxnId="{DDCF997B-E203-4193-B272-BB2DC56E6FC6}">
      <dgm:prSet/>
      <dgm:spPr/>
      <dgm:t>
        <a:bodyPr/>
        <a:lstStyle/>
        <a:p>
          <a:endParaRPr lang="en-US"/>
        </a:p>
      </dgm:t>
    </dgm:pt>
    <dgm:pt modelId="{57EFAF1C-18E9-4DCB-B9E4-D465C99C762D}" type="sibTrans" cxnId="{DDCF997B-E203-4193-B272-BB2DC56E6FC6}">
      <dgm:prSet/>
      <dgm:spPr/>
      <dgm:t>
        <a:bodyPr/>
        <a:lstStyle/>
        <a:p>
          <a:endParaRPr lang="en-US"/>
        </a:p>
      </dgm:t>
    </dgm:pt>
    <dgm:pt modelId="{00B64301-347B-4C83-B209-713D557C76E2}">
      <dgm:prSet/>
      <dgm:spPr/>
      <dgm:t>
        <a:bodyPr/>
        <a:lstStyle/>
        <a:p>
          <a:r>
            <a:rPr lang="en-US"/>
            <a:t>Designed for</a:t>
          </a:r>
        </a:p>
      </dgm:t>
    </dgm:pt>
    <dgm:pt modelId="{78D0F38C-CE63-46E4-B00C-38333FB5F0DB}" type="parTrans" cxnId="{9E120B73-9582-4D96-80EA-3C3B6D05CDF4}">
      <dgm:prSet/>
      <dgm:spPr/>
      <dgm:t>
        <a:bodyPr/>
        <a:lstStyle/>
        <a:p>
          <a:endParaRPr lang="en-US"/>
        </a:p>
      </dgm:t>
    </dgm:pt>
    <dgm:pt modelId="{047042A3-D0A5-4405-B877-0EA9848B2919}" type="sibTrans" cxnId="{9E120B73-9582-4D96-80EA-3C3B6D05CDF4}">
      <dgm:prSet/>
      <dgm:spPr/>
      <dgm:t>
        <a:bodyPr/>
        <a:lstStyle/>
        <a:p>
          <a:endParaRPr lang="en-US"/>
        </a:p>
      </dgm:t>
    </dgm:pt>
    <dgm:pt modelId="{25951D88-DAB8-40F2-881C-92D45AA7718F}">
      <dgm:prSet/>
      <dgm:spPr/>
      <dgm:t>
        <a:bodyPr/>
        <a:lstStyle/>
        <a:p>
          <a:r>
            <a:rPr lang="en-US"/>
            <a:t>Folders</a:t>
          </a:r>
        </a:p>
      </dgm:t>
    </dgm:pt>
    <dgm:pt modelId="{DC91F2B9-A3FA-4C03-86A7-1A6B8C3F4286}" type="parTrans" cxnId="{3175E413-85C3-42EF-BCA1-4A353E317B29}">
      <dgm:prSet/>
      <dgm:spPr/>
      <dgm:t>
        <a:bodyPr/>
        <a:lstStyle/>
        <a:p>
          <a:endParaRPr lang="en-US"/>
        </a:p>
      </dgm:t>
    </dgm:pt>
    <dgm:pt modelId="{6C827FA2-0AF4-47EE-A0B1-8FEA2F654C25}" type="sibTrans" cxnId="{3175E413-85C3-42EF-BCA1-4A353E317B29}">
      <dgm:prSet/>
      <dgm:spPr/>
      <dgm:t>
        <a:bodyPr/>
        <a:lstStyle/>
        <a:p>
          <a:endParaRPr lang="en-US"/>
        </a:p>
      </dgm:t>
    </dgm:pt>
    <dgm:pt modelId="{A8DDCACF-6A8E-4436-B438-3810129C0CBF}">
      <dgm:prSet/>
      <dgm:spPr/>
      <dgm:t>
        <a:bodyPr/>
        <a:lstStyle/>
        <a:p>
          <a:r>
            <a:rPr lang="en-US"/>
            <a:t>Files</a:t>
          </a:r>
        </a:p>
      </dgm:t>
    </dgm:pt>
    <dgm:pt modelId="{A5FF39EB-8786-40D6-90F5-57C5991450C7}" type="parTrans" cxnId="{24102946-0447-4F6D-B5C6-D464E4CC5810}">
      <dgm:prSet/>
      <dgm:spPr/>
      <dgm:t>
        <a:bodyPr/>
        <a:lstStyle/>
        <a:p>
          <a:endParaRPr lang="en-US"/>
        </a:p>
      </dgm:t>
    </dgm:pt>
    <dgm:pt modelId="{9C54ADB0-1B9F-41F5-ADA6-B65406C960B3}" type="sibTrans" cxnId="{24102946-0447-4F6D-B5C6-D464E4CC5810}">
      <dgm:prSet/>
      <dgm:spPr/>
      <dgm:t>
        <a:bodyPr/>
        <a:lstStyle/>
        <a:p>
          <a:endParaRPr lang="en-US"/>
        </a:p>
      </dgm:t>
    </dgm:pt>
    <dgm:pt modelId="{FFDE0EA5-1402-4ED7-AB51-D363E9412654}">
      <dgm:prSet/>
      <dgm:spPr/>
      <dgm:t>
        <a:bodyPr/>
        <a:lstStyle/>
        <a:p>
          <a:r>
            <a:rPr lang="en-US"/>
            <a:t>Essential for security</a:t>
          </a:r>
        </a:p>
      </dgm:t>
    </dgm:pt>
    <dgm:pt modelId="{A868CB81-4713-49C4-A406-9D9955BB0C88}" type="parTrans" cxnId="{7740230A-8BBF-4C47-B48A-D786C5A3DC4A}">
      <dgm:prSet/>
      <dgm:spPr/>
      <dgm:t>
        <a:bodyPr/>
        <a:lstStyle/>
        <a:p>
          <a:endParaRPr lang="en-US"/>
        </a:p>
      </dgm:t>
    </dgm:pt>
    <dgm:pt modelId="{D6A055B0-9AB0-4300-8C6E-F834C05B2CD3}" type="sibTrans" cxnId="{7740230A-8BBF-4C47-B48A-D786C5A3DC4A}">
      <dgm:prSet/>
      <dgm:spPr/>
      <dgm:t>
        <a:bodyPr/>
        <a:lstStyle/>
        <a:p>
          <a:endParaRPr lang="en-US"/>
        </a:p>
      </dgm:t>
    </dgm:pt>
    <dgm:pt modelId="{D4FBF6CE-89D9-4B3E-924D-1B06A5B7E792}">
      <dgm:prSet/>
      <dgm:spPr/>
      <dgm:t>
        <a:bodyPr/>
        <a:lstStyle/>
        <a:p>
          <a:r>
            <a:rPr lang="en-US"/>
            <a:t>Multi-user systems</a:t>
          </a:r>
        </a:p>
      </dgm:t>
    </dgm:pt>
    <dgm:pt modelId="{EFAA6840-5BC9-4D4F-B644-C19EC62765D6}" type="parTrans" cxnId="{E5701294-867C-4BE6-99FB-6976D565E3F1}">
      <dgm:prSet/>
      <dgm:spPr/>
      <dgm:t>
        <a:bodyPr/>
        <a:lstStyle/>
        <a:p>
          <a:endParaRPr lang="en-US"/>
        </a:p>
      </dgm:t>
    </dgm:pt>
    <dgm:pt modelId="{074A1ED8-B57B-4F69-9D4A-B107139BC18A}" type="sibTrans" cxnId="{E5701294-867C-4BE6-99FB-6976D565E3F1}">
      <dgm:prSet/>
      <dgm:spPr/>
      <dgm:t>
        <a:bodyPr/>
        <a:lstStyle/>
        <a:p>
          <a:endParaRPr lang="en-US"/>
        </a:p>
      </dgm:t>
    </dgm:pt>
    <dgm:pt modelId="{35C05579-6F14-4066-9DEE-B5BC0DD4501E}">
      <dgm:prSet/>
      <dgm:spPr/>
      <dgm:t>
        <a:bodyPr/>
        <a:lstStyle/>
        <a:p>
          <a:r>
            <a:rPr lang="en-US"/>
            <a:t>Authorization</a:t>
          </a:r>
        </a:p>
      </dgm:t>
    </dgm:pt>
    <dgm:pt modelId="{14F14D56-52B4-4E70-8097-BC7F869E376C}" type="parTrans" cxnId="{9B72E164-3CDA-47C7-9B97-F0E15E3FD803}">
      <dgm:prSet/>
      <dgm:spPr/>
      <dgm:t>
        <a:bodyPr/>
        <a:lstStyle/>
        <a:p>
          <a:endParaRPr lang="en-US"/>
        </a:p>
      </dgm:t>
    </dgm:pt>
    <dgm:pt modelId="{276DFEF9-585B-46CC-9118-757B0F92D378}" type="sibTrans" cxnId="{9B72E164-3CDA-47C7-9B97-F0E15E3FD803}">
      <dgm:prSet/>
      <dgm:spPr/>
      <dgm:t>
        <a:bodyPr/>
        <a:lstStyle/>
        <a:p>
          <a:endParaRPr lang="en-US"/>
        </a:p>
      </dgm:t>
    </dgm:pt>
    <dgm:pt modelId="{457690E9-7FD6-4EE4-A937-69FAA4F6DFF7}" type="pres">
      <dgm:prSet presAssocID="{C9F641A7-23E7-4EDE-B2A2-FA7E03E425CA}" presName="Name0" presStyleCnt="0">
        <dgm:presLayoutVars>
          <dgm:dir/>
          <dgm:animLvl val="lvl"/>
          <dgm:resizeHandles val="exact"/>
        </dgm:presLayoutVars>
      </dgm:prSet>
      <dgm:spPr/>
    </dgm:pt>
    <dgm:pt modelId="{5938C08E-A0C1-4574-AA4E-48B001925E84}" type="pres">
      <dgm:prSet presAssocID="{1E14F126-74FD-464B-BB61-E3030D9841B0}" presName="composite" presStyleCnt="0"/>
      <dgm:spPr/>
    </dgm:pt>
    <dgm:pt modelId="{9CD38521-151A-4993-BA01-83E49554B027}" type="pres">
      <dgm:prSet presAssocID="{1E14F126-74FD-464B-BB61-E3030D9841B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A2E29BC6-A08E-4B27-9C78-2E4C9059CEF0}" type="pres">
      <dgm:prSet presAssocID="{1E14F126-74FD-464B-BB61-E3030D9841B0}" presName="desTx" presStyleLbl="alignAccFollowNode1" presStyleIdx="0" presStyleCnt="3">
        <dgm:presLayoutVars>
          <dgm:bulletEnabled val="1"/>
        </dgm:presLayoutVars>
      </dgm:prSet>
      <dgm:spPr/>
    </dgm:pt>
    <dgm:pt modelId="{2CA5EBC7-1973-470C-8DB7-6999E769B776}" type="pres">
      <dgm:prSet presAssocID="{A0CE0954-7E6A-487A-9968-03475FD5758F}" presName="space" presStyleCnt="0"/>
      <dgm:spPr/>
    </dgm:pt>
    <dgm:pt modelId="{2B78897B-CDA8-4412-8ED1-D148B2F63811}" type="pres">
      <dgm:prSet presAssocID="{00B64301-347B-4C83-B209-713D557C76E2}" presName="composite" presStyleCnt="0"/>
      <dgm:spPr/>
    </dgm:pt>
    <dgm:pt modelId="{7EE284D9-995E-438F-A6D8-86EF063C48DF}" type="pres">
      <dgm:prSet presAssocID="{00B64301-347B-4C83-B209-713D557C76E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32F83C3-DC8D-4223-8652-9499B0E1F90D}" type="pres">
      <dgm:prSet presAssocID="{00B64301-347B-4C83-B209-713D557C76E2}" presName="desTx" presStyleLbl="alignAccFollowNode1" presStyleIdx="1" presStyleCnt="3">
        <dgm:presLayoutVars>
          <dgm:bulletEnabled val="1"/>
        </dgm:presLayoutVars>
      </dgm:prSet>
      <dgm:spPr/>
    </dgm:pt>
    <dgm:pt modelId="{99F6C4F0-85FB-4A10-9EAF-9468AFEC6427}" type="pres">
      <dgm:prSet presAssocID="{047042A3-D0A5-4405-B877-0EA9848B2919}" presName="space" presStyleCnt="0"/>
      <dgm:spPr/>
    </dgm:pt>
    <dgm:pt modelId="{1557910E-BC75-46BA-B6D3-E8BFEA7F79ED}" type="pres">
      <dgm:prSet presAssocID="{FFDE0EA5-1402-4ED7-AB51-D363E9412654}" presName="composite" presStyleCnt="0"/>
      <dgm:spPr/>
    </dgm:pt>
    <dgm:pt modelId="{B82DCA77-5BDB-4E37-A3BB-18D3A740A9E5}" type="pres">
      <dgm:prSet presAssocID="{FFDE0EA5-1402-4ED7-AB51-D363E941265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B38F569-8FCA-4C12-B42B-8532EDDC983C}" type="pres">
      <dgm:prSet presAssocID="{FFDE0EA5-1402-4ED7-AB51-D363E941265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740230A-8BBF-4C47-B48A-D786C5A3DC4A}" srcId="{C9F641A7-23E7-4EDE-B2A2-FA7E03E425CA}" destId="{FFDE0EA5-1402-4ED7-AB51-D363E9412654}" srcOrd="2" destOrd="0" parTransId="{A868CB81-4713-49C4-A406-9D9955BB0C88}" sibTransId="{D6A055B0-9AB0-4300-8C6E-F834C05B2CD3}"/>
    <dgm:cxn modelId="{3333DF11-096B-45A3-BB0B-8E32F7BAF13A}" type="presOf" srcId="{D4FBF6CE-89D9-4B3E-924D-1B06A5B7E792}" destId="{4B38F569-8FCA-4C12-B42B-8532EDDC983C}" srcOrd="0" destOrd="0" presId="urn:microsoft.com/office/officeart/2005/8/layout/hList1"/>
    <dgm:cxn modelId="{3175E413-85C3-42EF-BCA1-4A353E317B29}" srcId="{00B64301-347B-4C83-B209-713D557C76E2}" destId="{25951D88-DAB8-40F2-881C-92D45AA7718F}" srcOrd="0" destOrd="0" parTransId="{DC91F2B9-A3FA-4C03-86A7-1A6B8C3F4286}" sibTransId="{6C827FA2-0AF4-47EE-A0B1-8FEA2F654C25}"/>
    <dgm:cxn modelId="{9D536F1C-259D-4222-A332-9D41C550DBAC}" srcId="{C9F641A7-23E7-4EDE-B2A2-FA7E03E425CA}" destId="{1E14F126-74FD-464B-BB61-E3030D9841B0}" srcOrd="0" destOrd="0" parTransId="{7C3F7869-0F86-4DCC-9769-15D4E5CA517F}" sibTransId="{A0CE0954-7E6A-487A-9968-03475FD5758F}"/>
    <dgm:cxn modelId="{F9B08A2B-58BC-43CF-9037-5E1B6A0EF895}" type="presOf" srcId="{DA5608A2-4165-4A50-9BBB-BE7707C8BBFC}" destId="{A2E29BC6-A08E-4B27-9C78-2E4C9059CEF0}" srcOrd="0" destOrd="2" presId="urn:microsoft.com/office/officeart/2005/8/layout/hList1"/>
    <dgm:cxn modelId="{4538A432-0FB3-4990-A0A8-27AD164EAEB4}" srcId="{1E14F126-74FD-464B-BB61-E3030D9841B0}" destId="{B9F4656A-BC9E-4B26-9B84-AAAD43E0C52E}" srcOrd="0" destOrd="0" parTransId="{7027AC34-BC47-40E0-AA0D-B060C736E626}" sibTransId="{0A91FAFB-0EB8-47B8-9189-87A7A84030F8}"/>
    <dgm:cxn modelId="{D0F44E37-D255-4F77-A33C-28F6C209B1A3}" type="presOf" srcId="{25951D88-DAB8-40F2-881C-92D45AA7718F}" destId="{432F83C3-DC8D-4223-8652-9499B0E1F90D}" srcOrd="0" destOrd="0" presId="urn:microsoft.com/office/officeart/2005/8/layout/hList1"/>
    <dgm:cxn modelId="{9B72E164-3CDA-47C7-9B97-F0E15E3FD803}" srcId="{FFDE0EA5-1402-4ED7-AB51-D363E9412654}" destId="{35C05579-6F14-4066-9DEE-B5BC0DD4501E}" srcOrd="1" destOrd="0" parTransId="{14F14D56-52B4-4E70-8097-BC7F869E376C}" sibTransId="{276DFEF9-585B-46CC-9118-757B0F92D378}"/>
    <dgm:cxn modelId="{24102946-0447-4F6D-B5C6-D464E4CC5810}" srcId="{00B64301-347B-4C83-B209-713D557C76E2}" destId="{A8DDCACF-6A8E-4436-B438-3810129C0CBF}" srcOrd="1" destOrd="0" parTransId="{A5FF39EB-8786-40D6-90F5-57C5991450C7}" sibTransId="{9C54ADB0-1B9F-41F5-ADA6-B65406C960B3}"/>
    <dgm:cxn modelId="{4F46D668-294F-4199-8A71-F14B45E196C9}" type="presOf" srcId="{00B64301-347B-4C83-B209-713D557C76E2}" destId="{7EE284D9-995E-438F-A6D8-86EF063C48DF}" srcOrd="0" destOrd="0" presId="urn:microsoft.com/office/officeart/2005/8/layout/hList1"/>
    <dgm:cxn modelId="{F6F47D4B-BA4C-4B07-9495-E3A79046FF13}" type="presOf" srcId="{FFDE0EA5-1402-4ED7-AB51-D363E9412654}" destId="{B82DCA77-5BDB-4E37-A3BB-18D3A740A9E5}" srcOrd="0" destOrd="0" presId="urn:microsoft.com/office/officeart/2005/8/layout/hList1"/>
    <dgm:cxn modelId="{9E120B73-9582-4D96-80EA-3C3B6D05CDF4}" srcId="{C9F641A7-23E7-4EDE-B2A2-FA7E03E425CA}" destId="{00B64301-347B-4C83-B209-713D557C76E2}" srcOrd="1" destOrd="0" parTransId="{78D0F38C-CE63-46E4-B00C-38333FB5F0DB}" sibTransId="{047042A3-D0A5-4405-B877-0EA9848B2919}"/>
    <dgm:cxn modelId="{1EB2FA79-F14B-4F6E-A16E-432A816DE89F}" type="presOf" srcId="{35C05579-6F14-4066-9DEE-B5BC0DD4501E}" destId="{4B38F569-8FCA-4C12-B42B-8532EDDC983C}" srcOrd="0" destOrd="1" presId="urn:microsoft.com/office/officeart/2005/8/layout/hList1"/>
    <dgm:cxn modelId="{DDCF997B-E203-4193-B272-BB2DC56E6FC6}" srcId="{1E14F126-74FD-464B-BB61-E3030D9841B0}" destId="{00706AD0-5CFC-494F-848B-5C0E27155B59}" srcOrd="3" destOrd="0" parTransId="{4348C66B-C2A5-4E81-B2D4-1511E6B101CA}" sibTransId="{57EFAF1C-18E9-4DCB-B9E4-D465C99C762D}"/>
    <dgm:cxn modelId="{E5701294-867C-4BE6-99FB-6976D565E3F1}" srcId="{FFDE0EA5-1402-4ED7-AB51-D363E9412654}" destId="{D4FBF6CE-89D9-4B3E-924D-1B06A5B7E792}" srcOrd="0" destOrd="0" parTransId="{EFAA6840-5BC9-4D4F-B644-C19EC62765D6}" sibTransId="{074A1ED8-B57B-4F69-9D4A-B107139BC18A}"/>
    <dgm:cxn modelId="{19AF8C9F-E706-4DB1-8D63-7CF0EE42EC10}" type="presOf" srcId="{4F1217A8-78A4-49E7-9A01-E7A95A57351C}" destId="{A2E29BC6-A08E-4B27-9C78-2E4C9059CEF0}" srcOrd="0" destOrd="1" presId="urn:microsoft.com/office/officeart/2005/8/layout/hList1"/>
    <dgm:cxn modelId="{AD43EFA0-2551-4C42-A3BD-A3F1815C0044}" type="presOf" srcId="{C9F641A7-23E7-4EDE-B2A2-FA7E03E425CA}" destId="{457690E9-7FD6-4EE4-A937-69FAA4F6DFF7}" srcOrd="0" destOrd="0" presId="urn:microsoft.com/office/officeart/2005/8/layout/hList1"/>
    <dgm:cxn modelId="{DE03BFA2-1DAB-48BB-8E96-2067582213C1}" srcId="{1E14F126-74FD-464B-BB61-E3030D9841B0}" destId="{4F1217A8-78A4-49E7-9A01-E7A95A57351C}" srcOrd="1" destOrd="0" parTransId="{649EF5E4-729C-4C64-B768-271046B4B753}" sibTransId="{D721897B-E8F7-4AE0-AE94-C8F6CF6EAF32}"/>
    <dgm:cxn modelId="{739F58B8-9811-402C-9DDB-689CFA8A77A9}" type="presOf" srcId="{B9F4656A-BC9E-4B26-9B84-AAAD43E0C52E}" destId="{A2E29BC6-A08E-4B27-9C78-2E4C9059CEF0}" srcOrd="0" destOrd="0" presId="urn:microsoft.com/office/officeart/2005/8/layout/hList1"/>
    <dgm:cxn modelId="{62FEDFCC-7046-4600-8462-B69C31BCB6B8}" type="presOf" srcId="{A8DDCACF-6A8E-4436-B438-3810129C0CBF}" destId="{432F83C3-DC8D-4223-8652-9499B0E1F90D}" srcOrd="0" destOrd="1" presId="urn:microsoft.com/office/officeart/2005/8/layout/hList1"/>
    <dgm:cxn modelId="{4C0E13DE-00DD-40D8-9E9F-520DC13FE779}" type="presOf" srcId="{00706AD0-5CFC-494F-848B-5C0E27155B59}" destId="{A2E29BC6-A08E-4B27-9C78-2E4C9059CEF0}" srcOrd="0" destOrd="3" presId="urn:microsoft.com/office/officeart/2005/8/layout/hList1"/>
    <dgm:cxn modelId="{461102FB-F6D5-4A6B-A7EC-167AA696DE94}" srcId="{1E14F126-74FD-464B-BB61-E3030D9841B0}" destId="{DA5608A2-4165-4A50-9BBB-BE7707C8BBFC}" srcOrd="2" destOrd="0" parTransId="{D783FF47-B31F-4F0D-ADDF-56F559EF22DE}" sibTransId="{D73BA2EB-D43D-4127-AE9B-EB29443605A4}"/>
    <dgm:cxn modelId="{23A65FFB-9B6E-4B13-9DB6-C90619609178}" type="presOf" srcId="{1E14F126-74FD-464B-BB61-E3030D9841B0}" destId="{9CD38521-151A-4993-BA01-83E49554B027}" srcOrd="0" destOrd="0" presId="urn:microsoft.com/office/officeart/2005/8/layout/hList1"/>
    <dgm:cxn modelId="{ED342C9A-856D-4F06-AF65-B16E1BD70CE0}" type="presParOf" srcId="{457690E9-7FD6-4EE4-A937-69FAA4F6DFF7}" destId="{5938C08E-A0C1-4574-AA4E-48B001925E84}" srcOrd="0" destOrd="0" presId="urn:microsoft.com/office/officeart/2005/8/layout/hList1"/>
    <dgm:cxn modelId="{7477D848-ED8E-4382-84B3-8301A38580B6}" type="presParOf" srcId="{5938C08E-A0C1-4574-AA4E-48B001925E84}" destId="{9CD38521-151A-4993-BA01-83E49554B027}" srcOrd="0" destOrd="0" presId="urn:microsoft.com/office/officeart/2005/8/layout/hList1"/>
    <dgm:cxn modelId="{C5426B30-165A-44DE-877B-15C5A93291D0}" type="presParOf" srcId="{5938C08E-A0C1-4574-AA4E-48B001925E84}" destId="{A2E29BC6-A08E-4B27-9C78-2E4C9059CEF0}" srcOrd="1" destOrd="0" presId="urn:microsoft.com/office/officeart/2005/8/layout/hList1"/>
    <dgm:cxn modelId="{CCF2149B-8A2D-450F-B6EA-27C4DE2F6914}" type="presParOf" srcId="{457690E9-7FD6-4EE4-A937-69FAA4F6DFF7}" destId="{2CA5EBC7-1973-470C-8DB7-6999E769B776}" srcOrd="1" destOrd="0" presId="urn:microsoft.com/office/officeart/2005/8/layout/hList1"/>
    <dgm:cxn modelId="{7F763748-2B89-407C-9760-7D382D3F65F4}" type="presParOf" srcId="{457690E9-7FD6-4EE4-A937-69FAA4F6DFF7}" destId="{2B78897B-CDA8-4412-8ED1-D148B2F63811}" srcOrd="2" destOrd="0" presId="urn:microsoft.com/office/officeart/2005/8/layout/hList1"/>
    <dgm:cxn modelId="{1B438C96-3F25-452C-8190-1D77600759E4}" type="presParOf" srcId="{2B78897B-CDA8-4412-8ED1-D148B2F63811}" destId="{7EE284D9-995E-438F-A6D8-86EF063C48DF}" srcOrd="0" destOrd="0" presId="urn:microsoft.com/office/officeart/2005/8/layout/hList1"/>
    <dgm:cxn modelId="{4775AA80-AF05-4860-B65D-7861676996AF}" type="presParOf" srcId="{2B78897B-CDA8-4412-8ED1-D148B2F63811}" destId="{432F83C3-DC8D-4223-8652-9499B0E1F90D}" srcOrd="1" destOrd="0" presId="urn:microsoft.com/office/officeart/2005/8/layout/hList1"/>
    <dgm:cxn modelId="{609BBB91-C919-4A00-A123-6D837DFE1D94}" type="presParOf" srcId="{457690E9-7FD6-4EE4-A937-69FAA4F6DFF7}" destId="{99F6C4F0-85FB-4A10-9EAF-9468AFEC6427}" srcOrd="3" destOrd="0" presId="urn:microsoft.com/office/officeart/2005/8/layout/hList1"/>
    <dgm:cxn modelId="{E07A2553-5B63-458F-822F-54A73A016F5D}" type="presParOf" srcId="{457690E9-7FD6-4EE4-A937-69FAA4F6DFF7}" destId="{1557910E-BC75-46BA-B6D3-E8BFEA7F79ED}" srcOrd="4" destOrd="0" presId="urn:microsoft.com/office/officeart/2005/8/layout/hList1"/>
    <dgm:cxn modelId="{C1DD0871-0295-4260-8512-EF683794E2A3}" type="presParOf" srcId="{1557910E-BC75-46BA-B6D3-E8BFEA7F79ED}" destId="{B82DCA77-5BDB-4E37-A3BB-18D3A740A9E5}" srcOrd="0" destOrd="0" presId="urn:microsoft.com/office/officeart/2005/8/layout/hList1"/>
    <dgm:cxn modelId="{B4B9C830-3C89-48D6-A920-12A522F84D55}" type="presParOf" srcId="{1557910E-BC75-46BA-B6D3-E8BFEA7F79ED}" destId="{4B38F569-8FCA-4C12-B42B-8532EDDC983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5D429EE-4904-4AB3-B1CD-F3F308D32C42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6B55036-EC57-4B60-8068-C5B6348DD561}">
      <dgm:prSet/>
      <dgm:spPr/>
      <dgm:t>
        <a:bodyPr/>
        <a:lstStyle/>
        <a:p>
          <a:r>
            <a:rPr lang="en-US"/>
            <a:t>Data is scrambled </a:t>
          </a:r>
        </a:p>
      </dgm:t>
    </dgm:pt>
    <dgm:pt modelId="{BC1F3D8E-DE0D-40A5-8799-3F30706974FA}" type="parTrans" cxnId="{C7676CAB-EEA4-4191-8C9F-ADAAD0DE6871}">
      <dgm:prSet/>
      <dgm:spPr/>
      <dgm:t>
        <a:bodyPr/>
        <a:lstStyle/>
        <a:p>
          <a:endParaRPr lang="en-US"/>
        </a:p>
      </dgm:t>
    </dgm:pt>
    <dgm:pt modelId="{A551271E-0E22-475B-8732-7AA5DB2DD3C6}" type="sibTrans" cxnId="{C7676CAB-EEA4-4191-8C9F-ADAAD0DE6871}">
      <dgm:prSet/>
      <dgm:spPr/>
      <dgm:t>
        <a:bodyPr/>
        <a:lstStyle/>
        <a:p>
          <a:endParaRPr lang="en-US"/>
        </a:p>
      </dgm:t>
    </dgm:pt>
    <dgm:pt modelId="{706DF639-5004-4237-A6D3-A30980E33C81}">
      <dgm:prSet/>
      <dgm:spPr/>
      <dgm:t>
        <a:bodyPr/>
        <a:lstStyle/>
        <a:p>
          <a:r>
            <a:rPr lang="en-US"/>
            <a:t>Only AUTHORIZED users can decrypt</a:t>
          </a:r>
        </a:p>
      </dgm:t>
    </dgm:pt>
    <dgm:pt modelId="{D7EE51C1-F563-4740-966A-6F7CE803E9C2}" type="parTrans" cxnId="{49B04537-7EC1-4FE7-A5CE-BD80E4D4BD0D}">
      <dgm:prSet/>
      <dgm:spPr/>
      <dgm:t>
        <a:bodyPr/>
        <a:lstStyle/>
        <a:p>
          <a:endParaRPr lang="en-US"/>
        </a:p>
      </dgm:t>
    </dgm:pt>
    <dgm:pt modelId="{2FDD5871-9E82-440F-A646-F5A9FBA775F9}" type="sibTrans" cxnId="{49B04537-7EC1-4FE7-A5CE-BD80E4D4BD0D}">
      <dgm:prSet/>
      <dgm:spPr/>
      <dgm:t>
        <a:bodyPr/>
        <a:lstStyle/>
        <a:p>
          <a:endParaRPr lang="en-US"/>
        </a:p>
      </dgm:t>
    </dgm:pt>
    <dgm:pt modelId="{5A5FA1AF-3CCD-4256-93E3-9E89EA4E184A}">
      <dgm:prSet/>
      <dgm:spPr/>
      <dgm:t>
        <a:bodyPr/>
        <a:lstStyle/>
        <a:p>
          <a:r>
            <a:rPr lang="en-US"/>
            <a:t>Protects confidentially of data</a:t>
          </a:r>
        </a:p>
      </dgm:t>
    </dgm:pt>
    <dgm:pt modelId="{98EF25EA-6C03-4F23-B24A-C8419DE8BCB0}" type="parTrans" cxnId="{428CE32E-AD46-4F77-AD58-3B1DA8E70978}">
      <dgm:prSet/>
      <dgm:spPr/>
      <dgm:t>
        <a:bodyPr/>
        <a:lstStyle/>
        <a:p>
          <a:endParaRPr lang="en-US"/>
        </a:p>
      </dgm:t>
    </dgm:pt>
    <dgm:pt modelId="{47DAD156-81C9-444D-82DA-AC7F283F138D}" type="sibTrans" cxnId="{428CE32E-AD46-4F77-AD58-3B1DA8E70978}">
      <dgm:prSet/>
      <dgm:spPr/>
      <dgm:t>
        <a:bodyPr/>
        <a:lstStyle/>
        <a:p>
          <a:endParaRPr lang="en-US"/>
        </a:p>
      </dgm:t>
    </dgm:pt>
    <dgm:pt modelId="{18C40677-B13F-41CA-9D4C-FF507BB57423}" type="pres">
      <dgm:prSet presAssocID="{05D429EE-4904-4AB3-B1CD-F3F308D32C42}" presName="outerComposite" presStyleCnt="0">
        <dgm:presLayoutVars>
          <dgm:chMax val="5"/>
          <dgm:dir/>
          <dgm:resizeHandles val="exact"/>
        </dgm:presLayoutVars>
      </dgm:prSet>
      <dgm:spPr/>
    </dgm:pt>
    <dgm:pt modelId="{6B43950C-3C2A-458F-8320-E092D590C0E5}" type="pres">
      <dgm:prSet presAssocID="{05D429EE-4904-4AB3-B1CD-F3F308D32C42}" presName="dummyMaxCanvas" presStyleCnt="0">
        <dgm:presLayoutVars/>
      </dgm:prSet>
      <dgm:spPr/>
    </dgm:pt>
    <dgm:pt modelId="{9BB4C658-C27F-4ECB-9C62-A3B95EC7A257}" type="pres">
      <dgm:prSet presAssocID="{05D429EE-4904-4AB3-B1CD-F3F308D32C42}" presName="ThreeNodes_1" presStyleLbl="node1" presStyleIdx="0" presStyleCnt="3">
        <dgm:presLayoutVars>
          <dgm:bulletEnabled val="1"/>
        </dgm:presLayoutVars>
      </dgm:prSet>
      <dgm:spPr/>
    </dgm:pt>
    <dgm:pt modelId="{E908E9C5-6BE8-4293-ADA4-2E26ED30446F}" type="pres">
      <dgm:prSet presAssocID="{05D429EE-4904-4AB3-B1CD-F3F308D32C42}" presName="ThreeNodes_2" presStyleLbl="node1" presStyleIdx="1" presStyleCnt="3">
        <dgm:presLayoutVars>
          <dgm:bulletEnabled val="1"/>
        </dgm:presLayoutVars>
      </dgm:prSet>
      <dgm:spPr/>
    </dgm:pt>
    <dgm:pt modelId="{D20EBB49-CD0E-4973-9D23-99015B685AC2}" type="pres">
      <dgm:prSet presAssocID="{05D429EE-4904-4AB3-B1CD-F3F308D32C42}" presName="ThreeNodes_3" presStyleLbl="node1" presStyleIdx="2" presStyleCnt="3">
        <dgm:presLayoutVars>
          <dgm:bulletEnabled val="1"/>
        </dgm:presLayoutVars>
      </dgm:prSet>
      <dgm:spPr/>
    </dgm:pt>
    <dgm:pt modelId="{1BBBC879-2363-4146-8321-393E1442CE65}" type="pres">
      <dgm:prSet presAssocID="{05D429EE-4904-4AB3-B1CD-F3F308D32C42}" presName="ThreeConn_1-2" presStyleLbl="fgAccFollowNode1" presStyleIdx="0" presStyleCnt="2">
        <dgm:presLayoutVars>
          <dgm:bulletEnabled val="1"/>
        </dgm:presLayoutVars>
      </dgm:prSet>
      <dgm:spPr/>
    </dgm:pt>
    <dgm:pt modelId="{B36785E7-D8B5-4E7F-9F52-833FFAB7FFD9}" type="pres">
      <dgm:prSet presAssocID="{05D429EE-4904-4AB3-B1CD-F3F308D32C42}" presName="ThreeConn_2-3" presStyleLbl="fgAccFollowNode1" presStyleIdx="1" presStyleCnt="2">
        <dgm:presLayoutVars>
          <dgm:bulletEnabled val="1"/>
        </dgm:presLayoutVars>
      </dgm:prSet>
      <dgm:spPr/>
    </dgm:pt>
    <dgm:pt modelId="{20DEFCD1-D361-450C-8730-4A7893B40E54}" type="pres">
      <dgm:prSet presAssocID="{05D429EE-4904-4AB3-B1CD-F3F308D32C42}" presName="ThreeNodes_1_text" presStyleLbl="node1" presStyleIdx="2" presStyleCnt="3">
        <dgm:presLayoutVars>
          <dgm:bulletEnabled val="1"/>
        </dgm:presLayoutVars>
      </dgm:prSet>
      <dgm:spPr/>
    </dgm:pt>
    <dgm:pt modelId="{83D4FF19-AE09-43DF-91CF-A42A6A9D2352}" type="pres">
      <dgm:prSet presAssocID="{05D429EE-4904-4AB3-B1CD-F3F308D32C42}" presName="ThreeNodes_2_text" presStyleLbl="node1" presStyleIdx="2" presStyleCnt="3">
        <dgm:presLayoutVars>
          <dgm:bulletEnabled val="1"/>
        </dgm:presLayoutVars>
      </dgm:prSet>
      <dgm:spPr/>
    </dgm:pt>
    <dgm:pt modelId="{F76CD78B-EA5F-4AB9-A23E-044FA3EBF9F2}" type="pres">
      <dgm:prSet presAssocID="{05D429EE-4904-4AB3-B1CD-F3F308D32C4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9D51D009-A9A7-4D9E-84E5-F3C0C3073AD5}" type="presOf" srcId="{A551271E-0E22-475B-8732-7AA5DB2DD3C6}" destId="{1BBBC879-2363-4146-8321-393E1442CE65}" srcOrd="0" destOrd="0" presId="urn:microsoft.com/office/officeart/2005/8/layout/vProcess5"/>
    <dgm:cxn modelId="{11F4A327-7843-412D-877A-2E0FA615DC87}" type="presOf" srcId="{706DF639-5004-4237-A6D3-A30980E33C81}" destId="{E908E9C5-6BE8-4293-ADA4-2E26ED30446F}" srcOrd="0" destOrd="0" presId="urn:microsoft.com/office/officeart/2005/8/layout/vProcess5"/>
    <dgm:cxn modelId="{ED069D2B-35D8-4BA4-B37B-13B91037F46F}" type="presOf" srcId="{5A5FA1AF-3CCD-4256-93E3-9E89EA4E184A}" destId="{D20EBB49-CD0E-4973-9D23-99015B685AC2}" srcOrd="0" destOrd="0" presId="urn:microsoft.com/office/officeart/2005/8/layout/vProcess5"/>
    <dgm:cxn modelId="{428CE32E-AD46-4F77-AD58-3B1DA8E70978}" srcId="{05D429EE-4904-4AB3-B1CD-F3F308D32C42}" destId="{5A5FA1AF-3CCD-4256-93E3-9E89EA4E184A}" srcOrd="2" destOrd="0" parTransId="{98EF25EA-6C03-4F23-B24A-C8419DE8BCB0}" sibTransId="{47DAD156-81C9-444D-82DA-AC7F283F138D}"/>
    <dgm:cxn modelId="{49B04537-7EC1-4FE7-A5CE-BD80E4D4BD0D}" srcId="{05D429EE-4904-4AB3-B1CD-F3F308D32C42}" destId="{706DF639-5004-4237-A6D3-A30980E33C81}" srcOrd="1" destOrd="0" parTransId="{D7EE51C1-F563-4740-966A-6F7CE803E9C2}" sibTransId="{2FDD5871-9E82-440F-A646-F5A9FBA775F9}"/>
    <dgm:cxn modelId="{9FBCFF5E-944D-4FD9-B6F7-3965D451D6A8}" type="presOf" srcId="{706DF639-5004-4237-A6D3-A30980E33C81}" destId="{83D4FF19-AE09-43DF-91CF-A42A6A9D2352}" srcOrd="1" destOrd="0" presId="urn:microsoft.com/office/officeart/2005/8/layout/vProcess5"/>
    <dgm:cxn modelId="{9CB67162-35F6-4D3A-90BF-283A08729BE6}" type="presOf" srcId="{66B55036-EC57-4B60-8068-C5B6348DD561}" destId="{9BB4C658-C27F-4ECB-9C62-A3B95EC7A257}" srcOrd="0" destOrd="0" presId="urn:microsoft.com/office/officeart/2005/8/layout/vProcess5"/>
    <dgm:cxn modelId="{BFEAB16B-D5A7-43CF-979E-5218F2AD50BE}" type="presOf" srcId="{05D429EE-4904-4AB3-B1CD-F3F308D32C42}" destId="{18C40677-B13F-41CA-9D4C-FF507BB57423}" srcOrd="0" destOrd="0" presId="urn:microsoft.com/office/officeart/2005/8/layout/vProcess5"/>
    <dgm:cxn modelId="{3B73B14E-7DF5-464A-939C-DFC9E6DD2E5A}" type="presOf" srcId="{66B55036-EC57-4B60-8068-C5B6348DD561}" destId="{20DEFCD1-D361-450C-8730-4A7893B40E54}" srcOrd="1" destOrd="0" presId="urn:microsoft.com/office/officeart/2005/8/layout/vProcess5"/>
    <dgm:cxn modelId="{C7676CAB-EEA4-4191-8C9F-ADAAD0DE6871}" srcId="{05D429EE-4904-4AB3-B1CD-F3F308D32C42}" destId="{66B55036-EC57-4B60-8068-C5B6348DD561}" srcOrd="0" destOrd="0" parTransId="{BC1F3D8E-DE0D-40A5-8799-3F30706974FA}" sibTransId="{A551271E-0E22-475B-8732-7AA5DB2DD3C6}"/>
    <dgm:cxn modelId="{9800F8AD-BFA9-4021-8AA3-A7146CE3FDF1}" type="presOf" srcId="{5A5FA1AF-3CCD-4256-93E3-9E89EA4E184A}" destId="{F76CD78B-EA5F-4AB9-A23E-044FA3EBF9F2}" srcOrd="1" destOrd="0" presId="urn:microsoft.com/office/officeart/2005/8/layout/vProcess5"/>
    <dgm:cxn modelId="{D0F10BF5-009E-4B3A-A75C-D5540963ED8C}" type="presOf" srcId="{2FDD5871-9E82-440F-A646-F5A9FBA775F9}" destId="{B36785E7-D8B5-4E7F-9F52-833FFAB7FFD9}" srcOrd="0" destOrd="0" presId="urn:microsoft.com/office/officeart/2005/8/layout/vProcess5"/>
    <dgm:cxn modelId="{DC738FEA-86AD-4651-B122-C58BBD7D4099}" type="presParOf" srcId="{18C40677-B13F-41CA-9D4C-FF507BB57423}" destId="{6B43950C-3C2A-458F-8320-E092D590C0E5}" srcOrd="0" destOrd="0" presId="urn:microsoft.com/office/officeart/2005/8/layout/vProcess5"/>
    <dgm:cxn modelId="{11BCE3B9-8141-43A1-B220-15B0AFE5B573}" type="presParOf" srcId="{18C40677-B13F-41CA-9D4C-FF507BB57423}" destId="{9BB4C658-C27F-4ECB-9C62-A3B95EC7A257}" srcOrd="1" destOrd="0" presId="urn:microsoft.com/office/officeart/2005/8/layout/vProcess5"/>
    <dgm:cxn modelId="{8976623D-088F-4EE7-84ED-B621EAABA7BE}" type="presParOf" srcId="{18C40677-B13F-41CA-9D4C-FF507BB57423}" destId="{E908E9C5-6BE8-4293-ADA4-2E26ED30446F}" srcOrd="2" destOrd="0" presId="urn:microsoft.com/office/officeart/2005/8/layout/vProcess5"/>
    <dgm:cxn modelId="{403D2B4D-3F7A-423F-A4E5-9B3F2A8BC9AF}" type="presParOf" srcId="{18C40677-B13F-41CA-9D4C-FF507BB57423}" destId="{D20EBB49-CD0E-4973-9D23-99015B685AC2}" srcOrd="3" destOrd="0" presId="urn:microsoft.com/office/officeart/2005/8/layout/vProcess5"/>
    <dgm:cxn modelId="{554DFBE6-3225-475A-BF4D-4E91A60E1D6E}" type="presParOf" srcId="{18C40677-B13F-41CA-9D4C-FF507BB57423}" destId="{1BBBC879-2363-4146-8321-393E1442CE65}" srcOrd="4" destOrd="0" presId="urn:microsoft.com/office/officeart/2005/8/layout/vProcess5"/>
    <dgm:cxn modelId="{3F78648C-D915-411D-B31A-23EED9B76E3D}" type="presParOf" srcId="{18C40677-B13F-41CA-9D4C-FF507BB57423}" destId="{B36785E7-D8B5-4E7F-9F52-833FFAB7FFD9}" srcOrd="5" destOrd="0" presId="urn:microsoft.com/office/officeart/2005/8/layout/vProcess5"/>
    <dgm:cxn modelId="{D4C27080-6B75-474A-B1F7-D8373B946DCF}" type="presParOf" srcId="{18C40677-B13F-41CA-9D4C-FF507BB57423}" destId="{20DEFCD1-D361-450C-8730-4A7893B40E54}" srcOrd="6" destOrd="0" presId="urn:microsoft.com/office/officeart/2005/8/layout/vProcess5"/>
    <dgm:cxn modelId="{8E6BD719-97DB-4C91-9D67-4AE5C9CBD940}" type="presParOf" srcId="{18C40677-B13F-41CA-9D4C-FF507BB57423}" destId="{83D4FF19-AE09-43DF-91CF-A42A6A9D2352}" srcOrd="7" destOrd="0" presId="urn:microsoft.com/office/officeart/2005/8/layout/vProcess5"/>
    <dgm:cxn modelId="{7DDF19EF-9841-4D55-9A56-F74035FB57A1}" type="presParOf" srcId="{18C40677-B13F-41CA-9D4C-FF507BB57423}" destId="{F76CD78B-EA5F-4AB9-A23E-044FA3EBF9F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4940F8B-09A2-4319-84DA-C3B399D6B9B6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3D700C3-B9A3-40BE-84F0-A8766311EEE3}">
      <dgm:prSet/>
      <dgm:spPr/>
      <dgm:t>
        <a:bodyPr/>
        <a:lstStyle/>
        <a:p>
          <a:r>
            <a:rPr lang="en-US"/>
            <a:t>Reduce space consumed by data</a:t>
          </a:r>
        </a:p>
      </dgm:t>
    </dgm:pt>
    <dgm:pt modelId="{FAC215D2-04E7-4DEA-8876-8C943A6A3476}" type="parTrans" cxnId="{8C72E86F-22FA-499C-A494-BF373961A7A0}">
      <dgm:prSet/>
      <dgm:spPr/>
      <dgm:t>
        <a:bodyPr/>
        <a:lstStyle/>
        <a:p>
          <a:endParaRPr lang="en-US"/>
        </a:p>
      </dgm:t>
    </dgm:pt>
    <dgm:pt modelId="{A0F0021C-40BC-417E-8366-8EBAB4705D8B}" type="sibTrans" cxnId="{8C72E86F-22FA-499C-A494-BF373961A7A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A6490138-5614-47EC-A076-F78FC472609D}">
      <dgm:prSet/>
      <dgm:spPr/>
      <dgm:t>
        <a:bodyPr/>
        <a:lstStyle/>
        <a:p>
          <a:r>
            <a:rPr lang="en-US"/>
            <a:t>When compressed OS automatically decompresses it</a:t>
          </a:r>
        </a:p>
      </dgm:t>
    </dgm:pt>
    <dgm:pt modelId="{DC4B522D-BE35-4A2E-897E-56ADBDD19770}" type="parTrans" cxnId="{C45EFE28-3E00-4B8A-BFF0-18C676997E1E}">
      <dgm:prSet/>
      <dgm:spPr/>
      <dgm:t>
        <a:bodyPr/>
        <a:lstStyle/>
        <a:p>
          <a:endParaRPr lang="en-US"/>
        </a:p>
      </dgm:t>
    </dgm:pt>
    <dgm:pt modelId="{41BA9B72-5365-4107-A86A-7E123E61CA5D}" type="sibTrans" cxnId="{C45EFE28-3E00-4B8A-BFF0-18C676997E1E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778A846-A68E-4739-AA24-FDCADAC76664}">
      <dgm:prSet/>
      <dgm:spPr/>
      <dgm:t>
        <a:bodyPr/>
        <a:lstStyle/>
        <a:p>
          <a:r>
            <a:rPr lang="en-US"/>
            <a:t>Can have performance overhead</a:t>
          </a:r>
        </a:p>
      </dgm:t>
    </dgm:pt>
    <dgm:pt modelId="{7C208233-919F-4425-B81E-3718F85DBD76}" type="parTrans" cxnId="{47073CBD-B3C2-4ED1-8CCB-647B11F89D62}">
      <dgm:prSet/>
      <dgm:spPr/>
      <dgm:t>
        <a:bodyPr/>
        <a:lstStyle/>
        <a:p>
          <a:endParaRPr lang="en-US"/>
        </a:p>
      </dgm:t>
    </dgm:pt>
    <dgm:pt modelId="{97462E66-BEC1-4ACC-943A-8926617C7F85}" type="sibTrans" cxnId="{47073CBD-B3C2-4ED1-8CCB-647B11F89D62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050800C4-DBBD-4A6E-9B3B-A5C925764A6B}" type="pres">
      <dgm:prSet presAssocID="{14940F8B-09A2-4319-84DA-C3B399D6B9B6}" presName="Name0" presStyleCnt="0">
        <dgm:presLayoutVars>
          <dgm:animLvl val="lvl"/>
          <dgm:resizeHandles val="exact"/>
        </dgm:presLayoutVars>
      </dgm:prSet>
      <dgm:spPr/>
    </dgm:pt>
    <dgm:pt modelId="{2976DF49-3DD9-488C-868C-E437BE3A58FA}" type="pres">
      <dgm:prSet presAssocID="{B3D700C3-B9A3-40BE-84F0-A8766311EEE3}" presName="compositeNode" presStyleCnt="0">
        <dgm:presLayoutVars>
          <dgm:bulletEnabled val="1"/>
        </dgm:presLayoutVars>
      </dgm:prSet>
      <dgm:spPr/>
    </dgm:pt>
    <dgm:pt modelId="{D5BA069D-FE27-43D6-A18E-C8C1D7EB81A9}" type="pres">
      <dgm:prSet presAssocID="{B3D700C3-B9A3-40BE-84F0-A8766311EEE3}" presName="bgRect" presStyleLbl="bgAccFollowNode1" presStyleIdx="0" presStyleCnt="3"/>
      <dgm:spPr/>
    </dgm:pt>
    <dgm:pt modelId="{716B2AD2-A472-42C8-9CE9-A1CF38A25B8A}" type="pres">
      <dgm:prSet presAssocID="{A0F0021C-40BC-417E-8366-8EBAB4705D8B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E28B0C99-9A1A-4989-8E8A-D53B11655A75}" type="pres">
      <dgm:prSet presAssocID="{B3D700C3-B9A3-40BE-84F0-A8766311EEE3}" presName="bottomLine" presStyleLbl="alignNode1" presStyleIdx="1" presStyleCnt="6">
        <dgm:presLayoutVars/>
      </dgm:prSet>
      <dgm:spPr/>
    </dgm:pt>
    <dgm:pt modelId="{3F467E4D-8644-452B-989D-8CEB1BA8EE51}" type="pres">
      <dgm:prSet presAssocID="{B3D700C3-B9A3-40BE-84F0-A8766311EEE3}" presName="nodeText" presStyleLbl="bgAccFollowNode1" presStyleIdx="0" presStyleCnt="3">
        <dgm:presLayoutVars>
          <dgm:bulletEnabled val="1"/>
        </dgm:presLayoutVars>
      </dgm:prSet>
      <dgm:spPr/>
    </dgm:pt>
    <dgm:pt modelId="{58EAB9F7-1C95-4738-960E-0ED1F8279D12}" type="pres">
      <dgm:prSet presAssocID="{A0F0021C-40BC-417E-8366-8EBAB4705D8B}" presName="sibTrans" presStyleCnt="0"/>
      <dgm:spPr/>
    </dgm:pt>
    <dgm:pt modelId="{AF844E6A-FDB2-4CE6-AEBC-21767D7FC02B}" type="pres">
      <dgm:prSet presAssocID="{A6490138-5614-47EC-A076-F78FC472609D}" presName="compositeNode" presStyleCnt="0">
        <dgm:presLayoutVars>
          <dgm:bulletEnabled val="1"/>
        </dgm:presLayoutVars>
      </dgm:prSet>
      <dgm:spPr/>
    </dgm:pt>
    <dgm:pt modelId="{79B4E25A-02C0-46DF-A974-B31F6DA8E1CC}" type="pres">
      <dgm:prSet presAssocID="{A6490138-5614-47EC-A076-F78FC472609D}" presName="bgRect" presStyleLbl="bgAccFollowNode1" presStyleIdx="1" presStyleCnt="3"/>
      <dgm:spPr/>
    </dgm:pt>
    <dgm:pt modelId="{58A4D2EA-C76B-4241-B700-1CA57803386C}" type="pres">
      <dgm:prSet presAssocID="{41BA9B72-5365-4107-A86A-7E123E61CA5D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FBB6BB04-1330-49D8-8F00-F7679CDA1D2C}" type="pres">
      <dgm:prSet presAssocID="{A6490138-5614-47EC-A076-F78FC472609D}" presName="bottomLine" presStyleLbl="alignNode1" presStyleIdx="3" presStyleCnt="6">
        <dgm:presLayoutVars/>
      </dgm:prSet>
      <dgm:spPr/>
    </dgm:pt>
    <dgm:pt modelId="{A458565B-811B-4B1B-B2A6-D6300E74DF30}" type="pres">
      <dgm:prSet presAssocID="{A6490138-5614-47EC-A076-F78FC472609D}" presName="nodeText" presStyleLbl="bgAccFollowNode1" presStyleIdx="1" presStyleCnt="3">
        <dgm:presLayoutVars>
          <dgm:bulletEnabled val="1"/>
        </dgm:presLayoutVars>
      </dgm:prSet>
      <dgm:spPr/>
    </dgm:pt>
    <dgm:pt modelId="{E7FF36B0-89D9-4BA8-A948-FECC7AF1DC28}" type="pres">
      <dgm:prSet presAssocID="{41BA9B72-5365-4107-A86A-7E123E61CA5D}" presName="sibTrans" presStyleCnt="0"/>
      <dgm:spPr/>
    </dgm:pt>
    <dgm:pt modelId="{DDEE7B5C-2565-4BB3-A9DB-116A3AFD3D6F}" type="pres">
      <dgm:prSet presAssocID="{3778A846-A68E-4739-AA24-FDCADAC76664}" presName="compositeNode" presStyleCnt="0">
        <dgm:presLayoutVars>
          <dgm:bulletEnabled val="1"/>
        </dgm:presLayoutVars>
      </dgm:prSet>
      <dgm:spPr/>
    </dgm:pt>
    <dgm:pt modelId="{92A4EE67-2056-46C0-9053-EA1353D4C1EA}" type="pres">
      <dgm:prSet presAssocID="{3778A846-A68E-4739-AA24-FDCADAC76664}" presName="bgRect" presStyleLbl="bgAccFollowNode1" presStyleIdx="2" presStyleCnt="3"/>
      <dgm:spPr/>
    </dgm:pt>
    <dgm:pt modelId="{91FEB975-F4F1-4DB5-85D2-C128A9FD7B24}" type="pres">
      <dgm:prSet presAssocID="{97462E66-BEC1-4ACC-943A-8926617C7F85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FC8699F2-B087-45AD-9E29-DDE93512D426}" type="pres">
      <dgm:prSet presAssocID="{3778A846-A68E-4739-AA24-FDCADAC76664}" presName="bottomLine" presStyleLbl="alignNode1" presStyleIdx="5" presStyleCnt="6">
        <dgm:presLayoutVars/>
      </dgm:prSet>
      <dgm:spPr/>
    </dgm:pt>
    <dgm:pt modelId="{9ADDD1E3-C5DA-4A48-822A-2345041B7BBB}" type="pres">
      <dgm:prSet presAssocID="{3778A846-A68E-4739-AA24-FDCADAC76664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7A842F1F-3D18-4014-9384-FD11F51047A1}" type="presOf" srcId="{B3D700C3-B9A3-40BE-84F0-A8766311EEE3}" destId="{3F467E4D-8644-452B-989D-8CEB1BA8EE51}" srcOrd="1" destOrd="0" presId="urn:microsoft.com/office/officeart/2016/7/layout/BasicLinearProcessNumbered"/>
    <dgm:cxn modelId="{C45EFE28-3E00-4B8A-BFF0-18C676997E1E}" srcId="{14940F8B-09A2-4319-84DA-C3B399D6B9B6}" destId="{A6490138-5614-47EC-A076-F78FC472609D}" srcOrd="1" destOrd="0" parTransId="{DC4B522D-BE35-4A2E-897E-56ADBDD19770}" sibTransId="{41BA9B72-5365-4107-A86A-7E123E61CA5D}"/>
    <dgm:cxn modelId="{A6EE003A-AC0A-413F-A678-A1327B5ABE61}" type="presOf" srcId="{41BA9B72-5365-4107-A86A-7E123E61CA5D}" destId="{58A4D2EA-C76B-4241-B700-1CA57803386C}" srcOrd="0" destOrd="0" presId="urn:microsoft.com/office/officeart/2016/7/layout/BasicLinearProcessNumbered"/>
    <dgm:cxn modelId="{943BA96E-71F3-404E-8FA8-8A544C4D2818}" type="presOf" srcId="{97462E66-BEC1-4ACC-943A-8926617C7F85}" destId="{91FEB975-F4F1-4DB5-85D2-C128A9FD7B24}" srcOrd="0" destOrd="0" presId="urn:microsoft.com/office/officeart/2016/7/layout/BasicLinearProcessNumbered"/>
    <dgm:cxn modelId="{8C72E86F-22FA-499C-A494-BF373961A7A0}" srcId="{14940F8B-09A2-4319-84DA-C3B399D6B9B6}" destId="{B3D700C3-B9A3-40BE-84F0-A8766311EEE3}" srcOrd="0" destOrd="0" parTransId="{FAC215D2-04E7-4DEA-8876-8C943A6A3476}" sibTransId="{A0F0021C-40BC-417E-8366-8EBAB4705D8B}"/>
    <dgm:cxn modelId="{9379E284-9092-463A-B6CF-874D31EB5B56}" type="presOf" srcId="{3778A846-A68E-4739-AA24-FDCADAC76664}" destId="{9ADDD1E3-C5DA-4A48-822A-2345041B7BBB}" srcOrd="1" destOrd="0" presId="urn:microsoft.com/office/officeart/2016/7/layout/BasicLinearProcessNumbered"/>
    <dgm:cxn modelId="{2AD4F689-9F58-47B3-A42B-6C524AD5EE64}" type="presOf" srcId="{14940F8B-09A2-4319-84DA-C3B399D6B9B6}" destId="{050800C4-DBBD-4A6E-9B3B-A5C925764A6B}" srcOrd="0" destOrd="0" presId="urn:microsoft.com/office/officeart/2016/7/layout/BasicLinearProcessNumbered"/>
    <dgm:cxn modelId="{B9D71DB0-20D5-4FF3-A562-8198CB66AAF8}" type="presOf" srcId="{A6490138-5614-47EC-A076-F78FC472609D}" destId="{79B4E25A-02C0-46DF-A974-B31F6DA8E1CC}" srcOrd="0" destOrd="0" presId="urn:microsoft.com/office/officeart/2016/7/layout/BasicLinearProcessNumbered"/>
    <dgm:cxn modelId="{47073CBD-B3C2-4ED1-8CCB-647B11F89D62}" srcId="{14940F8B-09A2-4319-84DA-C3B399D6B9B6}" destId="{3778A846-A68E-4739-AA24-FDCADAC76664}" srcOrd="2" destOrd="0" parTransId="{7C208233-919F-4425-B81E-3718F85DBD76}" sibTransId="{97462E66-BEC1-4ACC-943A-8926617C7F85}"/>
    <dgm:cxn modelId="{3C5601D6-B87F-49AE-A058-87DF9D4D3088}" type="presOf" srcId="{A6490138-5614-47EC-A076-F78FC472609D}" destId="{A458565B-811B-4B1B-B2A6-D6300E74DF30}" srcOrd="1" destOrd="0" presId="urn:microsoft.com/office/officeart/2016/7/layout/BasicLinearProcessNumbered"/>
    <dgm:cxn modelId="{4B414BD6-0EBD-4C6D-A56D-36F8CA5DFD09}" type="presOf" srcId="{A0F0021C-40BC-417E-8366-8EBAB4705D8B}" destId="{716B2AD2-A472-42C8-9CE9-A1CF38A25B8A}" srcOrd="0" destOrd="0" presId="urn:microsoft.com/office/officeart/2016/7/layout/BasicLinearProcessNumbered"/>
    <dgm:cxn modelId="{9FE31BDC-C3D5-4CD5-8099-D0C698CD9683}" type="presOf" srcId="{B3D700C3-B9A3-40BE-84F0-A8766311EEE3}" destId="{D5BA069D-FE27-43D6-A18E-C8C1D7EB81A9}" srcOrd="0" destOrd="0" presId="urn:microsoft.com/office/officeart/2016/7/layout/BasicLinearProcessNumbered"/>
    <dgm:cxn modelId="{BF00C5E0-A1BC-4C68-AC42-68B1DD1E7A5C}" type="presOf" srcId="{3778A846-A68E-4739-AA24-FDCADAC76664}" destId="{92A4EE67-2056-46C0-9053-EA1353D4C1EA}" srcOrd="0" destOrd="0" presId="urn:microsoft.com/office/officeart/2016/7/layout/BasicLinearProcessNumbered"/>
    <dgm:cxn modelId="{BE85861D-3D77-4C25-BB47-168985BE33C6}" type="presParOf" srcId="{050800C4-DBBD-4A6E-9B3B-A5C925764A6B}" destId="{2976DF49-3DD9-488C-868C-E437BE3A58FA}" srcOrd="0" destOrd="0" presId="urn:microsoft.com/office/officeart/2016/7/layout/BasicLinearProcessNumbered"/>
    <dgm:cxn modelId="{BEDDC674-E942-4C66-9C87-CF28BC612408}" type="presParOf" srcId="{2976DF49-3DD9-488C-868C-E437BE3A58FA}" destId="{D5BA069D-FE27-43D6-A18E-C8C1D7EB81A9}" srcOrd="0" destOrd="0" presId="urn:microsoft.com/office/officeart/2016/7/layout/BasicLinearProcessNumbered"/>
    <dgm:cxn modelId="{A19CC4DC-F769-4C5E-98A0-7FDFB6F9F4BE}" type="presParOf" srcId="{2976DF49-3DD9-488C-868C-E437BE3A58FA}" destId="{716B2AD2-A472-42C8-9CE9-A1CF38A25B8A}" srcOrd="1" destOrd="0" presId="urn:microsoft.com/office/officeart/2016/7/layout/BasicLinearProcessNumbered"/>
    <dgm:cxn modelId="{EB2989B9-666E-4E09-A9EE-F4202A68EEBC}" type="presParOf" srcId="{2976DF49-3DD9-488C-868C-E437BE3A58FA}" destId="{E28B0C99-9A1A-4989-8E8A-D53B11655A75}" srcOrd="2" destOrd="0" presId="urn:microsoft.com/office/officeart/2016/7/layout/BasicLinearProcessNumbered"/>
    <dgm:cxn modelId="{328E55C5-B04C-4589-A6CE-ECF12A225751}" type="presParOf" srcId="{2976DF49-3DD9-488C-868C-E437BE3A58FA}" destId="{3F467E4D-8644-452B-989D-8CEB1BA8EE51}" srcOrd="3" destOrd="0" presId="urn:microsoft.com/office/officeart/2016/7/layout/BasicLinearProcessNumbered"/>
    <dgm:cxn modelId="{B114AC98-9B91-4153-90B0-B2D9C0B8F961}" type="presParOf" srcId="{050800C4-DBBD-4A6E-9B3B-A5C925764A6B}" destId="{58EAB9F7-1C95-4738-960E-0ED1F8279D12}" srcOrd="1" destOrd="0" presId="urn:microsoft.com/office/officeart/2016/7/layout/BasicLinearProcessNumbered"/>
    <dgm:cxn modelId="{283B581E-E409-4265-A380-F0C0BA5EBF34}" type="presParOf" srcId="{050800C4-DBBD-4A6E-9B3B-A5C925764A6B}" destId="{AF844E6A-FDB2-4CE6-AEBC-21767D7FC02B}" srcOrd="2" destOrd="0" presId="urn:microsoft.com/office/officeart/2016/7/layout/BasicLinearProcessNumbered"/>
    <dgm:cxn modelId="{AEAD9278-A3D6-4D89-AEFE-462EFAFEBABC}" type="presParOf" srcId="{AF844E6A-FDB2-4CE6-AEBC-21767D7FC02B}" destId="{79B4E25A-02C0-46DF-A974-B31F6DA8E1CC}" srcOrd="0" destOrd="0" presId="urn:microsoft.com/office/officeart/2016/7/layout/BasicLinearProcessNumbered"/>
    <dgm:cxn modelId="{C9B22C2F-CA83-4E1B-A289-8E1904469C1A}" type="presParOf" srcId="{AF844E6A-FDB2-4CE6-AEBC-21767D7FC02B}" destId="{58A4D2EA-C76B-4241-B700-1CA57803386C}" srcOrd="1" destOrd="0" presId="urn:microsoft.com/office/officeart/2016/7/layout/BasicLinearProcessNumbered"/>
    <dgm:cxn modelId="{E08919FB-16D6-47EF-8B0C-AA1983525EB1}" type="presParOf" srcId="{AF844E6A-FDB2-4CE6-AEBC-21767D7FC02B}" destId="{FBB6BB04-1330-49D8-8F00-F7679CDA1D2C}" srcOrd="2" destOrd="0" presId="urn:microsoft.com/office/officeart/2016/7/layout/BasicLinearProcessNumbered"/>
    <dgm:cxn modelId="{189E18D4-E516-4D26-BBBE-2DE41C40DE4E}" type="presParOf" srcId="{AF844E6A-FDB2-4CE6-AEBC-21767D7FC02B}" destId="{A458565B-811B-4B1B-B2A6-D6300E74DF30}" srcOrd="3" destOrd="0" presId="urn:microsoft.com/office/officeart/2016/7/layout/BasicLinearProcessNumbered"/>
    <dgm:cxn modelId="{E61E9872-C7AD-4711-B8C2-267E426962F0}" type="presParOf" srcId="{050800C4-DBBD-4A6E-9B3B-A5C925764A6B}" destId="{E7FF36B0-89D9-4BA8-A948-FECC7AF1DC28}" srcOrd="3" destOrd="0" presId="urn:microsoft.com/office/officeart/2016/7/layout/BasicLinearProcessNumbered"/>
    <dgm:cxn modelId="{B42B4FDB-8B64-4CBE-AAF3-6FD31BAA3CAC}" type="presParOf" srcId="{050800C4-DBBD-4A6E-9B3B-A5C925764A6B}" destId="{DDEE7B5C-2565-4BB3-A9DB-116A3AFD3D6F}" srcOrd="4" destOrd="0" presId="urn:microsoft.com/office/officeart/2016/7/layout/BasicLinearProcessNumbered"/>
    <dgm:cxn modelId="{FB31602A-A08E-41A1-9473-C19FCEB61DA7}" type="presParOf" srcId="{DDEE7B5C-2565-4BB3-A9DB-116A3AFD3D6F}" destId="{92A4EE67-2056-46C0-9053-EA1353D4C1EA}" srcOrd="0" destOrd="0" presId="urn:microsoft.com/office/officeart/2016/7/layout/BasicLinearProcessNumbered"/>
    <dgm:cxn modelId="{589C92E4-DF4F-40D1-B0C0-A4E569CBD80D}" type="presParOf" srcId="{DDEE7B5C-2565-4BB3-A9DB-116A3AFD3D6F}" destId="{91FEB975-F4F1-4DB5-85D2-C128A9FD7B24}" srcOrd="1" destOrd="0" presId="urn:microsoft.com/office/officeart/2016/7/layout/BasicLinearProcessNumbered"/>
    <dgm:cxn modelId="{91B21E69-00D0-4D55-A978-D0BDA0949B45}" type="presParOf" srcId="{DDEE7B5C-2565-4BB3-A9DB-116A3AFD3D6F}" destId="{FC8699F2-B087-45AD-9E29-DDE93512D426}" srcOrd="2" destOrd="0" presId="urn:microsoft.com/office/officeart/2016/7/layout/BasicLinearProcessNumbered"/>
    <dgm:cxn modelId="{09FBFE34-FC98-411C-88DE-2B0C9141FF2B}" type="presParOf" srcId="{DDEE7B5C-2565-4BB3-A9DB-116A3AFD3D6F}" destId="{9ADDD1E3-C5DA-4A48-822A-2345041B7BB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17E7FF8-8046-4866-9536-2AE3228E998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473748E-CC6B-47A2-91DE-A8620589D956}">
      <dgm:prSet/>
      <dgm:spPr/>
      <dgm:t>
        <a:bodyPr/>
        <a:lstStyle/>
        <a:p>
          <a:r>
            <a:rPr lang="en-US"/>
            <a:t>File Systems impose a set of RULES</a:t>
          </a:r>
        </a:p>
      </dgm:t>
    </dgm:pt>
    <dgm:pt modelId="{6A434527-0442-4830-A767-83B4AA919A82}" type="parTrans" cxnId="{2C2BF97D-662B-410F-A716-0D1AE531A870}">
      <dgm:prSet/>
      <dgm:spPr/>
      <dgm:t>
        <a:bodyPr/>
        <a:lstStyle/>
        <a:p>
          <a:endParaRPr lang="en-US"/>
        </a:p>
      </dgm:t>
    </dgm:pt>
    <dgm:pt modelId="{40F573C2-0F43-4279-919F-0CAADC94C480}" type="sibTrans" cxnId="{2C2BF97D-662B-410F-A716-0D1AE531A870}">
      <dgm:prSet/>
      <dgm:spPr/>
      <dgm:t>
        <a:bodyPr/>
        <a:lstStyle/>
        <a:p>
          <a:endParaRPr lang="en-US"/>
        </a:p>
      </dgm:t>
    </dgm:pt>
    <dgm:pt modelId="{2AD3D1FC-54F5-49E3-BC18-0BC8DA9BC412}">
      <dgm:prSet/>
      <dgm:spPr/>
      <dgm:t>
        <a:bodyPr/>
        <a:lstStyle/>
        <a:p>
          <a:r>
            <a:rPr lang="en-US"/>
            <a:t>May restrict characters or names of files</a:t>
          </a:r>
        </a:p>
      </dgm:t>
    </dgm:pt>
    <dgm:pt modelId="{F0CE69C5-FF43-4878-B236-DE5BA9357EE1}" type="parTrans" cxnId="{AD95F02C-1C04-481B-A1D6-36AFD60BDF4C}">
      <dgm:prSet/>
      <dgm:spPr/>
      <dgm:t>
        <a:bodyPr/>
        <a:lstStyle/>
        <a:p>
          <a:endParaRPr lang="en-US"/>
        </a:p>
      </dgm:t>
    </dgm:pt>
    <dgm:pt modelId="{64ED4DC9-C902-4FC8-BCC8-232DB42CD426}" type="sibTrans" cxnId="{AD95F02C-1C04-481B-A1D6-36AFD60BDF4C}">
      <dgm:prSet/>
      <dgm:spPr/>
      <dgm:t>
        <a:bodyPr/>
        <a:lstStyle/>
        <a:p>
          <a:endParaRPr lang="en-US"/>
        </a:p>
      </dgm:t>
    </dgm:pt>
    <dgm:pt modelId="{5EAE7FEC-5695-4D1D-AA16-84A33150DB03}">
      <dgm:prSet/>
      <dgm:spPr/>
      <dgm:t>
        <a:bodyPr/>
        <a:lstStyle/>
        <a:p>
          <a:r>
            <a:rPr lang="en-US"/>
            <a:t>For example \ / : * ? “ &lt; &gt; | </a:t>
          </a:r>
        </a:p>
      </dgm:t>
    </dgm:pt>
    <dgm:pt modelId="{997C94E9-0BBB-4305-882C-72AB99338BB9}" type="parTrans" cxnId="{FB33DFF0-599F-4012-8D7A-6B7CDAC7E3FB}">
      <dgm:prSet/>
      <dgm:spPr/>
      <dgm:t>
        <a:bodyPr/>
        <a:lstStyle/>
        <a:p>
          <a:endParaRPr lang="en-US"/>
        </a:p>
      </dgm:t>
    </dgm:pt>
    <dgm:pt modelId="{0E7852A9-E93B-4292-A34D-EFE946A35480}" type="sibTrans" cxnId="{FB33DFF0-599F-4012-8D7A-6B7CDAC7E3FB}">
      <dgm:prSet/>
      <dgm:spPr/>
      <dgm:t>
        <a:bodyPr/>
        <a:lstStyle/>
        <a:p>
          <a:endParaRPr lang="en-US"/>
        </a:p>
      </dgm:t>
    </dgm:pt>
    <dgm:pt modelId="{4C04BFEC-AC9E-48C3-9A75-D6668BF2CD05}">
      <dgm:prSet/>
      <dgm:spPr/>
      <dgm:t>
        <a:bodyPr/>
        <a:lstStyle/>
        <a:p>
          <a:r>
            <a:rPr lang="en-US"/>
            <a:t>Some OS’s maybe case sensitive (Linux)</a:t>
          </a:r>
        </a:p>
      </dgm:t>
    </dgm:pt>
    <dgm:pt modelId="{0465D331-F58C-49DD-9CC3-44ECF29349C8}" type="parTrans" cxnId="{C0F8DF21-9AAB-4B82-AADF-5247F8BF21D1}">
      <dgm:prSet/>
      <dgm:spPr/>
      <dgm:t>
        <a:bodyPr/>
        <a:lstStyle/>
        <a:p>
          <a:endParaRPr lang="en-US"/>
        </a:p>
      </dgm:t>
    </dgm:pt>
    <dgm:pt modelId="{DE1E5A9E-AE89-440B-906B-8965ECFCCB8B}" type="sibTrans" cxnId="{C0F8DF21-9AAB-4B82-AADF-5247F8BF21D1}">
      <dgm:prSet/>
      <dgm:spPr/>
      <dgm:t>
        <a:bodyPr/>
        <a:lstStyle/>
        <a:p>
          <a:endParaRPr lang="en-US"/>
        </a:p>
      </dgm:t>
    </dgm:pt>
    <dgm:pt modelId="{86D5AA11-E8FB-4EB9-BE9A-BD971B335A5A}" type="pres">
      <dgm:prSet presAssocID="{E17E7FF8-8046-4866-9536-2AE3228E9987}" presName="linear" presStyleCnt="0">
        <dgm:presLayoutVars>
          <dgm:animLvl val="lvl"/>
          <dgm:resizeHandles val="exact"/>
        </dgm:presLayoutVars>
      </dgm:prSet>
      <dgm:spPr/>
    </dgm:pt>
    <dgm:pt modelId="{5FE4C42B-1D3F-4698-88F4-832AC521B045}" type="pres">
      <dgm:prSet presAssocID="{4473748E-CC6B-47A2-91DE-A8620589D95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C24E488-C329-41A3-9D91-BD0787A4FA90}" type="pres">
      <dgm:prSet presAssocID="{40F573C2-0F43-4279-919F-0CAADC94C480}" presName="spacer" presStyleCnt="0"/>
      <dgm:spPr/>
    </dgm:pt>
    <dgm:pt modelId="{3B3E2C11-FC71-4FD9-B4B0-4A83A573A66C}" type="pres">
      <dgm:prSet presAssocID="{2AD3D1FC-54F5-49E3-BC18-0BC8DA9BC41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DDE6CD1-ACE7-404D-9C28-7EF390EAC74B}" type="pres">
      <dgm:prSet presAssocID="{64ED4DC9-C902-4FC8-BCC8-232DB42CD426}" presName="spacer" presStyleCnt="0"/>
      <dgm:spPr/>
    </dgm:pt>
    <dgm:pt modelId="{DB43ADC0-7A39-4D45-B77B-F6794694CAA6}" type="pres">
      <dgm:prSet presAssocID="{5EAE7FEC-5695-4D1D-AA16-84A33150DB0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F2601D3-C049-4B71-9F25-6E6D39A1F31F}" type="pres">
      <dgm:prSet presAssocID="{0E7852A9-E93B-4292-A34D-EFE946A35480}" presName="spacer" presStyleCnt="0"/>
      <dgm:spPr/>
    </dgm:pt>
    <dgm:pt modelId="{2F469922-53E8-4980-831C-F78425F35F47}" type="pres">
      <dgm:prSet presAssocID="{4C04BFEC-AC9E-48C3-9A75-D6668BF2CD0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0F8DF21-9AAB-4B82-AADF-5247F8BF21D1}" srcId="{E17E7FF8-8046-4866-9536-2AE3228E9987}" destId="{4C04BFEC-AC9E-48C3-9A75-D6668BF2CD05}" srcOrd="3" destOrd="0" parTransId="{0465D331-F58C-49DD-9CC3-44ECF29349C8}" sibTransId="{DE1E5A9E-AE89-440B-906B-8965ECFCCB8B}"/>
    <dgm:cxn modelId="{AD95F02C-1C04-481B-A1D6-36AFD60BDF4C}" srcId="{E17E7FF8-8046-4866-9536-2AE3228E9987}" destId="{2AD3D1FC-54F5-49E3-BC18-0BC8DA9BC412}" srcOrd="1" destOrd="0" parTransId="{F0CE69C5-FF43-4878-B236-DE5BA9357EE1}" sibTransId="{64ED4DC9-C902-4FC8-BCC8-232DB42CD426}"/>
    <dgm:cxn modelId="{660FEF5B-9EFF-41FF-9C29-2B0CD62418B0}" type="presOf" srcId="{5EAE7FEC-5695-4D1D-AA16-84A33150DB03}" destId="{DB43ADC0-7A39-4D45-B77B-F6794694CAA6}" srcOrd="0" destOrd="0" presId="urn:microsoft.com/office/officeart/2005/8/layout/vList2"/>
    <dgm:cxn modelId="{D3A32C44-2281-4A93-AFBF-030ECC8B3D53}" type="presOf" srcId="{4473748E-CC6B-47A2-91DE-A8620589D956}" destId="{5FE4C42B-1D3F-4698-88F4-832AC521B045}" srcOrd="0" destOrd="0" presId="urn:microsoft.com/office/officeart/2005/8/layout/vList2"/>
    <dgm:cxn modelId="{8B5AB36D-0724-4243-B095-4A2F89BFE6F7}" type="presOf" srcId="{4C04BFEC-AC9E-48C3-9A75-D6668BF2CD05}" destId="{2F469922-53E8-4980-831C-F78425F35F47}" srcOrd="0" destOrd="0" presId="urn:microsoft.com/office/officeart/2005/8/layout/vList2"/>
    <dgm:cxn modelId="{2C2BF97D-662B-410F-A716-0D1AE531A870}" srcId="{E17E7FF8-8046-4866-9536-2AE3228E9987}" destId="{4473748E-CC6B-47A2-91DE-A8620589D956}" srcOrd="0" destOrd="0" parTransId="{6A434527-0442-4830-A767-83B4AA919A82}" sibTransId="{40F573C2-0F43-4279-919F-0CAADC94C480}"/>
    <dgm:cxn modelId="{10BA639F-A46F-479F-A28A-4248F5DCAF69}" type="presOf" srcId="{2AD3D1FC-54F5-49E3-BC18-0BC8DA9BC412}" destId="{3B3E2C11-FC71-4FD9-B4B0-4A83A573A66C}" srcOrd="0" destOrd="0" presId="urn:microsoft.com/office/officeart/2005/8/layout/vList2"/>
    <dgm:cxn modelId="{FA5BD7A5-48D1-4B41-AC35-F120D1C11912}" type="presOf" srcId="{E17E7FF8-8046-4866-9536-2AE3228E9987}" destId="{86D5AA11-E8FB-4EB9-BE9A-BD971B335A5A}" srcOrd="0" destOrd="0" presId="urn:microsoft.com/office/officeart/2005/8/layout/vList2"/>
    <dgm:cxn modelId="{FB33DFF0-599F-4012-8D7A-6B7CDAC7E3FB}" srcId="{E17E7FF8-8046-4866-9536-2AE3228E9987}" destId="{5EAE7FEC-5695-4D1D-AA16-84A33150DB03}" srcOrd="2" destOrd="0" parTransId="{997C94E9-0BBB-4305-882C-72AB99338BB9}" sibTransId="{0E7852A9-E93B-4292-A34D-EFE946A35480}"/>
    <dgm:cxn modelId="{6B4806BE-2918-43EB-93EB-3B4AC9BE5BF5}" type="presParOf" srcId="{86D5AA11-E8FB-4EB9-BE9A-BD971B335A5A}" destId="{5FE4C42B-1D3F-4698-88F4-832AC521B045}" srcOrd="0" destOrd="0" presId="urn:microsoft.com/office/officeart/2005/8/layout/vList2"/>
    <dgm:cxn modelId="{C99678F9-2F94-40A0-81D3-9BD3855DAB0F}" type="presParOf" srcId="{86D5AA11-E8FB-4EB9-BE9A-BD971B335A5A}" destId="{FC24E488-C329-41A3-9D91-BD0787A4FA90}" srcOrd="1" destOrd="0" presId="urn:microsoft.com/office/officeart/2005/8/layout/vList2"/>
    <dgm:cxn modelId="{DF3B50D4-EF8C-4902-A3ED-C80EAEB6D034}" type="presParOf" srcId="{86D5AA11-E8FB-4EB9-BE9A-BD971B335A5A}" destId="{3B3E2C11-FC71-4FD9-B4B0-4A83A573A66C}" srcOrd="2" destOrd="0" presId="urn:microsoft.com/office/officeart/2005/8/layout/vList2"/>
    <dgm:cxn modelId="{941D3870-824D-4B8A-B66B-8B4FA7A7AC78}" type="presParOf" srcId="{86D5AA11-E8FB-4EB9-BE9A-BD971B335A5A}" destId="{2DDE6CD1-ACE7-404D-9C28-7EF390EAC74B}" srcOrd="3" destOrd="0" presId="urn:microsoft.com/office/officeart/2005/8/layout/vList2"/>
    <dgm:cxn modelId="{8087D650-2BC1-4625-A9DE-7724C091E858}" type="presParOf" srcId="{86D5AA11-E8FB-4EB9-BE9A-BD971B335A5A}" destId="{DB43ADC0-7A39-4D45-B77B-F6794694CAA6}" srcOrd="4" destOrd="0" presId="urn:microsoft.com/office/officeart/2005/8/layout/vList2"/>
    <dgm:cxn modelId="{99DDE308-23E5-4804-8C82-2D2D0E3795F7}" type="presParOf" srcId="{86D5AA11-E8FB-4EB9-BE9A-BD971B335A5A}" destId="{6F2601D3-C049-4B71-9F25-6E6D39A1F31F}" srcOrd="5" destOrd="0" presId="urn:microsoft.com/office/officeart/2005/8/layout/vList2"/>
    <dgm:cxn modelId="{0462AA0C-A3B4-4E7E-B653-94F680429F22}" type="presParOf" srcId="{86D5AA11-E8FB-4EB9-BE9A-BD971B335A5A}" destId="{2F469922-53E8-4980-831C-F78425F35F4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A78B616-A551-41B5-B041-5F390749900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6AF2578-D418-448C-84F4-66D9CA752C2E}">
      <dgm:prSet/>
      <dgm:spPr/>
      <dgm:t>
        <a:bodyPr/>
        <a:lstStyle/>
        <a:p>
          <a:r>
            <a:rPr lang="en-US"/>
            <a:t>Limit amount of disk space for a user or group</a:t>
          </a:r>
        </a:p>
      </dgm:t>
    </dgm:pt>
    <dgm:pt modelId="{42EAD00F-A042-4C0A-8EDE-C55C9C82C28C}" type="parTrans" cxnId="{6AB199C6-42C9-4CAB-89A3-DA2007FA5EB8}">
      <dgm:prSet/>
      <dgm:spPr/>
      <dgm:t>
        <a:bodyPr/>
        <a:lstStyle/>
        <a:p>
          <a:endParaRPr lang="en-US"/>
        </a:p>
      </dgm:t>
    </dgm:pt>
    <dgm:pt modelId="{457A4261-A6BE-4C8B-940D-F5AA01E4C271}" type="sibTrans" cxnId="{6AB199C6-42C9-4CAB-89A3-DA2007FA5EB8}">
      <dgm:prSet/>
      <dgm:spPr/>
      <dgm:t>
        <a:bodyPr/>
        <a:lstStyle/>
        <a:p>
          <a:endParaRPr lang="en-US"/>
        </a:p>
      </dgm:t>
    </dgm:pt>
    <dgm:pt modelId="{E31865ED-6ADD-45CC-A462-8160E811DDEB}">
      <dgm:prSet/>
      <dgm:spPr/>
      <dgm:t>
        <a:bodyPr/>
        <a:lstStyle/>
        <a:p>
          <a:r>
            <a:rPr lang="en-US"/>
            <a:t>Helps manage storage resources </a:t>
          </a:r>
        </a:p>
      </dgm:t>
    </dgm:pt>
    <dgm:pt modelId="{B79559FB-B9FB-4F91-9410-F9C16B936286}" type="parTrans" cxnId="{F0C4C083-9407-401E-89E8-DEBC916DE001}">
      <dgm:prSet/>
      <dgm:spPr/>
      <dgm:t>
        <a:bodyPr/>
        <a:lstStyle/>
        <a:p>
          <a:endParaRPr lang="en-US"/>
        </a:p>
      </dgm:t>
    </dgm:pt>
    <dgm:pt modelId="{F126C177-C93E-424D-A1EB-5015C9CD6C99}" type="sibTrans" cxnId="{F0C4C083-9407-401E-89E8-DEBC916DE001}">
      <dgm:prSet/>
      <dgm:spPr/>
      <dgm:t>
        <a:bodyPr/>
        <a:lstStyle/>
        <a:p>
          <a:endParaRPr lang="en-US"/>
        </a:p>
      </dgm:t>
    </dgm:pt>
    <dgm:pt modelId="{1EA01059-A1A5-44E1-AFAB-4EB562CBB903}">
      <dgm:prSet/>
      <dgm:spPr/>
      <dgm:t>
        <a:bodyPr/>
        <a:lstStyle/>
        <a:p>
          <a:r>
            <a:rPr lang="en-US"/>
            <a:t>Ensures no one uses too much!!!</a:t>
          </a:r>
        </a:p>
      </dgm:t>
    </dgm:pt>
    <dgm:pt modelId="{97066526-E296-43AD-8674-30DA22AE4D0B}" type="parTrans" cxnId="{37C0045E-E6F7-49BA-B34D-51AA33BA6F5C}">
      <dgm:prSet/>
      <dgm:spPr/>
      <dgm:t>
        <a:bodyPr/>
        <a:lstStyle/>
        <a:p>
          <a:endParaRPr lang="en-US"/>
        </a:p>
      </dgm:t>
    </dgm:pt>
    <dgm:pt modelId="{BE957021-009B-40E5-9FF5-F3F0B4E36A85}" type="sibTrans" cxnId="{37C0045E-E6F7-49BA-B34D-51AA33BA6F5C}">
      <dgm:prSet/>
      <dgm:spPr/>
      <dgm:t>
        <a:bodyPr/>
        <a:lstStyle/>
        <a:p>
          <a:endParaRPr lang="en-US"/>
        </a:p>
      </dgm:t>
    </dgm:pt>
    <dgm:pt modelId="{58AABC5B-86FF-4FA7-8B93-41CD76A3AA78}" type="pres">
      <dgm:prSet presAssocID="{BA78B616-A551-41B5-B041-5F3907499006}" presName="root" presStyleCnt="0">
        <dgm:presLayoutVars>
          <dgm:dir/>
          <dgm:resizeHandles val="exact"/>
        </dgm:presLayoutVars>
      </dgm:prSet>
      <dgm:spPr/>
    </dgm:pt>
    <dgm:pt modelId="{026534D4-932D-4963-B76C-385BD2B4006E}" type="pres">
      <dgm:prSet presAssocID="{66AF2578-D418-448C-84F4-66D9CA752C2E}" presName="compNode" presStyleCnt="0"/>
      <dgm:spPr/>
    </dgm:pt>
    <dgm:pt modelId="{DD0BBAC1-9D1B-44F6-BE73-561CE51D8DB4}" type="pres">
      <dgm:prSet presAssocID="{66AF2578-D418-448C-84F4-66D9CA752C2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C33F5B8-8936-4025-AF1A-1EA9C00F455C}" type="pres">
      <dgm:prSet presAssocID="{66AF2578-D418-448C-84F4-66D9CA752C2E}" presName="spaceRect" presStyleCnt="0"/>
      <dgm:spPr/>
    </dgm:pt>
    <dgm:pt modelId="{750BBF4F-58BA-4478-B23C-9697DFFCD9E3}" type="pres">
      <dgm:prSet presAssocID="{66AF2578-D418-448C-84F4-66D9CA752C2E}" presName="textRect" presStyleLbl="revTx" presStyleIdx="0" presStyleCnt="3">
        <dgm:presLayoutVars>
          <dgm:chMax val="1"/>
          <dgm:chPref val="1"/>
        </dgm:presLayoutVars>
      </dgm:prSet>
      <dgm:spPr/>
    </dgm:pt>
    <dgm:pt modelId="{F53B0214-12C6-4E80-B646-ADEAE191FDF0}" type="pres">
      <dgm:prSet presAssocID="{457A4261-A6BE-4C8B-940D-F5AA01E4C271}" presName="sibTrans" presStyleCnt="0"/>
      <dgm:spPr/>
    </dgm:pt>
    <dgm:pt modelId="{3E781445-D7E6-4C2F-B81C-83D1CBAF1FA1}" type="pres">
      <dgm:prSet presAssocID="{E31865ED-6ADD-45CC-A462-8160E811DDEB}" presName="compNode" presStyleCnt="0"/>
      <dgm:spPr/>
    </dgm:pt>
    <dgm:pt modelId="{2B1707D1-44FD-4B78-BC41-DB628FA722EE}" type="pres">
      <dgm:prSet presAssocID="{E31865ED-6ADD-45CC-A462-8160E811DDE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825DE5D2-9C0E-42E0-97A2-33B4409D9AB4}" type="pres">
      <dgm:prSet presAssocID="{E31865ED-6ADD-45CC-A462-8160E811DDEB}" presName="spaceRect" presStyleCnt="0"/>
      <dgm:spPr/>
    </dgm:pt>
    <dgm:pt modelId="{F2E40FFE-AE54-4D5D-9BDB-2982608AEE9C}" type="pres">
      <dgm:prSet presAssocID="{E31865ED-6ADD-45CC-A462-8160E811DDEB}" presName="textRect" presStyleLbl="revTx" presStyleIdx="1" presStyleCnt="3">
        <dgm:presLayoutVars>
          <dgm:chMax val="1"/>
          <dgm:chPref val="1"/>
        </dgm:presLayoutVars>
      </dgm:prSet>
      <dgm:spPr/>
    </dgm:pt>
    <dgm:pt modelId="{BCDB2070-1A8F-4B21-8FD5-32D74958446F}" type="pres">
      <dgm:prSet presAssocID="{F126C177-C93E-424D-A1EB-5015C9CD6C99}" presName="sibTrans" presStyleCnt="0"/>
      <dgm:spPr/>
    </dgm:pt>
    <dgm:pt modelId="{C83BB0DC-C3DD-4267-A6AC-37E658795F77}" type="pres">
      <dgm:prSet presAssocID="{1EA01059-A1A5-44E1-AFAB-4EB562CBB903}" presName="compNode" presStyleCnt="0"/>
      <dgm:spPr/>
    </dgm:pt>
    <dgm:pt modelId="{F0A315CD-4267-4B47-B59D-EABA1835B992}" type="pres">
      <dgm:prSet presAssocID="{1EA01059-A1A5-44E1-AFAB-4EB562CBB90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834DD285-0F9F-4392-BBE3-EB0809BFFE4A}" type="pres">
      <dgm:prSet presAssocID="{1EA01059-A1A5-44E1-AFAB-4EB562CBB903}" presName="spaceRect" presStyleCnt="0"/>
      <dgm:spPr/>
    </dgm:pt>
    <dgm:pt modelId="{686AC10D-4268-4CEE-900B-40736664E70A}" type="pres">
      <dgm:prSet presAssocID="{1EA01059-A1A5-44E1-AFAB-4EB562CBB90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BDE8821-7E1B-4BC5-95B7-A5891ECB0FC6}" type="presOf" srcId="{66AF2578-D418-448C-84F4-66D9CA752C2E}" destId="{750BBF4F-58BA-4478-B23C-9697DFFCD9E3}" srcOrd="0" destOrd="0" presId="urn:microsoft.com/office/officeart/2018/2/layout/IconLabelList"/>
    <dgm:cxn modelId="{CD262E25-CFA9-4EAA-A72A-161B9B098C79}" type="presOf" srcId="{E31865ED-6ADD-45CC-A462-8160E811DDEB}" destId="{F2E40FFE-AE54-4D5D-9BDB-2982608AEE9C}" srcOrd="0" destOrd="0" presId="urn:microsoft.com/office/officeart/2018/2/layout/IconLabelList"/>
    <dgm:cxn modelId="{37C0045E-E6F7-49BA-B34D-51AA33BA6F5C}" srcId="{BA78B616-A551-41B5-B041-5F3907499006}" destId="{1EA01059-A1A5-44E1-AFAB-4EB562CBB903}" srcOrd="2" destOrd="0" parTransId="{97066526-E296-43AD-8674-30DA22AE4D0B}" sibTransId="{BE957021-009B-40E5-9FF5-F3F0B4E36A85}"/>
    <dgm:cxn modelId="{F0C4C083-9407-401E-89E8-DEBC916DE001}" srcId="{BA78B616-A551-41B5-B041-5F3907499006}" destId="{E31865ED-6ADD-45CC-A462-8160E811DDEB}" srcOrd="1" destOrd="0" parTransId="{B79559FB-B9FB-4F91-9410-F9C16B936286}" sibTransId="{F126C177-C93E-424D-A1EB-5015C9CD6C99}"/>
    <dgm:cxn modelId="{3E4089C2-E676-4C55-9B2D-F3C671C17D3E}" type="presOf" srcId="{BA78B616-A551-41B5-B041-5F3907499006}" destId="{58AABC5B-86FF-4FA7-8B93-41CD76A3AA78}" srcOrd="0" destOrd="0" presId="urn:microsoft.com/office/officeart/2018/2/layout/IconLabelList"/>
    <dgm:cxn modelId="{6AB199C6-42C9-4CAB-89A3-DA2007FA5EB8}" srcId="{BA78B616-A551-41B5-B041-5F3907499006}" destId="{66AF2578-D418-448C-84F4-66D9CA752C2E}" srcOrd="0" destOrd="0" parTransId="{42EAD00F-A042-4C0A-8EDE-C55C9C82C28C}" sibTransId="{457A4261-A6BE-4C8B-940D-F5AA01E4C271}"/>
    <dgm:cxn modelId="{A34C2EC7-0389-42A7-B803-C849E3F6A774}" type="presOf" srcId="{1EA01059-A1A5-44E1-AFAB-4EB562CBB903}" destId="{686AC10D-4268-4CEE-900B-40736664E70A}" srcOrd="0" destOrd="0" presId="urn:microsoft.com/office/officeart/2018/2/layout/IconLabelList"/>
    <dgm:cxn modelId="{7761B3FC-DACD-4DBF-8B21-0CAD16631620}" type="presParOf" srcId="{58AABC5B-86FF-4FA7-8B93-41CD76A3AA78}" destId="{026534D4-932D-4963-B76C-385BD2B4006E}" srcOrd="0" destOrd="0" presId="urn:microsoft.com/office/officeart/2018/2/layout/IconLabelList"/>
    <dgm:cxn modelId="{891A0EFD-3968-4FF5-98E9-7B300E6B279B}" type="presParOf" srcId="{026534D4-932D-4963-B76C-385BD2B4006E}" destId="{DD0BBAC1-9D1B-44F6-BE73-561CE51D8DB4}" srcOrd="0" destOrd="0" presId="urn:microsoft.com/office/officeart/2018/2/layout/IconLabelList"/>
    <dgm:cxn modelId="{F118422C-94D7-4EC4-B73E-6A951AB54B6A}" type="presParOf" srcId="{026534D4-932D-4963-B76C-385BD2B4006E}" destId="{0C33F5B8-8936-4025-AF1A-1EA9C00F455C}" srcOrd="1" destOrd="0" presId="urn:microsoft.com/office/officeart/2018/2/layout/IconLabelList"/>
    <dgm:cxn modelId="{80235B33-B154-4039-9C53-99E353A9247B}" type="presParOf" srcId="{026534D4-932D-4963-B76C-385BD2B4006E}" destId="{750BBF4F-58BA-4478-B23C-9697DFFCD9E3}" srcOrd="2" destOrd="0" presId="urn:microsoft.com/office/officeart/2018/2/layout/IconLabelList"/>
    <dgm:cxn modelId="{6BEC643F-39EF-4394-A5FF-6A2C5EFDB7E6}" type="presParOf" srcId="{58AABC5B-86FF-4FA7-8B93-41CD76A3AA78}" destId="{F53B0214-12C6-4E80-B646-ADEAE191FDF0}" srcOrd="1" destOrd="0" presId="urn:microsoft.com/office/officeart/2018/2/layout/IconLabelList"/>
    <dgm:cxn modelId="{B2F10756-D8D1-4686-B68E-18E1DCDB00F9}" type="presParOf" srcId="{58AABC5B-86FF-4FA7-8B93-41CD76A3AA78}" destId="{3E781445-D7E6-4C2F-B81C-83D1CBAF1FA1}" srcOrd="2" destOrd="0" presId="urn:microsoft.com/office/officeart/2018/2/layout/IconLabelList"/>
    <dgm:cxn modelId="{FBDFEAA4-3E1E-4E26-8CA2-E7069119F412}" type="presParOf" srcId="{3E781445-D7E6-4C2F-B81C-83D1CBAF1FA1}" destId="{2B1707D1-44FD-4B78-BC41-DB628FA722EE}" srcOrd="0" destOrd="0" presId="urn:microsoft.com/office/officeart/2018/2/layout/IconLabelList"/>
    <dgm:cxn modelId="{F1CE039A-B084-4F71-AEA3-2E139805D2DF}" type="presParOf" srcId="{3E781445-D7E6-4C2F-B81C-83D1CBAF1FA1}" destId="{825DE5D2-9C0E-42E0-97A2-33B4409D9AB4}" srcOrd="1" destOrd="0" presId="urn:microsoft.com/office/officeart/2018/2/layout/IconLabelList"/>
    <dgm:cxn modelId="{D3B5DD79-86B6-4718-BA32-97B10F2A90D6}" type="presParOf" srcId="{3E781445-D7E6-4C2F-B81C-83D1CBAF1FA1}" destId="{F2E40FFE-AE54-4D5D-9BDB-2982608AEE9C}" srcOrd="2" destOrd="0" presId="urn:microsoft.com/office/officeart/2018/2/layout/IconLabelList"/>
    <dgm:cxn modelId="{CB771001-0C59-4835-BE13-0DFC50C0B5EC}" type="presParOf" srcId="{58AABC5B-86FF-4FA7-8B93-41CD76A3AA78}" destId="{BCDB2070-1A8F-4B21-8FD5-32D74958446F}" srcOrd="3" destOrd="0" presId="urn:microsoft.com/office/officeart/2018/2/layout/IconLabelList"/>
    <dgm:cxn modelId="{5965F65D-A47A-40CE-9F1D-13F4EBDCAEE9}" type="presParOf" srcId="{58AABC5B-86FF-4FA7-8B93-41CD76A3AA78}" destId="{C83BB0DC-C3DD-4267-A6AC-37E658795F77}" srcOrd="4" destOrd="0" presId="urn:microsoft.com/office/officeart/2018/2/layout/IconLabelList"/>
    <dgm:cxn modelId="{D0E28429-1C74-4C49-B9F0-F68D42BBC085}" type="presParOf" srcId="{C83BB0DC-C3DD-4267-A6AC-37E658795F77}" destId="{F0A315CD-4267-4B47-B59D-EABA1835B992}" srcOrd="0" destOrd="0" presId="urn:microsoft.com/office/officeart/2018/2/layout/IconLabelList"/>
    <dgm:cxn modelId="{8712FBA1-8ED3-484F-984D-4493A76A04E0}" type="presParOf" srcId="{C83BB0DC-C3DD-4267-A6AC-37E658795F77}" destId="{834DD285-0F9F-4392-BBE3-EB0809BFFE4A}" srcOrd="1" destOrd="0" presId="urn:microsoft.com/office/officeart/2018/2/layout/IconLabelList"/>
    <dgm:cxn modelId="{CB8209C0-5E92-4255-ADA1-BA3ABC5C8F8E}" type="presParOf" srcId="{C83BB0DC-C3DD-4267-A6AC-37E658795F77}" destId="{686AC10D-4268-4CEE-900B-40736664E70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7B95395-48A1-43AD-BD51-A1CD726D72B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D59B173-CD62-48C6-BBE4-D2525A962977}">
      <dgm:prSet/>
      <dgm:spPr/>
      <dgm:t>
        <a:bodyPr/>
        <a:lstStyle/>
        <a:p>
          <a:r>
            <a:rPr lang="en-US"/>
            <a:t>Some systems allows Snapshots</a:t>
          </a:r>
        </a:p>
      </dgm:t>
    </dgm:pt>
    <dgm:pt modelId="{0E45C1A4-63EF-4D88-8594-EECDE665CDC9}" type="parTrans" cxnId="{13B48B93-9FF4-4C9E-B3A8-1EE33655EC8F}">
      <dgm:prSet/>
      <dgm:spPr/>
      <dgm:t>
        <a:bodyPr/>
        <a:lstStyle/>
        <a:p>
          <a:endParaRPr lang="en-US"/>
        </a:p>
      </dgm:t>
    </dgm:pt>
    <dgm:pt modelId="{4873B9AE-9408-4EBD-AB33-3E20E561FC10}" type="sibTrans" cxnId="{13B48B93-9FF4-4C9E-B3A8-1EE33655EC8F}">
      <dgm:prSet/>
      <dgm:spPr/>
      <dgm:t>
        <a:bodyPr/>
        <a:lstStyle/>
        <a:p>
          <a:endParaRPr lang="en-US"/>
        </a:p>
      </dgm:t>
    </dgm:pt>
    <dgm:pt modelId="{B67E8E97-771F-4AE0-B467-EAA076FA60DA}">
      <dgm:prSet/>
      <dgm:spPr/>
      <dgm:t>
        <a:bodyPr/>
        <a:lstStyle/>
        <a:p>
          <a:r>
            <a:rPr lang="en-US"/>
            <a:t>Allows for versions in time or read only copies of files</a:t>
          </a:r>
        </a:p>
      </dgm:t>
    </dgm:pt>
    <dgm:pt modelId="{1B11E11C-7354-428E-B9C0-0B49D6540C4E}" type="parTrans" cxnId="{B98E4648-41FC-49E1-9A77-81B863B0E98F}">
      <dgm:prSet/>
      <dgm:spPr/>
      <dgm:t>
        <a:bodyPr/>
        <a:lstStyle/>
        <a:p>
          <a:endParaRPr lang="en-US"/>
        </a:p>
      </dgm:t>
    </dgm:pt>
    <dgm:pt modelId="{B8B7AAAD-DC8C-45E1-9BEE-0732333581D3}" type="sibTrans" cxnId="{B98E4648-41FC-49E1-9A77-81B863B0E98F}">
      <dgm:prSet/>
      <dgm:spPr/>
      <dgm:t>
        <a:bodyPr/>
        <a:lstStyle/>
        <a:p>
          <a:endParaRPr lang="en-US"/>
        </a:p>
      </dgm:t>
    </dgm:pt>
    <dgm:pt modelId="{E816A210-51FC-4A75-AA80-1BABC6149BFC}">
      <dgm:prSet/>
      <dgm:spPr/>
      <dgm:t>
        <a:bodyPr/>
        <a:lstStyle/>
        <a:p>
          <a:r>
            <a:rPr lang="en-US"/>
            <a:t>Can roll back to a previous state if needed</a:t>
          </a:r>
        </a:p>
      </dgm:t>
    </dgm:pt>
    <dgm:pt modelId="{8B033EBE-8A1E-4C74-870B-5A2BAE98A22E}" type="parTrans" cxnId="{F28B38B1-0354-4B59-9B4C-B0F30E9770CF}">
      <dgm:prSet/>
      <dgm:spPr/>
      <dgm:t>
        <a:bodyPr/>
        <a:lstStyle/>
        <a:p>
          <a:endParaRPr lang="en-US"/>
        </a:p>
      </dgm:t>
    </dgm:pt>
    <dgm:pt modelId="{5DCAF9DD-9783-40BA-8730-B5BFD766221E}" type="sibTrans" cxnId="{F28B38B1-0354-4B59-9B4C-B0F30E9770CF}">
      <dgm:prSet/>
      <dgm:spPr/>
      <dgm:t>
        <a:bodyPr/>
        <a:lstStyle/>
        <a:p>
          <a:endParaRPr lang="en-US"/>
        </a:p>
      </dgm:t>
    </dgm:pt>
    <dgm:pt modelId="{B168B3FA-6018-403A-94A7-0DAF80D042B8}" type="pres">
      <dgm:prSet presAssocID="{D7B95395-48A1-43AD-BD51-A1CD726D72B2}" presName="root" presStyleCnt="0">
        <dgm:presLayoutVars>
          <dgm:dir/>
          <dgm:resizeHandles val="exact"/>
        </dgm:presLayoutVars>
      </dgm:prSet>
      <dgm:spPr/>
    </dgm:pt>
    <dgm:pt modelId="{4045AA8B-CC28-4355-A70D-885DE46D3C74}" type="pres">
      <dgm:prSet presAssocID="{2D59B173-CD62-48C6-BBE4-D2525A962977}" presName="compNode" presStyleCnt="0"/>
      <dgm:spPr/>
    </dgm:pt>
    <dgm:pt modelId="{EF10C515-5571-4381-A7A3-700FBB47231F}" type="pres">
      <dgm:prSet presAssocID="{2D59B173-CD62-48C6-BBE4-D2525A962977}" presName="bgRect" presStyleLbl="bgShp" presStyleIdx="0" presStyleCnt="3"/>
      <dgm:spPr/>
    </dgm:pt>
    <dgm:pt modelId="{9756A446-29C3-4916-80A6-5F59D99D9652}" type="pres">
      <dgm:prSet presAssocID="{2D59B173-CD62-48C6-BBE4-D2525A96297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3C88E4B0-D547-48CF-B156-6B3BFFA69E24}" type="pres">
      <dgm:prSet presAssocID="{2D59B173-CD62-48C6-BBE4-D2525A962977}" presName="spaceRect" presStyleCnt="0"/>
      <dgm:spPr/>
    </dgm:pt>
    <dgm:pt modelId="{EDF25819-A9FF-49B7-AB61-42C50A2D5143}" type="pres">
      <dgm:prSet presAssocID="{2D59B173-CD62-48C6-BBE4-D2525A962977}" presName="parTx" presStyleLbl="revTx" presStyleIdx="0" presStyleCnt="3">
        <dgm:presLayoutVars>
          <dgm:chMax val="0"/>
          <dgm:chPref val="0"/>
        </dgm:presLayoutVars>
      </dgm:prSet>
      <dgm:spPr/>
    </dgm:pt>
    <dgm:pt modelId="{24BA8EE3-774C-499E-A6B8-AD6DB4738F60}" type="pres">
      <dgm:prSet presAssocID="{4873B9AE-9408-4EBD-AB33-3E20E561FC10}" presName="sibTrans" presStyleCnt="0"/>
      <dgm:spPr/>
    </dgm:pt>
    <dgm:pt modelId="{1BACF85A-B112-4806-B60E-2EFA068D5EE6}" type="pres">
      <dgm:prSet presAssocID="{B67E8E97-771F-4AE0-B467-EAA076FA60DA}" presName="compNode" presStyleCnt="0"/>
      <dgm:spPr/>
    </dgm:pt>
    <dgm:pt modelId="{B7924EA0-30A9-472B-9163-5A16220BC6F6}" type="pres">
      <dgm:prSet presAssocID="{B67E8E97-771F-4AE0-B467-EAA076FA60DA}" presName="bgRect" presStyleLbl="bgShp" presStyleIdx="1" presStyleCnt="3"/>
      <dgm:spPr/>
    </dgm:pt>
    <dgm:pt modelId="{166C4899-D793-4431-B4DE-A35E75F63795}" type="pres">
      <dgm:prSet presAssocID="{B67E8E97-771F-4AE0-B467-EAA076FA60D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AD164158-6CAE-4C63-B6DC-D937F7FEED36}" type="pres">
      <dgm:prSet presAssocID="{B67E8E97-771F-4AE0-B467-EAA076FA60DA}" presName="spaceRect" presStyleCnt="0"/>
      <dgm:spPr/>
    </dgm:pt>
    <dgm:pt modelId="{16D00A1F-61CC-4724-B968-5F6E295844F9}" type="pres">
      <dgm:prSet presAssocID="{B67E8E97-771F-4AE0-B467-EAA076FA60DA}" presName="parTx" presStyleLbl="revTx" presStyleIdx="1" presStyleCnt="3">
        <dgm:presLayoutVars>
          <dgm:chMax val="0"/>
          <dgm:chPref val="0"/>
        </dgm:presLayoutVars>
      </dgm:prSet>
      <dgm:spPr/>
    </dgm:pt>
    <dgm:pt modelId="{E486A14D-54EC-42C9-899B-FC001EC26E83}" type="pres">
      <dgm:prSet presAssocID="{B8B7AAAD-DC8C-45E1-9BEE-0732333581D3}" presName="sibTrans" presStyleCnt="0"/>
      <dgm:spPr/>
    </dgm:pt>
    <dgm:pt modelId="{7E32258A-9D42-426A-8855-BEEFB7556051}" type="pres">
      <dgm:prSet presAssocID="{E816A210-51FC-4A75-AA80-1BABC6149BFC}" presName="compNode" presStyleCnt="0"/>
      <dgm:spPr/>
    </dgm:pt>
    <dgm:pt modelId="{2BBE8285-A70E-4466-8AF9-5521B7EFD5DA}" type="pres">
      <dgm:prSet presAssocID="{E816A210-51FC-4A75-AA80-1BABC6149BFC}" presName="bgRect" presStyleLbl="bgShp" presStyleIdx="2" presStyleCnt="3"/>
      <dgm:spPr/>
    </dgm:pt>
    <dgm:pt modelId="{BF73E380-62DB-4121-94F4-90DD63C7AD6F}" type="pres">
      <dgm:prSet presAssocID="{E816A210-51FC-4A75-AA80-1BABC6149BF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C1B752F0-E942-444A-A8C6-C655ABB81132}" type="pres">
      <dgm:prSet presAssocID="{E816A210-51FC-4A75-AA80-1BABC6149BFC}" presName="spaceRect" presStyleCnt="0"/>
      <dgm:spPr/>
    </dgm:pt>
    <dgm:pt modelId="{89D917E7-8B4D-4077-8A69-77E1C2BA36E6}" type="pres">
      <dgm:prSet presAssocID="{E816A210-51FC-4A75-AA80-1BABC6149BF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7208C10-D73B-4665-85C5-F09487A771C0}" type="presOf" srcId="{B67E8E97-771F-4AE0-B467-EAA076FA60DA}" destId="{16D00A1F-61CC-4724-B968-5F6E295844F9}" srcOrd="0" destOrd="0" presId="urn:microsoft.com/office/officeart/2018/2/layout/IconVerticalSolidList"/>
    <dgm:cxn modelId="{B98E4648-41FC-49E1-9A77-81B863B0E98F}" srcId="{D7B95395-48A1-43AD-BD51-A1CD726D72B2}" destId="{B67E8E97-771F-4AE0-B467-EAA076FA60DA}" srcOrd="1" destOrd="0" parTransId="{1B11E11C-7354-428E-B9C0-0B49D6540C4E}" sibTransId="{B8B7AAAD-DC8C-45E1-9BEE-0732333581D3}"/>
    <dgm:cxn modelId="{13B48B93-9FF4-4C9E-B3A8-1EE33655EC8F}" srcId="{D7B95395-48A1-43AD-BD51-A1CD726D72B2}" destId="{2D59B173-CD62-48C6-BBE4-D2525A962977}" srcOrd="0" destOrd="0" parTransId="{0E45C1A4-63EF-4D88-8594-EECDE665CDC9}" sibTransId="{4873B9AE-9408-4EBD-AB33-3E20E561FC10}"/>
    <dgm:cxn modelId="{F28B38B1-0354-4B59-9B4C-B0F30E9770CF}" srcId="{D7B95395-48A1-43AD-BD51-A1CD726D72B2}" destId="{E816A210-51FC-4A75-AA80-1BABC6149BFC}" srcOrd="2" destOrd="0" parTransId="{8B033EBE-8A1E-4C74-870B-5A2BAE98A22E}" sibTransId="{5DCAF9DD-9783-40BA-8730-B5BFD766221E}"/>
    <dgm:cxn modelId="{A99015E6-71E3-4E0A-905C-9B6915E3B646}" type="presOf" srcId="{D7B95395-48A1-43AD-BD51-A1CD726D72B2}" destId="{B168B3FA-6018-403A-94A7-0DAF80D042B8}" srcOrd="0" destOrd="0" presId="urn:microsoft.com/office/officeart/2018/2/layout/IconVerticalSolidList"/>
    <dgm:cxn modelId="{C3E132F5-496B-427B-94C9-9615B3661505}" type="presOf" srcId="{2D59B173-CD62-48C6-BBE4-D2525A962977}" destId="{EDF25819-A9FF-49B7-AB61-42C50A2D5143}" srcOrd="0" destOrd="0" presId="urn:microsoft.com/office/officeart/2018/2/layout/IconVerticalSolidList"/>
    <dgm:cxn modelId="{BDF9F7FC-4D48-414E-96AF-4CD7757CAA67}" type="presOf" srcId="{E816A210-51FC-4A75-AA80-1BABC6149BFC}" destId="{89D917E7-8B4D-4077-8A69-77E1C2BA36E6}" srcOrd="0" destOrd="0" presId="urn:microsoft.com/office/officeart/2018/2/layout/IconVerticalSolidList"/>
    <dgm:cxn modelId="{F3D142D7-024E-4FB7-A407-422A6C0499C0}" type="presParOf" srcId="{B168B3FA-6018-403A-94A7-0DAF80D042B8}" destId="{4045AA8B-CC28-4355-A70D-885DE46D3C74}" srcOrd="0" destOrd="0" presId="urn:microsoft.com/office/officeart/2018/2/layout/IconVerticalSolidList"/>
    <dgm:cxn modelId="{72C66012-CF59-40DC-8ADF-136EABC1B615}" type="presParOf" srcId="{4045AA8B-CC28-4355-A70D-885DE46D3C74}" destId="{EF10C515-5571-4381-A7A3-700FBB47231F}" srcOrd="0" destOrd="0" presId="urn:microsoft.com/office/officeart/2018/2/layout/IconVerticalSolidList"/>
    <dgm:cxn modelId="{74243514-536C-4423-8FBA-61A4400E86E6}" type="presParOf" srcId="{4045AA8B-CC28-4355-A70D-885DE46D3C74}" destId="{9756A446-29C3-4916-80A6-5F59D99D9652}" srcOrd="1" destOrd="0" presId="urn:microsoft.com/office/officeart/2018/2/layout/IconVerticalSolidList"/>
    <dgm:cxn modelId="{44CAEF2F-CD4B-409A-8407-3A42BBCE178A}" type="presParOf" srcId="{4045AA8B-CC28-4355-A70D-885DE46D3C74}" destId="{3C88E4B0-D547-48CF-B156-6B3BFFA69E24}" srcOrd="2" destOrd="0" presId="urn:microsoft.com/office/officeart/2018/2/layout/IconVerticalSolidList"/>
    <dgm:cxn modelId="{1DD56585-DB9C-4FCC-BE0D-FC65FA9A7D15}" type="presParOf" srcId="{4045AA8B-CC28-4355-A70D-885DE46D3C74}" destId="{EDF25819-A9FF-49B7-AB61-42C50A2D5143}" srcOrd="3" destOrd="0" presId="urn:microsoft.com/office/officeart/2018/2/layout/IconVerticalSolidList"/>
    <dgm:cxn modelId="{B1F37378-5DCA-4A6A-8B38-92464BDA4342}" type="presParOf" srcId="{B168B3FA-6018-403A-94A7-0DAF80D042B8}" destId="{24BA8EE3-774C-499E-A6B8-AD6DB4738F60}" srcOrd="1" destOrd="0" presId="urn:microsoft.com/office/officeart/2018/2/layout/IconVerticalSolidList"/>
    <dgm:cxn modelId="{6BFB2F6A-C8C4-4097-BAD4-88FFE9A3B630}" type="presParOf" srcId="{B168B3FA-6018-403A-94A7-0DAF80D042B8}" destId="{1BACF85A-B112-4806-B60E-2EFA068D5EE6}" srcOrd="2" destOrd="0" presId="urn:microsoft.com/office/officeart/2018/2/layout/IconVerticalSolidList"/>
    <dgm:cxn modelId="{E3884B53-66F4-453C-96DD-066678A6A6C5}" type="presParOf" srcId="{1BACF85A-B112-4806-B60E-2EFA068D5EE6}" destId="{B7924EA0-30A9-472B-9163-5A16220BC6F6}" srcOrd="0" destOrd="0" presId="urn:microsoft.com/office/officeart/2018/2/layout/IconVerticalSolidList"/>
    <dgm:cxn modelId="{65CFCE28-E170-4539-985E-74FDCC406351}" type="presParOf" srcId="{1BACF85A-B112-4806-B60E-2EFA068D5EE6}" destId="{166C4899-D793-4431-B4DE-A35E75F63795}" srcOrd="1" destOrd="0" presId="urn:microsoft.com/office/officeart/2018/2/layout/IconVerticalSolidList"/>
    <dgm:cxn modelId="{F98E40C4-62FC-4BE3-8B06-A4DF42E1922A}" type="presParOf" srcId="{1BACF85A-B112-4806-B60E-2EFA068D5EE6}" destId="{AD164158-6CAE-4C63-B6DC-D937F7FEED36}" srcOrd="2" destOrd="0" presId="urn:microsoft.com/office/officeart/2018/2/layout/IconVerticalSolidList"/>
    <dgm:cxn modelId="{3B5D7CD5-574B-4897-8D09-93CAD7E5BE7A}" type="presParOf" srcId="{1BACF85A-B112-4806-B60E-2EFA068D5EE6}" destId="{16D00A1F-61CC-4724-B968-5F6E295844F9}" srcOrd="3" destOrd="0" presId="urn:microsoft.com/office/officeart/2018/2/layout/IconVerticalSolidList"/>
    <dgm:cxn modelId="{2F77CA0D-66BF-4382-8413-FA2306B22951}" type="presParOf" srcId="{B168B3FA-6018-403A-94A7-0DAF80D042B8}" destId="{E486A14D-54EC-42C9-899B-FC001EC26E83}" srcOrd="3" destOrd="0" presId="urn:microsoft.com/office/officeart/2018/2/layout/IconVerticalSolidList"/>
    <dgm:cxn modelId="{FB9F5276-C415-4126-95F0-ED2FD6B46ADC}" type="presParOf" srcId="{B168B3FA-6018-403A-94A7-0DAF80D042B8}" destId="{7E32258A-9D42-426A-8855-BEEFB7556051}" srcOrd="4" destOrd="0" presId="urn:microsoft.com/office/officeart/2018/2/layout/IconVerticalSolidList"/>
    <dgm:cxn modelId="{928FE6FA-3EF3-4870-A64F-D6062EE2C4FB}" type="presParOf" srcId="{7E32258A-9D42-426A-8855-BEEFB7556051}" destId="{2BBE8285-A70E-4466-8AF9-5521B7EFD5DA}" srcOrd="0" destOrd="0" presId="urn:microsoft.com/office/officeart/2018/2/layout/IconVerticalSolidList"/>
    <dgm:cxn modelId="{3D4E4E9C-C2BE-4353-A6E0-7316ADEA4F6C}" type="presParOf" srcId="{7E32258A-9D42-426A-8855-BEEFB7556051}" destId="{BF73E380-62DB-4121-94F4-90DD63C7AD6F}" srcOrd="1" destOrd="0" presId="urn:microsoft.com/office/officeart/2018/2/layout/IconVerticalSolidList"/>
    <dgm:cxn modelId="{ECE89C23-4830-408B-B26C-0810F670B5C6}" type="presParOf" srcId="{7E32258A-9D42-426A-8855-BEEFB7556051}" destId="{C1B752F0-E942-444A-A8C6-C655ABB81132}" srcOrd="2" destOrd="0" presId="urn:microsoft.com/office/officeart/2018/2/layout/IconVerticalSolidList"/>
    <dgm:cxn modelId="{7333324B-D434-40D3-B599-2352AA83F9F9}" type="presParOf" srcId="{7E32258A-9D42-426A-8855-BEEFB7556051}" destId="{89D917E7-8B4D-4077-8A69-77E1C2BA36E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736F892-7193-4802-A390-8944D97DD12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D9AC141-EB85-4292-B117-50ADA652B39D}">
      <dgm:prSet/>
      <dgm:spPr/>
      <dgm:t>
        <a:bodyPr/>
        <a:lstStyle/>
        <a:p>
          <a:r>
            <a:rPr lang="en-US"/>
            <a:t>Tree-like structure </a:t>
          </a:r>
        </a:p>
      </dgm:t>
    </dgm:pt>
    <dgm:pt modelId="{A52F53A0-D668-4A70-9476-A5E9F5DC9220}" type="parTrans" cxnId="{732EDB6B-ABD0-422D-ABBB-0ADEFB6671F8}">
      <dgm:prSet/>
      <dgm:spPr/>
      <dgm:t>
        <a:bodyPr/>
        <a:lstStyle/>
        <a:p>
          <a:endParaRPr lang="en-US"/>
        </a:p>
      </dgm:t>
    </dgm:pt>
    <dgm:pt modelId="{241F03BA-0E03-4FEB-838D-8AF574671A8A}" type="sibTrans" cxnId="{732EDB6B-ABD0-422D-ABBB-0ADEFB6671F8}">
      <dgm:prSet/>
      <dgm:spPr/>
      <dgm:t>
        <a:bodyPr/>
        <a:lstStyle/>
        <a:p>
          <a:endParaRPr lang="en-US"/>
        </a:p>
      </dgm:t>
    </dgm:pt>
    <dgm:pt modelId="{FC2AC60A-C9E6-4D7A-B642-C61C7FD51602}">
      <dgm:prSet/>
      <dgm:spPr/>
      <dgm:t>
        <a:bodyPr/>
        <a:lstStyle/>
        <a:p>
          <a:r>
            <a:rPr lang="en-US"/>
            <a:t>Root Directory (/ in Linux, C:\ in Windows)</a:t>
          </a:r>
        </a:p>
      </dgm:t>
    </dgm:pt>
    <dgm:pt modelId="{CF23F316-EB6D-4DB9-9132-771C3D2D531B}" type="parTrans" cxnId="{F78B5A10-590C-47CC-BA6C-7E99F80EC24C}">
      <dgm:prSet/>
      <dgm:spPr/>
      <dgm:t>
        <a:bodyPr/>
        <a:lstStyle/>
        <a:p>
          <a:endParaRPr lang="en-US"/>
        </a:p>
      </dgm:t>
    </dgm:pt>
    <dgm:pt modelId="{751D198A-DEB4-41AC-867F-12251F9DFA6B}" type="sibTrans" cxnId="{F78B5A10-590C-47CC-BA6C-7E99F80EC24C}">
      <dgm:prSet/>
      <dgm:spPr/>
      <dgm:t>
        <a:bodyPr/>
        <a:lstStyle/>
        <a:p>
          <a:endParaRPr lang="en-US"/>
        </a:p>
      </dgm:t>
    </dgm:pt>
    <dgm:pt modelId="{CEA17328-3CC9-49B7-8D50-11CD10F7C066}">
      <dgm:prSet/>
      <dgm:spPr/>
      <dgm:t>
        <a:bodyPr/>
        <a:lstStyle/>
        <a:p>
          <a:r>
            <a:rPr lang="en-US"/>
            <a:t>Subfolders/Subdirectories</a:t>
          </a:r>
        </a:p>
      </dgm:t>
    </dgm:pt>
    <dgm:pt modelId="{5BA27B7F-9AEE-4783-8F66-5302A3D3A13B}" type="parTrans" cxnId="{5787E9D0-815D-408D-9E1B-5529F27AD34F}">
      <dgm:prSet/>
      <dgm:spPr/>
      <dgm:t>
        <a:bodyPr/>
        <a:lstStyle/>
        <a:p>
          <a:endParaRPr lang="en-US"/>
        </a:p>
      </dgm:t>
    </dgm:pt>
    <dgm:pt modelId="{743D0D67-4A22-4294-A2B4-718ED7FB1089}" type="sibTrans" cxnId="{5787E9D0-815D-408D-9E1B-5529F27AD34F}">
      <dgm:prSet/>
      <dgm:spPr/>
      <dgm:t>
        <a:bodyPr/>
        <a:lstStyle/>
        <a:p>
          <a:endParaRPr lang="en-US"/>
        </a:p>
      </dgm:t>
    </dgm:pt>
    <dgm:pt modelId="{1C7E8AC4-344B-4F80-8CFF-6CFBDA6A994F}">
      <dgm:prSet/>
      <dgm:spPr/>
      <dgm:t>
        <a:bodyPr/>
        <a:lstStyle/>
        <a:p>
          <a:r>
            <a:rPr lang="en-US"/>
            <a:t>Parent Directories</a:t>
          </a:r>
        </a:p>
      </dgm:t>
    </dgm:pt>
    <dgm:pt modelId="{2CDEECA1-51A1-435B-ABAA-7E4C7AA25F54}" type="parTrans" cxnId="{05AD2F82-4EA3-482B-879C-03385A23C021}">
      <dgm:prSet/>
      <dgm:spPr/>
      <dgm:t>
        <a:bodyPr/>
        <a:lstStyle/>
        <a:p>
          <a:endParaRPr lang="en-US"/>
        </a:p>
      </dgm:t>
    </dgm:pt>
    <dgm:pt modelId="{4CE44EAF-EDA6-4D6F-AB5E-02687DE2B809}" type="sibTrans" cxnId="{05AD2F82-4EA3-482B-879C-03385A23C021}">
      <dgm:prSet/>
      <dgm:spPr/>
      <dgm:t>
        <a:bodyPr/>
        <a:lstStyle/>
        <a:p>
          <a:endParaRPr lang="en-US"/>
        </a:p>
      </dgm:t>
    </dgm:pt>
    <dgm:pt modelId="{AF1AB2DA-FDF4-46F5-98FB-5BDA6561B52B}" type="pres">
      <dgm:prSet presAssocID="{1736F892-7193-4802-A390-8944D97DD12C}" presName="linear" presStyleCnt="0">
        <dgm:presLayoutVars>
          <dgm:animLvl val="lvl"/>
          <dgm:resizeHandles val="exact"/>
        </dgm:presLayoutVars>
      </dgm:prSet>
      <dgm:spPr/>
    </dgm:pt>
    <dgm:pt modelId="{1603D7DB-B99A-4BB6-A75D-D116B16EE4EC}" type="pres">
      <dgm:prSet presAssocID="{4D9AC141-EB85-4292-B117-50ADA652B39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97D336F-A725-4F29-BDA8-0B87A31B4ADC}" type="pres">
      <dgm:prSet presAssocID="{241F03BA-0E03-4FEB-838D-8AF574671A8A}" presName="spacer" presStyleCnt="0"/>
      <dgm:spPr/>
    </dgm:pt>
    <dgm:pt modelId="{2CF18A9A-584C-4A3C-B01D-5F427BF827A6}" type="pres">
      <dgm:prSet presAssocID="{FC2AC60A-C9E6-4D7A-B642-C61C7FD5160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9C18F83-D57B-4ADD-B426-46C579A1FA13}" type="pres">
      <dgm:prSet presAssocID="{751D198A-DEB4-41AC-867F-12251F9DFA6B}" presName="spacer" presStyleCnt="0"/>
      <dgm:spPr/>
    </dgm:pt>
    <dgm:pt modelId="{7AB9EBE6-10B0-48A1-8E23-7007CF3283DF}" type="pres">
      <dgm:prSet presAssocID="{CEA17328-3CC9-49B7-8D50-11CD10F7C06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5F1D77F-40B0-40A0-BA28-E5B13DD4C28E}" type="pres">
      <dgm:prSet presAssocID="{743D0D67-4A22-4294-A2B4-718ED7FB1089}" presName="spacer" presStyleCnt="0"/>
      <dgm:spPr/>
    </dgm:pt>
    <dgm:pt modelId="{BBD405FA-A69F-46A0-91D8-89CDA693C0F2}" type="pres">
      <dgm:prSet presAssocID="{1C7E8AC4-344B-4F80-8CFF-6CFBDA6A994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78B5A10-590C-47CC-BA6C-7E99F80EC24C}" srcId="{1736F892-7193-4802-A390-8944D97DD12C}" destId="{FC2AC60A-C9E6-4D7A-B642-C61C7FD51602}" srcOrd="1" destOrd="0" parTransId="{CF23F316-EB6D-4DB9-9132-771C3D2D531B}" sibTransId="{751D198A-DEB4-41AC-867F-12251F9DFA6B}"/>
    <dgm:cxn modelId="{732EDB6B-ABD0-422D-ABBB-0ADEFB6671F8}" srcId="{1736F892-7193-4802-A390-8944D97DD12C}" destId="{4D9AC141-EB85-4292-B117-50ADA652B39D}" srcOrd="0" destOrd="0" parTransId="{A52F53A0-D668-4A70-9476-A5E9F5DC9220}" sibTransId="{241F03BA-0E03-4FEB-838D-8AF574671A8A}"/>
    <dgm:cxn modelId="{05AD2F82-4EA3-482B-879C-03385A23C021}" srcId="{1736F892-7193-4802-A390-8944D97DD12C}" destId="{1C7E8AC4-344B-4F80-8CFF-6CFBDA6A994F}" srcOrd="3" destOrd="0" parTransId="{2CDEECA1-51A1-435B-ABAA-7E4C7AA25F54}" sibTransId="{4CE44EAF-EDA6-4D6F-AB5E-02687DE2B809}"/>
    <dgm:cxn modelId="{FC38279E-B81F-4CFD-9643-A7945C879192}" type="presOf" srcId="{1C7E8AC4-344B-4F80-8CFF-6CFBDA6A994F}" destId="{BBD405FA-A69F-46A0-91D8-89CDA693C0F2}" srcOrd="0" destOrd="0" presId="urn:microsoft.com/office/officeart/2005/8/layout/vList2"/>
    <dgm:cxn modelId="{23FFDC9F-9434-4BE5-A3F2-0605F5A1D969}" type="presOf" srcId="{CEA17328-3CC9-49B7-8D50-11CD10F7C066}" destId="{7AB9EBE6-10B0-48A1-8E23-7007CF3283DF}" srcOrd="0" destOrd="0" presId="urn:microsoft.com/office/officeart/2005/8/layout/vList2"/>
    <dgm:cxn modelId="{84FDAEC0-76F8-4E9F-B191-2B5CDA2C7032}" type="presOf" srcId="{FC2AC60A-C9E6-4D7A-B642-C61C7FD51602}" destId="{2CF18A9A-584C-4A3C-B01D-5F427BF827A6}" srcOrd="0" destOrd="0" presId="urn:microsoft.com/office/officeart/2005/8/layout/vList2"/>
    <dgm:cxn modelId="{5787E9D0-815D-408D-9E1B-5529F27AD34F}" srcId="{1736F892-7193-4802-A390-8944D97DD12C}" destId="{CEA17328-3CC9-49B7-8D50-11CD10F7C066}" srcOrd="2" destOrd="0" parTransId="{5BA27B7F-9AEE-4783-8F66-5302A3D3A13B}" sibTransId="{743D0D67-4A22-4294-A2B4-718ED7FB1089}"/>
    <dgm:cxn modelId="{69B014ED-708B-4944-9D9E-B825FE10BB19}" type="presOf" srcId="{1736F892-7193-4802-A390-8944D97DD12C}" destId="{AF1AB2DA-FDF4-46F5-98FB-5BDA6561B52B}" srcOrd="0" destOrd="0" presId="urn:microsoft.com/office/officeart/2005/8/layout/vList2"/>
    <dgm:cxn modelId="{98E087F3-81CD-44E9-9A51-56D67AEA809A}" type="presOf" srcId="{4D9AC141-EB85-4292-B117-50ADA652B39D}" destId="{1603D7DB-B99A-4BB6-A75D-D116B16EE4EC}" srcOrd="0" destOrd="0" presId="urn:microsoft.com/office/officeart/2005/8/layout/vList2"/>
    <dgm:cxn modelId="{5CF70C7D-01C7-4CE5-B604-007DF6582814}" type="presParOf" srcId="{AF1AB2DA-FDF4-46F5-98FB-5BDA6561B52B}" destId="{1603D7DB-B99A-4BB6-A75D-D116B16EE4EC}" srcOrd="0" destOrd="0" presId="urn:microsoft.com/office/officeart/2005/8/layout/vList2"/>
    <dgm:cxn modelId="{4231144E-B7E0-4048-841F-C01C9E2EA6A6}" type="presParOf" srcId="{AF1AB2DA-FDF4-46F5-98FB-5BDA6561B52B}" destId="{F97D336F-A725-4F29-BDA8-0B87A31B4ADC}" srcOrd="1" destOrd="0" presId="urn:microsoft.com/office/officeart/2005/8/layout/vList2"/>
    <dgm:cxn modelId="{EDC6D01C-9CC6-4043-A5ED-D19CC1C0FD55}" type="presParOf" srcId="{AF1AB2DA-FDF4-46F5-98FB-5BDA6561B52B}" destId="{2CF18A9A-584C-4A3C-B01D-5F427BF827A6}" srcOrd="2" destOrd="0" presId="urn:microsoft.com/office/officeart/2005/8/layout/vList2"/>
    <dgm:cxn modelId="{62BC8126-ABC6-416E-8A06-A52FD94AEB01}" type="presParOf" srcId="{AF1AB2DA-FDF4-46F5-98FB-5BDA6561B52B}" destId="{29C18F83-D57B-4ADD-B426-46C579A1FA13}" srcOrd="3" destOrd="0" presId="urn:microsoft.com/office/officeart/2005/8/layout/vList2"/>
    <dgm:cxn modelId="{05F7DBEB-4A3C-49DF-ADA4-B07CA21C8B3D}" type="presParOf" srcId="{AF1AB2DA-FDF4-46F5-98FB-5BDA6561B52B}" destId="{7AB9EBE6-10B0-48A1-8E23-7007CF3283DF}" srcOrd="4" destOrd="0" presId="urn:microsoft.com/office/officeart/2005/8/layout/vList2"/>
    <dgm:cxn modelId="{0BBCC821-5E13-459C-9425-84DE77662B19}" type="presParOf" srcId="{AF1AB2DA-FDF4-46F5-98FB-5BDA6561B52B}" destId="{F5F1D77F-40B0-40A0-BA28-E5B13DD4C28E}" srcOrd="5" destOrd="0" presId="urn:microsoft.com/office/officeart/2005/8/layout/vList2"/>
    <dgm:cxn modelId="{1739E3D7-2FA1-45FA-B1A4-9E89AC2A1D39}" type="presParOf" srcId="{AF1AB2DA-FDF4-46F5-98FB-5BDA6561B52B}" destId="{BBD405FA-A69F-46A0-91D8-89CDA693C0F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88DB5B5-A26D-48F6-957A-4BF81B74FF75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F233F3D-D2BD-4E83-8FE5-FEB5CB256C4A}">
      <dgm:prSet/>
      <dgm:spPr/>
      <dgm:t>
        <a:bodyPr/>
        <a:lstStyle/>
        <a:p>
          <a:r>
            <a:rPr lang="en-US"/>
            <a:t>Organization</a:t>
          </a:r>
        </a:p>
      </dgm:t>
    </dgm:pt>
    <dgm:pt modelId="{F38F75E0-5A0C-4688-A7FD-F3353B9E2ABE}" type="parTrans" cxnId="{5469351F-BB52-47C1-895B-45BE458D315E}">
      <dgm:prSet/>
      <dgm:spPr/>
      <dgm:t>
        <a:bodyPr/>
        <a:lstStyle/>
        <a:p>
          <a:endParaRPr lang="en-US"/>
        </a:p>
      </dgm:t>
    </dgm:pt>
    <dgm:pt modelId="{C297E8CC-EA38-44E4-A6C0-1E8230DC1120}" type="sibTrans" cxnId="{5469351F-BB52-47C1-895B-45BE458D315E}">
      <dgm:prSet/>
      <dgm:spPr/>
      <dgm:t>
        <a:bodyPr/>
        <a:lstStyle/>
        <a:p>
          <a:endParaRPr lang="en-US"/>
        </a:p>
      </dgm:t>
    </dgm:pt>
    <dgm:pt modelId="{2E48592A-6C35-47B6-BA90-5780CF23CF9E}">
      <dgm:prSet/>
      <dgm:spPr/>
      <dgm:t>
        <a:bodyPr/>
        <a:lstStyle/>
        <a:p>
          <a:r>
            <a:rPr lang="en-US"/>
            <a:t>Easier Navigation</a:t>
          </a:r>
        </a:p>
      </dgm:t>
    </dgm:pt>
    <dgm:pt modelId="{862585C1-2747-449E-9CE5-AC751F44A544}" type="parTrans" cxnId="{F44357CF-135A-4DB1-8E38-9AEBD6CF440C}">
      <dgm:prSet/>
      <dgm:spPr/>
      <dgm:t>
        <a:bodyPr/>
        <a:lstStyle/>
        <a:p>
          <a:endParaRPr lang="en-US"/>
        </a:p>
      </dgm:t>
    </dgm:pt>
    <dgm:pt modelId="{2D0C7613-D388-482D-8F9A-FC49A9972F72}" type="sibTrans" cxnId="{F44357CF-135A-4DB1-8E38-9AEBD6CF440C}">
      <dgm:prSet/>
      <dgm:spPr/>
      <dgm:t>
        <a:bodyPr/>
        <a:lstStyle/>
        <a:p>
          <a:endParaRPr lang="en-US"/>
        </a:p>
      </dgm:t>
    </dgm:pt>
    <dgm:pt modelId="{A31362E0-C302-499C-97B7-348C34C12CDF}">
      <dgm:prSet/>
      <dgm:spPr/>
      <dgm:t>
        <a:bodyPr/>
        <a:lstStyle/>
        <a:p>
          <a:r>
            <a:rPr lang="en-US"/>
            <a:t>Avoid Naming Conflicts</a:t>
          </a:r>
        </a:p>
      </dgm:t>
    </dgm:pt>
    <dgm:pt modelId="{DF7E1122-50F2-4C5D-863D-F9D49EC6C284}" type="parTrans" cxnId="{F9BE7CED-7299-4955-82D9-22355BF3CDF5}">
      <dgm:prSet/>
      <dgm:spPr/>
      <dgm:t>
        <a:bodyPr/>
        <a:lstStyle/>
        <a:p>
          <a:endParaRPr lang="en-US"/>
        </a:p>
      </dgm:t>
    </dgm:pt>
    <dgm:pt modelId="{56B6CB0F-7947-46A8-913A-BECE8069E5CC}" type="sibTrans" cxnId="{F9BE7CED-7299-4955-82D9-22355BF3CDF5}">
      <dgm:prSet/>
      <dgm:spPr/>
      <dgm:t>
        <a:bodyPr/>
        <a:lstStyle/>
        <a:p>
          <a:endParaRPr lang="en-US"/>
        </a:p>
      </dgm:t>
    </dgm:pt>
    <dgm:pt modelId="{6711204D-D454-4A69-BCA2-744564B380C7}">
      <dgm:prSet/>
      <dgm:spPr/>
      <dgm:t>
        <a:bodyPr/>
        <a:lstStyle/>
        <a:p>
          <a:r>
            <a:rPr lang="en-US"/>
            <a:t>Apply Permissions</a:t>
          </a:r>
        </a:p>
      </dgm:t>
    </dgm:pt>
    <dgm:pt modelId="{6A001973-2CD1-4F86-BC0C-6E10A2E31D2E}" type="parTrans" cxnId="{E0AB3575-7967-44C4-80B0-318129DE5E92}">
      <dgm:prSet/>
      <dgm:spPr/>
      <dgm:t>
        <a:bodyPr/>
        <a:lstStyle/>
        <a:p>
          <a:endParaRPr lang="en-US"/>
        </a:p>
      </dgm:t>
    </dgm:pt>
    <dgm:pt modelId="{0CAB6EE2-2AE0-4146-ABB7-A5F7EF63E618}" type="sibTrans" cxnId="{E0AB3575-7967-44C4-80B0-318129DE5E92}">
      <dgm:prSet/>
      <dgm:spPr/>
      <dgm:t>
        <a:bodyPr/>
        <a:lstStyle/>
        <a:p>
          <a:endParaRPr lang="en-US"/>
        </a:p>
      </dgm:t>
    </dgm:pt>
    <dgm:pt modelId="{F0997F79-2A73-4F61-B83D-579EDB8FE298}">
      <dgm:prSet/>
      <dgm:spPr/>
      <dgm:t>
        <a:bodyPr/>
        <a:lstStyle/>
        <a:p>
          <a:r>
            <a:rPr lang="en-US"/>
            <a:t>Logical Grouping of files</a:t>
          </a:r>
        </a:p>
      </dgm:t>
    </dgm:pt>
    <dgm:pt modelId="{EAB3A162-996E-4B5A-9FFD-DE3659FECB46}" type="parTrans" cxnId="{6D561423-EAF0-4AD7-8115-6D9F5A5A2C09}">
      <dgm:prSet/>
      <dgm:spPr/>
      <dgm:t>
        <a:bodyPr/>
        <a:lstStyle/>
        <a:p>
          <a:endParaRPr lang="en-US"/>
        </a:p>
      </dgm:t>
    </dgm:pt>
    <dgm:pt modelId="{04C6A8D1-25EC-4956-9473-148C37A2FAAD}" type="sibTrans" cxnId="{6D561423-EAF0-4AD7-8115-6D9F5A5A2C09}">
      <dgm:prSet/>
      <dgm:spPr/>
      <dgm:t>
        <a:bodyPr/>
        <a:lstStyle/>
        <a:p>
          <a:endParaRPr lang="en-US"/>
        </a:p>
      </dgm:t>
    </dgm:pt>
    <dgm:pt modelId="{9A8679FB-2E1E-4DB0-9CC6-88D27A9DB71B}" type="pres">
      <dgm:prSet presAssocID="{D88DB5B5-A26D-48F6-957A-4BF81B74FF75}" presName="diagram" presStyleCnt="0">
        <dgm:presLayoutVars>
          <dgm:dir/>
          <dgm:resizeHandles val="exact"/>
        </dgm:presLayoutVars>
      </dgm:prSet>
      <dgm:spPr/>
    </dgm:pt>
    <dgm:pt modelId="{ADDE920B-D20E-44F5-9CF7-0BFC9225B0C7}" type="pres">
      <dgm:prSet presAssocID="{AF233F3D-D2BD-4E83-8FE5-FEB5CB256C4A}" presName="node" presStyleLbl="node1" presStyleIdx="0" presStyleCnt="5">
        <dgm:presLayoutVars>
          <dgm:bulletEnabled val="1"/>
        </dgm:presLayoutVars>
      </dgm:prSet>
      <dgm:spPr/>
    </dgm:pt>
    <dgm:pt modelId="{67DEF14C-32B8-4E2E-80A1-C302F02413CC}" type="pres">
      <dgm:prSet presAssocID="{C297E8CC-EA38-44E4-A6C0-1E8230DC1120}" presName="sibTrans" presStyleCnt="0"/>
      <dgm:spPr/>
    </dgm:pt>
    <dgm:pt modelId="{DEA80D97-AEDE-4F96-9835-490EE7777183}" type="pres">
      <dgm:prSet presAssocID="{2E48592A-6C35-47B6-BA90-5780CF23CF9E}" presName="node" presStyleLbl="node1" presStyleIdx="1" presStyleCnt="5">
        <dgm:presLayoutVars>
          <dgm:bulletEnabled val="1"/>
        </dgm:presLayoutVars>
      </dgm:prSet>
      <dgm:spPr/>
    </dgm:pt>
    <dgm:pt modelId="{C14968F6-49E0-4FC7-B3BA-C261CD59D229}" type="pres">
      <dgm:prSet presAssocID="{2D0C7613-D388-482D-8F9A-FC49A9972F72}" presName="sibTrans" presStyleCnt="0"/>
      <dgm:spPr/>
    </dgm:pt>
    <dgm:pt modelId="{C3CEE21C-492A-49C0-8A9D-9896C0B9ABAA}" type="pres">
      <dgm:prSet presAssocID="{A31362E0-C302-499C-97B7-348C34C12CDF}" presName="node" presStyleLbl="node1" presStyleIdx="2" presStyleCnt="5">
        <dgm:presLayoutVars>
          <dgm:bulletEnabled val="1"/>
        </dgm:presLayoutVars>
      </dgm:prSet>
      <dgm:spPr/>
    </dgm:pt>
    <dgm:pt modelId="{3EEE2E47-1AEA-4837-A0DF-4ED8939EB324}" type="pres">
      <dgm:prSet presAssocID="{56B6CB0F-7947-46A8-913A-BECE8069E5CC}" presName="sibTrans" presStyleCnt="0"/>
      <dgm:spPr/>
    </dgm:pt>
    <dgm:pt modelId="{F798C671-9C9C-4248-8087-39924438F4FA}" type="pres">
      <dgm:prSet presAssocID="{6711204D-D454-4A69-BCA2-744564B380C7}" presName="node" presStyleLbl="node1" presStyleIdx="3" presStyleCnt="5">
        <dgm:presLayoutVars>
          <dgm:bulletEnabled val="1"/>
        </dgm:presLayoutVars>
      </dgm:prSet>
      <dgm:spPr/>
    </dgm:pt>
    <dgm:pt modelId="{651CF9CF-AA91-461E-AB04-E84E7206DCE5}" type="pres">
      <dgm:prSet presAssocID="{0CAB6EE2-2AE0-4146-ABB7-A5F7EF63E618}" presName="sibTrans" presStyleCnt="0"/>
      <dgm:spPr/>
    </dgm:pt>
    <dgm:pt modelId="{542F0C96-D16C-436C-AF58-E0AD6DE15EA3}" type="pres">
      <dgm:prSet presAssocID="{F0997F79-2A73-4F61-B83D-579EDB8FE298}" presName="node" presStyleLbl="node1" presStyleIdx="4" presStyleCnt="5">
        <dgm:presLayoutVars>
          <dgm:bulletEnabled val="1"/>
        </dgm:presLayoutVars>
      </dgm:prSet>
      <dgm:spPr/>
    </dgm:pt>
  </dgm:ptLst>
  <dgm:cxnLst>
    <dgm:cxn modelId="{BA220506-4509-4D58-A3D7-19B5E5699449}" type="presOf" srcId="{2E48592A-6C35-47B6-BA90-5780CF23CF9E}" destId="{DEA80D97-AEDE-4F96-9835-490EE7777183}" srcOrd="0" destOrd="0" presId="urn:microsoft.com/office/officeart/2005/8/layout/default"/>
    <dgm:cxn modelId="{5469351F-BB52-47C1-895B-45BE458D315E}" srcId="{D88DB5B5-A26D-48F6-957A-4BF81B74FF75}" destId="{AF233F3D-D2BD-4E83-8FE5-FEB5CB256C4A}" srcOrd="0" destOrd="0" parTransId="{F38F75E0-5A0C-4688-A7FD-F3353B9E2ABE}" sibTransId="{C297E8CC-EA38-44E4-A6C0-1E8230DC1120}"/>
    <dgm:cxn modelId="{6D561423-EAF0-4AD7-8115-6D9F5A5A2C09}" srcId="{D88DB5B5-A26D-48F6-957A-4BF81B74FF75}" destId="{F0997F79-2A73-4F61-B83D-579EDB8FE298}" srcOrd="4" destOrd="0" parTransId="{EAB3A162-996E-4B5A-9FFD-DE3659FECB46}" sibTransId="{04C6A8D1-25EC-4956-9473-148C37A2FAAD}"/>
    <dgm:cxn modelId="{40A0654F-887C-40D0-93EF-8DC35B97E970}" type="presOf" srcId="{D88DB5B5-A26D-48F6-957A-4BF81B74FF75}" destId="{9A8679FB-2E1E-4DB0-9CC6-88D27A9DB71B}" srcOrd="0" destOrd="0" presId="urn:microsoft.com/office/officeart/2005/8/layout/default"/>
    <dgm:cxn modelId="{E0AB3575-7967-44C4-80B0-318129DE5E92}" srcId="{D88DB5B5-A26D-48F6-957A-4BF81B74FF75}" destId="{6711204D-D454-4A69-BCA2-744564B380C7}" srcOrd="3" destOrd="0" parTransId="{6A001973-2CD1-4F86-BC0C-6E10A2E31D2E}" sibTransId="{0CAB6EE2-2AE0-4146-ABB7-A5F7EF63E618}"/>
    <dgm:cxn modelId="{5ECCF37F-240C-4C7B-947A-F255501587FE}" type="presOf" srcId="{AF233F3D-D2BD-4E83-8FE5-FEB5CB256C4A}" destId="{ADDE920B-D20E-44F5-9CF7-0BFC9225B0C7}" srcOrd="0" destOrd="0" presId="urn:microsoft.com/office/officeart/2005/8/layout/default"/>
    <dgm:cxn modelId="{95465D8F-71C3-4095-832B-5B48D87867F6}" type="presOf" srcId="{F0997F79-2A73-4F61-B83D-579EDB8FE298}" destId="{542F0C96-D16C-436C-AF58-E0AD6DE15EA3}" srcOrd="0" destOrd="0" presId="urn:microsoft.com/office/officeart/2005/8/layout/default"/>
    <dgm:cxn modelId="{E173C294-A2B4-4567-84D1-6E5AB9385E97}" type="presOf" srcId="{A31362E0-C302-499C-97B7-348C34C12CDF}" destId="{C3CEE21C-492A-49C0-8A9D-9896C0B9ABAA}" srcOrd="0" destOrd="0" presId="urn:microsoft.com/office/officeart/2005/8/layout/default"/>
    <dgm:cxn modelId="{1298D6B0-85C5-4643-8FFA-DB7D970CA2E8}" type="presOf" srcId="{6711204D-D454-4A69-BCA2-744564B380C7}" destId="{F798C671-9C9C-4248-8087-39924438F4FA}" srcOrd="0" destOrd="0" presId="urn:microsoft.com/office/officeart/2005/8/layout/default"/>
    <dgm:cxn modelId="{F44357CF-135A-4DB1-8E38-9AEBD6CF440C}" srcId="{D88DB5B5-A26D-48F6-957A-4BF81B74FF75}" destId="{2E48592A-6C35-47B6-BA90-5780CF23CF9E}" srcOrd="1" destOrd="0" parTransId="{862585C1-2747-449E-9CE5-AC751F44A544}" sibTransId="{2D0C7613-D388-482D-8F9A-FC49A9972F72}"/>
    <dgm:cxn modelId="{F9BE7CED-7299-4955-82D9-22355BF3CDF5}" srcId="{D88DB5B5-A26D-48F6-957A-4BF81B74FF75}" destId="{A31362E0-C302-499C-97B7-348C34C12CDF}" srcOrd="2" destOrd="0" parTransId="{DF7E1122-50F2-4C5D-863D-F9D49EC6C284}" sibTransId="{56B6CB0F-7947-46A8-913A-BECE8069E5CC}"/>
    <dgm:cxn modelId="{7003F974-C710-41AF-853D-A1DED3AE6D9E}" type="presParOf" srcId="{9A8679FB-2E1E-4DB0-9CC6-88D27A9DB71B}" destId="{ADDE920B-D20E-44F5-9CF7-0BFC9225B0C7}" srcOrd="0" destOrd="0" presId="urn:microsoft.com/office/officeart/2005/8/layout/default"/>
    <dgm:cxn modelId="{BB20DDC5-6D7D-4A74-8D7F-20DBE8571B8C}" type="presParOf" srcId="{9A8679FB-2E1E-4DB0-9CC6-88D27A9DB71B}" destId="{67DEF14C-32B8-4E2E-80A1-C302F02413CC}" srcOrd="1" destOrd="0" presId="urn:microsoft.com/office/officeart/2005/8/layout/default"/>
    <dgm:cxn modelId="{A8C5B156-F49B-4991-9D6C-A7338267E6A4}" type="presParOf" srcId="{9A8679FB-2E1E-4DB0-9CC6-88D27A9DB71B}" destId="{DEA80D97-AEDE-4F96-9835-490EE7777183}" srcOrd="2" destOrd="0" presId="urn:microsoft.com/office/officeart/2005/8/layout/default"/>
    <dgm:cxn modelId="{7A669781-2237-480D-9CBF-4AB5901A0FB4}" type="presParOf" srcId="{9A8679FB-2E1E-4DB0-9CC6-88D27A9DB71B}" destId="{C14968F6-49E0-4FC7-B3BA-C261CD59D229}" srcOrd="3" destOrd="0" presId="urn:microsoft.com/office/officeart/2005/8/layout/default"/>
    <dgm:cxn modelId="{411BF6F3-FF53-4600-988B-BE9898F05EF1}" type="presParOf" srcId="{9A8679FB-2E1E-4DB0-9CC6-88D27A9DB71B}" destId="{C3CEE21C-492A-49C0-8A9D-9896C0B9ABAA}" srcOrd="4" destOrd="0" presId="urn:microsoft.com/office/officeart/2005/8/layout/default"/>
    <dgm:cxn modelId="{5DE6BD93-B821-4EBC-9B64-D28E2694A608}" type="presParOf" srcId="{9A8679FB-2E1E-4DB0-9CC6-88D27A9DB71B}" destId="{3EEE2E47-1AEA-4837-A0DF-4ED8939EB324}" srcOrd="5" destOrd="0" presId="urn:microsoft.com/office/officeart/2005/8/layout/default"/>
    <dgm:cxn modelId="{9D92A2F6-6307-4003-AFF5-E2307DA52432}" type="presParOf" srcId="{9A8679FB-2E1E-4DB0-9CC6-88D27A9DB71B}" destId="{F798C671-9C9C-4248-8087-39924438F4FA}" srcOrd="6" destOrd="0" presId="urn:microsoft.com/office/officeart/2005/8/layout/default"/>
    <dgm:cxn modelId="{DE9694BA-4895-4E95-94F7-C4272A861004}" type="presParOf" srcId="{9A8679FB-2E1E-4DB0-9CC6-88D27A9DB71B}" destId="{651CF9CF-AA91-461E-AB04-E84E7206DCE5}" srcOrd="7" destOrd="0" presId="urn:microsoft.com/office/officeart/2005/8/layout/default"/>
    <dgm:cxn modelId="{8F607F9E-2C68-4ED8-84B8-D937A95EC291}" type="presParOf" srcId="{9A8679FB-2E1E-4DB0-9CC6-88D27A9DB71B}" destId="{542F0C96-D16C-436C-AF58-E0AD6DE15EA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CF079E5-36A3-4C51-BF02-6F3B5B0CB89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E087835-244F-4F64-A2BE-DE3C943F0269}">
      <dgm:prSet/>
      <dgm:spPr/>
      <dgm:t>
        <a:bodyPr/>
        <a:lstStyle/>
        <a:p>
          <a:r>
            <a:rPr lang="en-US"/>
            <a:t>File Type = File Extension</a:t>
          </a:r>
        </a:p>
      </dgm:t>
    </dgm:pt>
    <dgm:pt modelId="{9E85F974-32A7-4482-BFC0-70BB3219AA15}" type="parTrans" cxnId="{B0CEF8DD-5A86-497B-94C7-C46D1AC539C8}">
      <dgm:prSet/>
      <dgm:spPr/>
      <dgm:t>
        <a:bodyPr/>
        <a:lstStyle/>
        <a:p>
          <a:endParaRPr lang="en-US"/>
        </a:p>
      </dgm:t>
    </dgm:pt>
    <dgm:pt modelId="{DCB4DAF8-71C1-4458-84DC-DB83CB6BC66E}" type="sibTrans" cxnId="{B0CEF8DD-5A86-497B-94C7-C46D1AC539C8}">
      <dgm:prSet/>
      <dgm:spPr/>
      <dgm:t>
        <a:bodyPr/>
        <a:lstStyle/>
        <a:p>
          <a:endParaRPr lang="en-US"/>
        </a:p>
      </dgm:t>
    </dgm:pt>
    <dgm:pt modelId="{F3321458-125E-4652-B6E1-E21AC3C10F9A}">
      <dgm:prSet/>
      <dgm:spPr/>
      <dgm:t>
        <a:bodyPr/>
        <a:lstStyle/>
        <a:p>
          <a:r>
            <a:rPr lang="en-US"/>
            <a:t>OS and Program Associations</a:t>
          </a:r>
        </a:p>
      </dgm:t>
    </dgm:pt>
    <dgm:pt modelId="{4341D9C2-1B84-4164-89BF-F8EF86038439}" type="parTrans" cxnId="{52A2C463-EE1B-4025-A3B2-6496B5C58A52}">
      <dgm:prSet/>
      <dgm:spPr/>
      <dgm:t>
        <a:bodyPr/>
        <a:lstStyle/>
        <a:p>
          <a:endParaRPr lang="en-US"/>
        </a:p>
      </dgm:t>
    </dgm:pt>
    <dgm:pt modelId="{5C36347F-61D2-4557-8984-1BBB33AEFDA5}" type="sibTrans" cxnId="{52A2C463-EE1B-4025-A3B2-6496B5C58A52}">
      <dgm:prSet/>
      <dgm:spPr/>
      <dgm:t>
        <a:bodyPr/>
        <a:lstStyle/>
        <a:p>
          <a:endParaRPr lang="en-US"/>
        </a:p>
      </dgm:t>
    </dgm:pt>
    <dgm:pt modelId="{FF559DED-AA06-45E4-AEB8-01F534C435B3}">
      <dgm:prSet/>
      <dgm:spPr/>
      <dgm:t>
        <a:bodyPr/>
        <a:lstStyle/>
        <a:p>
          <a:r>
            <a:rPr lang="en-US"/>
            <a:t>User Identification </a:t>
          </a:r>
        </a:p>
      </dgm:t>
    </dgm:pt>
    <dgm:pt modelId="{7AEC4233-C1FB-4096-B7D1-FE2B1FE3250D}" type="parTrans" cxnId="{040D26B3-4E4B-4F2F-85E9-704519EBAB7F}">
      <dgm:prSet/>
      <dgm:spPr/>
      <dgm:t>
        <a:bodyPr/>
        <a:lstStyle/>
        <a:p>
          <a:endParaRPr lang="en-US"/>
        </a:p>
      </dgm:t>
    </dgm:pt>
    <dgm:pt modelId="{1F6A89F5-5BB0-4468-AF8F-67E0099BE11D}" type="sibTrans" cxnId="{040D26B3-4E4B-4F2F-85E9-704519EBAB7F}">
      <dgm:prSet/>
      <dgm:spPr/>
      <dgm:t>
        <a:bodyPr/>
        <a:lstStyle/>
        <a:p>
          <a:endParaRPr lang="en-US"/>
        </a:p>
      </dgm:t>
    </dgm:pt>
    <dgm:pt modelId="{F72664E4-E21F-4FB1-B3E4-E05362786157}" type="pres">
      <dgm:prSet presAssocID="{5CF079E5-36A3-4C51-BF02-6F3B5B0CB89D}" presName="root" presStyleCnt="0">
        <dgm:presLayoutVars>
          <dgm:dir/>
          <dgm:resizeHandles val="exact"/>
        </dgm:presLayoutVars>
      </dgm:prSet>
      <dgm:spPr/>
    </dgm:pt>
    <dgm:pt modelId="{331D3F11-6B9B-47A2-B6B8-1FDC06A3705E}" type="pres">
      <dgm:prSet presAssocID="{7E087835-244F-4F64-A2BE-DE3C943F0269}" presName="compNode" presStyleCnt="0"/>
      <dgm:spPr/>
    </dgm:pt>
    <dgm:pt modelId="{154CA7F3-C49D-4C39-ADC5-4D5AE7645214}" type="pres">
      <dgm:prSet presAssocID="{7E087835-244F-4F64-A2BE-DE3C943F026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34AAC812-75CE-4009-B055-3B13C6146B1E}" type="pres">
      <dgm:prSet presAssocID="{7E087835-244F-4F64-A2BE-DE3C943F0269}" presName="spaceRect" presStyleCnt="0"/>
      <dgm:spPr/>
    </dgm:pt>
    <dgm:pt modelId="{AAAD532D-9562-4716-9F69-A737F7AA34DC}" type="pres">
      <dgm:prSet presAssocID="{7E087835-244F-4F64-A2BE-DE3C943F0269}" presName="textRect" presStyleLbl="revTx" presStyleIdx="0" presStyleCnt="3">
        <dgm:presLayoutVars>
          <dgm:chMax val="1"/>
          <dgm:chPref val="1"/>
        </dgm:presLayoutVars>
      </dgm:prSet>
      <dgm:spPr/>
    </dgm:pt>
    <dgm:pt modelId="{02CB9EE4-31CB-4749-9E76-309F71E33E4B}" type="pres">
      <dgm:prSet presAssocID="{DCB4DAF8-71C1-4458-84DC-DB83CB6BC66E}" presName="sibTrans" presStyleCnt="0"/>
      <dgm:spPr/>
    </dgm:pt>
    <dgm:pt modelId="{EBAC194A-58FD-4BAB-B642-F3B3ABCC9B70}" type="pres">
      <dgm:prSet presAssocID="{F3321458-125E-4652-B6E1-E21AC3C10F9A}" presName="compNode" presStyleCnt="0"/>
      <dgm:spPr/>
    </dgm:pt>
    <dgm:pt modelId="{D34FAB70-1816-4FA1-A4EC-F6A8120FA494}" type="pres">
      <dgm:prSet presAssocID="{F3321458-125E-4652-B6E1-E21AC3C10F9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50BEE936-3C2F-40B5-ADC2-E832E6180C6D}" type="pres">
      <dgm:prSet presAssocID="{F3321458-125E-4652-B6E1-E21AC3C10F9A}" presName="spaceRect" presStyleCnt="0"/>
      <dgm:spPr/>
    </dgm:pt>
    <dgm:pt modelId="{F173E7E7-5005-4214-8022-1EE12EFE7DD3}" type="pres">
      <dgm:prSet presAssocID="{F3321458-125E-4652-B6E1-E21AC3C10F9A}" presName="textRect" presStyleLbl="revTx" presStyleIdx="1" presStyleCnt="3">
        <dgm:presLayoutVars>
          <dgm:chMax val="1"/>
          <dgm:chPref val="1"/>
        </dgm:presLayoutVars>
      </dgm:prSet>
      <dgm:spPr/>
    </dgm:pt>
    <dgm:pt modelId="{CDB3B28B-71FC-4F84-980C-91D325D22661}" type="pres">
      <dgm:prSet presAssocID="{5C36347F-61D2-4557-8984-1BBB33AEFDA5}" presName="sibTrans" presStyleCnt="0"/>
      <dgm:spPr/>
    </dgm:pt>
    <dgm:pt modelId="{67363893-538C-4AE3-BACE-C0DF167F95D6}" type="pres">
      <dgm:prSet presAssocID="{FF559DED-AA06-45E4-AEB8-01F534C435B3}" presName="compNode" presStyleCnt="0"/>
      <dgm:spPr/>
    </dgm:pt>
    <dgm:pt modelId="{C7E30F09-2DBC-45B3-AC27-497242F291E4}" type="pres">
      <dgm:prSet presAssocID="{FF559DED-AA06-45E4-AEB8-01F534C435B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456804F-0202-47A7-B788-7CC3344ED130}" type="pres">
      <dgm:prSet presAssocID="{FF559DED-AA06-45E4-AEB8-01F534C435B3}" presName="spaceRect" presStyleCnt="0"/>
      <dgm:spPr/>
    </dgm:pt>
    <dgm:pt modelId="{97B706B8-1188-4D2C-A909-4AA804B09F3B}" type="pres">
      <dgm:prSet presAssocID="{FF559DED-AA06-45E4-AEB8-01F534C435B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98CAF01-867B-424F-BCAC-16A5C8C651F7}" type="presOf" srcId="{FF559DED-AA06-45E4-AEB8-01F534C435B3}" destId="{97B706B8-1188-4D2C-A909-4AA804B09F3B}" srcOrd="0" destOrd="0" presId="urn:microsoft.com/office/officeart/2018/2/layout/IconLabelList"/>
    <dgm:cxn modelId="{52A2C463-EE1B-4025-A3B2-6496B5C58A52}" srcId="{5CF079E5-36A3-4C51-BF02-6F3B5B0CB89D}" destId="{F3321458-125E-4652-B6E1-E21AC3C10F9A}" srcOrd="1" destOrd="0" parTransId="{4341D9C2-1B84-4164-89BF-F8EF86038439}" sibTransId="{5C36347F-61D2-4557-8984-1BBB33AEFDA5}"/>
    <dgm:cxn modelId="{040D26B3-4E4B-4F2F-85E9-704519EBAB7F}" srcId="{5CF079E5-36A3-4C51-BF02-6F3B5B0CB89D}" destId="{FF559DED-AA06-45E4-AEB8-01F534C435B3}" srcOrd="2" destOrd="0" parTransId="{7AEC4233-C1FB-4096-B7D1-FE2B1FE3250D}" sibTransId="{1F6A89F5-5BB0-4468-AF8F-67E0099BE11D}"/>
    <dgm:cxn modelId="{CDC03BCA-1C16-4A3A-85F2-67113252419E}" type="presOf" srcId="{F3321458-125E-4652-B6E1-E21AC3C10F9A}" destId="{F173E7E7-5005-4214-8022-1EE12EFE7DD3}" srcOrd="0" destOrd="0" presId="urn:microsoft.com/office/officeart/2018/2/layout/IconLabelList"/>
    <dgm:cxn modelId="{139D5CD0-871F-43DC-B357-94995FE931B8}" type="presOf" srcId="{7E087835-244F-4F64-A2BE-DE3C943F0269}" destId="{AAAD532D-9562-4716-9F69-A737F7AA34DC}" srcOrd="0" destOrd="0" presId="urn:microsoft.com/office/officeart/2018/2/layout/IconLabelList"/>
    <dgm:cxn modelId="{B0CEF8DD-5A86-497B-94C7-C46D1AC539C8}" srcId="{5CF079E5-36A3-4C51-BF02-6F3B5B0CB89D}" destId="{7E087835-244F-4F64-A2BE-DE3C943F0269}" srcOrd="0" destOrd="0" parTransId="{9E85F974-32A7-4482-BFC0-70BB3219AA15}" sibTransId="{DCB4DAF8-71C1-4458-84DC-DB83CB6BC66E}"/>
    <dgm:cxn modelId="{D433A8E8-4208-4AF9-9B33-86F9221F2D40}" type="presOf" srcId="{5CF079E5-36A3-4C51-BF02-6F3B5B0CB89D}" destId="{F72664E4-E21F-4FB1-B3E4-E05362786157}" srcOrd="0" destOrd="0" presId="urn:microsoft.com/office/officeart/2018/2/layout/IconLabelList"/>
    <dgm:cxn modelId="{D50ABC95-EFD5-4E61-B37C-723E278B49CA}" type="presParOf" srcId="{F72664E4-E21F-4FB1-B3E4-E05362786157}" destId="{331D3F11-6B9B-47A2-B6B8-1FDC06A3705E}" srcOrd="0" destOrd="0" presId="urn:microsoft.com/office/officeart/2018/2/layout/IconLabelList"/>
    <dgm:cxn modelId="{91DF3641-D2E7-42DE-A8D8-EDD4DC675864}" type="presParOf" srcId="{331D3F11-6B9B-47A2-B6B8-1FDC06A3705E}" destId="{154CA7F3-C49D-4C39-ADC5-4D5AE7645214}" srcOrd="0" destOrd="0" presId="urn:microsoft.com/office/officeart/2018/2/layout/IconLabelList"/>
    <dgm:cxn modelId="{ABC5E9D5-6571-47D7-98B1-F09E884A470D}" type="presParOf" srcId="{331D3F11-6B9B-47A2-B6B8-1FDC06A3705E}" destId="{34AAC812-75CE-4009-B055-3B13C6146B1E}" srcOrd="1" destOrd="0" presId="urn:microsoft.com/office/officeart/2018/2/layout/IconLabelList"/>
    <dgm:cxn modelId="{5EBD270E-FFCC-429D-9F7B-C40D1270B73C}" type="presParOf" srcId="{331D3F11-6B9B-47A2-B6B8-1FDC06A3705E}" destId="{AAAD532D-9562-4716-9F69-A737F7AA34DC}" srcOrd="2" destOrd="0" presId="urn:microsoft.com/office/officeart/2018/2/layout/IconLabelList"/>
    <dgm:cxn modelId="{23FCFFFA-A169-47DB-B1CD-8265309C0067}" type="presParOf" srcId="{F72664E4-E21F-4FB1-B3E4-E05362786157}" destId="{02CB9EE4-31CB-4749-9E76-309F71E33E4B}" srcOrd="1" destOrd="0" presId="urn:microsoft.com/office/officeart/2018/2/layout/IconLabelList"/>
    <dgm:cxn modelId="{E27CAF1D-DDB5-4CB8-A5A3-DB76BA0785E4}" type="presParOf" srcId="{F72664E4-E21F-4FB1-B3E4-E05362786157}" destId="{EBAC194A-58FD-4BAB-B642-F3B3ABCC9B70}" srcOrd="2" destOrd="0" presId="urn:microsoft.com/office/officeart/2018/2/layout/IconLabelList"/>
    <dgm:cxn modelId="{E3658FDB-BA40-4418-B9BC-8F8E5F8955EE}" type="presParOf" srcId="{EBAC194A-58FD-4BAB-B642-F3B3ABCC9B70}" destId="{D34FAB70-1816-4FA1-A4EC-F6A8120FA494}" srcOrd="0" destOrd="0" presId="urn:microsoft.com/office/officeart/2018/2/layout/IconLabelList"/>
    <dgm:cxn modelId="{E41D195E-D38D-4DA3-B56C-58507DA0C146}" type="presParOf" srcId="{EBAC194A-58FD-4BAB-B642-F3B3ABCC9B70}" destId="{50BEE936-3C2F-40B5-ADC2-E832E6180C6D}" srcOrd="1" destOrd="0" presId="urn:microsoft.com/office/officeart/2018/2/layout/IconLabelList"/>
    <dgm:cxn modelId="{ABA81B3B-A240-45B9-ADEB-ED60218A12A6}" type="presParOf" srcId="{EBAC194A-58FD-4BAB-B642-F3B3ABCC9B70}" destId="{F173E7E7-5005-4214-8022-1EE12EFE7DD3}" srcOrd="2" destOrd="0" presId="urn:microsoft.com/office/officeart/2018/2/layout/IconLabelList"/>
    <dgm:cxn modelId="{CA53B991-B75E-485F-95EA-05B263824F4A}" type="presParOf" srcId="{F72664E4-E21F-4FB1-B3E4-E05362786157}" destId="{CDB3B28B-71FC-4F84-980C-91D325D22661}" srcOrd="3" destOrd="0" presId="urn:microsoft.com/office/officeart/2018/2/layout/IconLabelList"/>
    <dgm:cxn modelId="{F87E223B-1B6B-479A-8908-F4217035DB04}" type="presParOf" srcId="{F72664E4-E21F-4FB1-B3E4-E05362786157}" destId="{67363893-538C-4AE3-BACE-C0DF167F95D6}" srcOrd="4" destOrd="0" presId="urn:microsoft.com/office/officeart/2018/2/layout/IconLabelList"/>
    <dgm:cxn modelId="{72071845-14BF-4336-BBE3-614F1D6FD022}" type="presParOf" srcId="{67363893-538C-4AE3-BACE-C0DF167F95D6}" destId="{C7E30F09-2DBC-45B3-AC27-497242F291E4}" srcOrd="0" destOrd="0" presId="urn:microsoft.com/office/officeart/2018/2/layout/IconLabelList"/>
    <dgm:cxn modelId="{EFE0FAF8-D075-4BC9-87A2-3807E2F63A3C}" type="presParOf" srcId="{67363893-538C-4AE3-BACE-C0DF167F95D6}" destId="{1456804F-0202-47A7-B788-7CC3344ED130}" srcOrd="1" destOrd="0" presId="urn:microsoft.com/office/officeart/2018/2/layout/IconLabelList"/>
    <dgm:cxn modelId="{344C9B74-6C06-41FA-8CF8-AD8CA19976D9}" type="presParOf" srcId="{67363893-538C-4AE3-BACE-C0DF167F95D6}" destId="{97B706B8-1188-4D2C-A909-4AA804B09F3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0725506-80E2-4BD3-ADE8-0AF98EDB4B1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F4185B2-5AD6-4ECD-92DC-D2AF79D5CBE8}">
      <dgm:prSet/>
      <dgm:spPr/>
      <dgm:t>
        <a:bodyPr/>
        <a:lstStyle/>
        <a:p>
          <a:r>
            <a:rPr lang="en-US"/>
            <a:t>Read-Only</a:t>
          </a:r>
        </a:p>
      </dgm:t>
    </dgm:pt>
    <dgm:pt modelId="{55C03DFC-E92D-429A-8D89-AC7B89211741}" type="parTrans" cxnId="{AEC116C0-F2F9-482A-A371-5B1E53D77E50}">
      <dgm:prSet/>
      <dgm:spPr/>
      <dgm:t>
        <a:bodyPr/>
        <a:lstStyle/>
        <a:p>
          <a:endParaRPr lang="en-US"/>
        </a:p>
      </dgm:t>
    </dgm:pt>
    <dgm:pt modelId="{69FDC5A5-1AB9-4A6D-9471-197166BC2E6C}" type="sibTrans" cxnId="{AEC116C0-F2F9-482A-A371-5B1E53D77E50}">
      <dgm:prSet/>
      <dgm:spPr/>
      <dgm:t>
        <a:bodyPr/>
        <a:lstStyle/>
        <a:p>
          <a:endParaRPr lang="en-US"/>
        </a:p>
      </dgm:t>
    </dgm:pt>
    <dgm:pt modelId="{A2765747-5198-4CCF-863C-265E4FC42F86}">
      <dgm:prSet/>
      <dgm:spPr/>
      <dgm:t>
        <a:bodyPr/>
        <a:lstStyle/>
        <a:p>
          <a:r>
            <a:rPr lang="en-US"/>
            <a:t>Hidden</a:t>
          </a:r>
        </a:p>
      </dgm:t>
    </dgm:pt>
    <dgm:pt modelId="{169A776E-054F-496D-AB57-A34A555B7355}" type="parTrans" cxnId="{E7A1AFD2-5DCF-40E2-AF06-AC9D4B901872}">
      <dgm:prSet/>
      <dgm:spPr/>
      <dgm:t>
        <a:bodyPr/>
        <a:lstStyle/>
        <a:p>
          <a:endParaRPr lang="en-US"/>
        </a:p>
      </dgm:t>
    </dgm:pt>
    <dgm:pt modelId="{15B7902C-229F-4E68-B0DE-D2C33012A300}" type="sibTrans" cxnId="{E7A1AFD2-5DCF-40E2-AF06-AC9D4B901872}">
      <dgm:prSet/>
      <dgm:spPr/>
      <dgm:t>
        <a:bodyPr/>
        <a:lstStyle/>
        <a:p>
          <a:endParaRPr lang="en-US"/>
        </a:p>
      </dgm:t>
    </dgm:pt>
    <dgm:pt modelId="{60FC4381-4E9E-4209-8C77-7572B7CECB19}">
      <dgm:prSet/>
      <dgm:spPr/>
      <dgm:t>
        <a:bodyPr/>
        <a:lstStyle/>
        <a:p>
          <a:r>
            <a:rPr lang="en-US"/>
            <a:t>System</a:t>
          </a:r>
        </a:p>
      </dgm:t>
    </dgm:pt>
    <dgm:pt modelId="{DF1863D3-D754-45AF-A144-E9B6FF1F0808}" type="parTrans" cxnId="{E070D1A3-63A6-4C0B-87B5-580A20B2F89B}">
      <dgm:prSet/>
      <dgm:spPr/>
      <dgm:t>
        <a:bodyPr/>
        <a:lstStyle/>
        <a:p>
          <a:endParaRPr lang="en-US"/>
        </a:p>
      </dgm:t>
    </dgm:pt>
    <dgm:pt modelId="{C1B90D46-1A33-4A12-A616-F969C8DEF575}" type="sibTrans" cxnId="{E070D1A3-63A6-4C0B-87B5-580A20B2F89B}">
      <dgm:prSet/>
      <dgm:spPr/>
      <dgm:t>
        <a:bodyPr/>
        <a:lstStyle/>
        <a:p>
          <a:endParaRPr lang="en-US"/>
        </a:p>
      </dgm:t>
    </dgm:pt>
    <dgm:pt modelId="{B984A617-6CC9-42DF-9B9F-84D33CE2DAE3}">
      <dgm:prSet/>
      <dgm:spPr/>
      <dgm:t>
        <a:bodyPr/>
        <a:lstStyle/>
        <a:p>
          <a:r>
            <a:rPr lang="en-US"/>
            <a:t>Archive</a:t>
          </a:r>
        </a:p>
      </dgm:t>
    </dgm:pt>
    <dgm:pt modelId="{1008EED5-0792-4214-9833-D58012A61CC3}" type="parTrans" cxnId="{9CD0168B-E095-41CC-8D8A-973723338856}">
      <dgm:prSet/>
      <dgm:spPr/>
      <dgm:t>
        <a:bodyPr/>
        <a:lstStyle/>
        <a:p>
          <a:endParaRPr lang="en-US"/>
        </a:p>
      </dgm:t>
    </dgm:pt>
    <dgm:pt modelId="{D91A2D6C-5709-42DA-93E9-1DB7AD968115}" type="sibTrans" cxnId="{9CD0168B-E095-41CC-8D8A-973723338856}">
      <dgm:prSet/>
      <dgm:spPr/>
      <dgm:t>
        <a:bodyPr/>
        <a:lstStyle/>
        <a:p>
          <a:endParaRPr lang="en-US"/>
        </a:p>
      </dgm:t>
    </dgm:pt>
    <dgm:pt modelId="{186BA0A6-62D9-45C2-B8B3-176E8D4A9470}">
      <dgm:prSet/>
      <dgm:spPr/>
      <dgm:t>
        <a:bodyPr/>
        <a:lstStyle/>
        <a:p>
          <a:r>
            <a:rPr lang="en-US"/>
            <a:t>Creation Date/Time</a:t>
          </a:r>
        </a:p>
      </dgm:t>
    </dgm:pt>
    <dgm:pt modelId="{A76EBE56-60B5-42DF-841C-71B02F5DD9AD}" type="parTrans" cxnId="{C92E396D-4CCC-49F3-ABCE-5829DD377987}">
      <dgm:prSet/>
      <dgm:spPr/>
      <dgm:t>
        <a:bodyPr/>
        <a:lstStyle/>
        <a:p>
          <a:endParaRPr lang="en-US"/>
        </a:p>
      </dgm:t>
    </dgm:pt>
    <dgm:pt modelId="{4C1E5611-412A-48A8-82C7-0BC8573DCAC8}" type="sibTrans" cxnId="{C92E396D-4CCC-49F3-ABCE-5829DD377987}">
      <dgm:prSet/>
      <dgm:spPr/>
      <dgm:t>
        <a:bodyPr/>
        <a:lstStyle/>
        <a:p>
          <a:endParaRPr lang="en-US"/>
        </a:p>
      </dgm:t>
    </dgm:pt>
    <dgm:pt modelId="{4EE2B037-448B-45FD-80E6-02A5AD6A36C5}">
      <dgm:prSet/>
      <dgm:spPr/>
      <dgm:t>
        <a:bodyPr/>
        <a:lstStyle/>
        <a:p>
          <a:r>
            <a:rPr lang="en-US"/>
            <a:t>Modification Date/Time</a:t>
          </a:r>
        </a:p>
      </dgm:t>
    </dgm:pt>
    <dgm:pt modelId="{9EC05826-7A92-42DC-8814-120C7DC31D4F}" type="parTrans" cxnId="{EE8631F5-7906-4282-B615-5496DF0E4888}">
      <dgm:prSet/>
      <dgm:spPr/>
      <dgm:t>
        <a:bodyPr/>
        <a:lstStyle/>
        <a:p>
          <a:endParaRPr lang="en-US"/>
        </a:p>
      </dgm:t>
    </dgm:pt>
    <dgm:pt modelId="{B192D876-AF34-4591-9000-22C044408D95}" type="sibTrans" cxnId="{EE8631F5-7906-4282-B615-5496DF0E4888}">
      <dgm:prSet/>
      <dgm:spPr/>
      <dgm:t>
        <a:bodyPr/>
        <a:lstStyle/>
        <a:p>
          <a:endParaRPr lang="en-US"/>
        </a:p>
      </dgm:t>
    </dgm:pt>
    <dgm:pt modelId="{7F32D959-22AE-4577-8739-4FBDB4475E71}">
      <dgm:prSet/>
      <dgm:spPr/>
      <dgm:t>
        <a:bodyPr/>
        <a:lstStyle/>
        <a:p>
          <a:r>
            <a:rPr lang="en-US"/>
            <a:t>Access Date/Time</a:t>
          </a:r>
        </a:p>
      </dgm:t>
    </dgm:pt>
    <dgm:pt modelId="{4AA9A64A-966F-4CAB-AB7B-A9F5A6A7456E}" type="parTrans" cxnId="{AE397870-ED8C-41FC-AAE4-8914EDB7DEBA}">
      <dgm:prSet/>
      <dgm:spPr/>
      <dgm:t>
        <a:bodyPr/>
        <a:lstStyle/>
        <a:p>
          <a:endParaRPr lang="en-US"/>
        </a:p>
      </dgm:t>
    </dgm:pt>
    <dgm:pt modelId="{FE79591B-BB7C-4AB6-961B-2EC01D8C7BD0}" type="sibTrans" cxnId="{AE397870-ED8C-41FC-AAE4-8914EDB7DEBA}">
      <dgm:prSet/>
      <dgm:spPr/>
      <dgm:t>
        <a:bodyPr/>
        <a:lstStyle/>
        <a:p>
          <a:endParaRPr lang="en-US"/>
        </a:p>
      </dgm:t>
    </dgm:pt>
    <dgm:pt modelId="{2CFDA3AD-AFDE-4A68-8029-878442634BBF}">
      <dgm:prSet/>
      <dgm:spPr/>
      <dgm:t>
        <a:bodyPr/>
        <a:lstStyle/>
        <a:p>
          <a:r>
            <a:rPr lang="en-US"/>
            <a:t>Size</a:t>
          </a:r>
        </a:p>
      </dgm:t>
    </dgm:pt>
    <dgm:pt modelId="{C2C64CE9-D8A3-43DA-8897-9B97B3BFEF07}" type="parTrans" cxnId="{E0D84FB2-3815-49C8-8F5C-574BEBE95204}">
      <dgm:prSet/>
      <dgm:spPr/>
      <dgm:t>
        <a:bodyPr/>
        <a:lstStyle/>
        <a:p>
          <a:endParaRPr lang="en-US"/>
        </a:p>
      </dgm:t>
    </dgm:pt>
    <dgm:pt modelId="{F907C22A-F030-47D5-B7EC-5EBEC5B1F18E}" type="sibTrans" cxnId="{E0D84FB2-3815-49C8-8F5C-574BEBE95204}">
      <dgm:prSet/>
      <dgm:spPr/>
      <dgm:t>
        <a:bodyPr/>
        <a:lstStyle/>
        <a:p>
          <a:endParaRPr lang="en-US"/>
        </a:p>
      </dgm:t>
    </dgm:pt>
    <dgm:pt modelId="{5F6DD9D3-7620-4554-B4E6-D650C7FAF38B}" type="pres">
      <dgm:prSet presAssocID="{D0725506-80E2-4BD3-ADE8-0AF98EDB4B1D}" presName="root" presStyleCnt="0">
        <dgm:presLayoutVars>
          <dgm:dir/>
          <dgm:resizeHandles val="exact"/>
        </dgm:presLayoutVars>
      </dgm:prSet>
      <dgm:spPr/>
    </dgm:pt>
    <dgm:pt modelId="{40C6626F-24B0-4B51-B9A0-30AFDA7D2964}" type="pres">
      <dgm:prSet presAssocID="{7F4185B2-5AD6-4ECD-92DC-D2AF79D5CBE8}" presName="compNode" presStyleCnt="0"/>
      <dgm:spPr/>
    </dgm:pt>
    <dgm:pt modelId="{A74B581C-07C1-45E9-89E2-79B1F4C8BC75}" type="pres">
      <dgm:prSet presAssocID="{7F4185B2-5AD6-4ECD-92DC-D2AF79D5CBE8}" presName="bgRect" presStyleLbl="bgShp" presStyleIdx="0" presStyleCnt="8"/>
      <dgm:spPr/>
    </dgm:pt>
    <dgm:pt modelId="{006D7A51-AFE7-4E9F-AACA-48C8F0020F0D}" type="pres">
      <dgm:prSet presAssocID="{7F4185B2-5AD6-4ECD-92DC-D2AF79D5CBE8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87182E5F-E231-48B4-A0CE-0FCFE6566A45}" type="pres">
      <dgm:prSet presAssocID="{7F4185B2-5AD6-4ECD-92DC-D2AF79D5CBE8}" presName="spaceRect" presStyleCnt="0"/>
      <dgm:spPr/>
    </dgm:pt>
    <dgm:pt modelId="{5E462DFF-0B9F-4B4B-B858-96602B86A6E7}" type="pres">
      <dgm:prSet presAssocID="{7F4185B2-5AD6-4ECD-92DC-D2AF79D5CBE8}" presName="parTx" presStyleLbl="revTx" presStyleIdx="0" presStyleCnt="8">
        <dgm:presLayoutVars>
          <dgm:chMax val="0"/>
          <dgm:chPref val="0"/>
        </dgm:presLayoutVars>
      </dgm:prSet>
      <dgm:spPr/>
    </dgm:pt>
    <dgm:pt modelId="{64B4DAEC-2168-4552-9458-71757A00CBA3}" type="pres">
      <dgm:prSet presAssocID="{69FDC5A5-1AB9-4A6D-9471-197166BC2E6C}" presName="sibTrans" presStyleCnt="0"/>
      <dgm:spPr/>
    </dgm:pt>
    <dgm:pt modelId="{EAF60B6C-B5B7-40E2-A040-20122702E464}" type="pres">
      <dgm:prSet presAssocID="{A2765747-5198-4CCF-863C-265E4FC42F86}" presName="compNode" presStyleCnt="0"/>
      <dgm:spPr/>
    </dgm:pt>
    <dgm:pt modelId="{5CD79B31-B0D6-44D7-A1AD-5DD06C53E8FC}" type="pres">
      <dgm:prSet presAssocID="{A2765747-5198-4CCF-863C-265E4FC42F86}" presName="bgRect" presStyleLbl="bgShp" presStyleIdx="1" presStyleCnt="8"/>
      <dgm:spPr/>
    </dgm:pt>
    <dgm:pt modelId="{0DBFC902-1C87-449F-96D6-F908CACD3D56}" type="pres">
      <dgm:prSet presAssocID="{A2765747-5198-4CCF-863C-265E4FC42F86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ind"/>
        </a:ext>
      </dgm:extLst>
    </dgm:pt>
    <dgm:pt modelId="{1C233DEE-AE98-4F41-B514-4F9A5FC85DB2}" type="pres">
      <dgm:prSet presAssocID="{A2765747-5198-4CCF-863C-265E4FC42F86}" presName="spaceRect" presStyleCnt="0"/>
      <dgm:spPr/>
    </dgm:pt>
    <dgm:pt modelId="{EF076115-604D-47CF-916E-7284C10DF28E}" type="pres">
      <dgm:prSet presAssocID="{A2765747-5198-4CCF-863C-265E4FC42F86}" presName="parTx" presStyleLbl="revTx" presStyleIdx="1" presStyleCnt="8">
        <dgm:presLayoutVars>
          <dgm:chMax val="0"/>
          <dgm:chPref val="0"/>
        </dgm:presLayoutVars>
      </dgm:prSet>
      <dgm:spPr/>
    </dgm:pt>
    <dgm:pt modelId="{12FB1CF7-EF9C-470D-BCAF-34AF4412315A}" type="pres">
      <dgm:prSet presAssocID="{15B7902C-229F-4E68-B0DE-D2C33012A300}" presName="sibTrans" presStyleCnt="0"/>
      <dgm:spPr/>
    </dgm:pt>
    <dgm:pt modelId="{A14CACA1-3294-4BA3-8037-EB34000170B8}" type="pres">
      <dgm:prSet presAssocID="{60FC4381-4E9E-4209-8C77-7572B7CECB19}" presName="compNode" presStyleCnt="0"/>
      <dgm:spPr/>
    </dgm:pt>
    <dgm:pt modelId="{74E1D6AB-D18E-42A2-995F-EBDB5F86A526}" type="pres">
      <dgm:prSet presAssocID="{60FC4381-4E9E-4209-8C77-7572B7CECB19}" presName="bgRect" presStyleLbl="bgShp" presStyleIdx="2" presStyleCnt="8"/>
      <dgm:spPr/>
    </dgm:pt>
    <dgm:pt modelId="{952551C5-02FF-49C5-95DC-ED5C3E2830BC}" type="pres">
      <dgm:prSet presAssocID="{60FC4381-4E9E-4209-8C77-7572B7CECB19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6DE498C1-1E9D-4326-A520-46C834022D23}" type="pres">
      <dgm:prSet presAssocID="{60FC4381-4E9E-4209-8C77-7572B7CECB19}" presName="spaceRect" presStyleCnt="0"/>
      <dgm:spPr/>
    </dgm:pt>
    <dgm:pt modelId="{A0BCF6C8-9E15-421F-88E2-797F0A79D697}" type="pres">
      <dgm:prSet presAssocID="{60FC4381-4E9E-4209-8C77-7572B7CECB19}" presName="parTx" presStyleLbl="revTx" presStyleIdx="2" presStyleCnt="8">
        <dgm:presLayoutVars>
          <dgm:chMax val="0"/>
          <dgm:chPref val="0"/>
        </dgm:presLayoutVars>
      </dgm:prSet>
      <dgm:spPr/>
    </dgm:pt>
    <dgm:pt modelId="{CBA406DC-6546-43A3-9B8B-3D4FB3DD85D8}" type="pres">
      <dgm:prSet presAssocID="{C1B90D46-1A33-4A12-A616-F969C8DEF575}" presName="sibTrans" presStyleCnt="0"/>
      <dgm:spPr/>
    </dgm:pt>
    <dgm:pt modelId="{FE94818C-83F5-4524-B633-EC74F115FBE7}" type="pres">
      <dgm:prSet presAssocID="{B984A617-6CC9-42DF-9B9F-84D33CE2DAE3}" presName="compNode" presStyleCnt="0"/>
      <dgm:spPr/>
    </dgm:pt>
    <dgm:pt modelId="{B2DF1501-9732-4778-A214-CCF1AD2E4BEF}" type="pres">
      <dgm:prSet presAssocID="{B984A617-6CC9-42DF-9B9F-84D33CE2DAE3}" presName="bgRect" presStyleLbl="bgShp" presStyleIdx="3" presStyleCnt="8"/>
      <dgm:spPr/>
    </dgm:pt>
    <dgm:pt modelId="{35B6A391-F050-4FAD-ACAB-B55C3CF7E7E1}" type="pres">
      <dgm:prSet presAssocID="{B984A617-6CC9-42DF-9B9F-84D33CE2DAE3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816350DD-C723-4CFC-858E-03C39C0C466D}" type="pres">
      <dgm:prSet presAssocID="{B984A617-6CC9-42DF-9B9F-84D33CE2DAE3}" presName="spaceRect" presStyleCnt="0"/>
      <dgm:spPr/>
    </dgm:pt>
    <dgm:pt modelId="{F844A27A-8A36-4147-B724-1C68CFCC72D2}" type="pres">
      <dgm:prSet presAssocID="{B984A617-6CC9-42DF-9B9F-84D33CE2DAE3}" presName="parTx" presStyleLbl="revTx" presStyleIdx="3" presStyleCnt="8">
        <dgm:presLayoutVars>
          <dgm:chMax val="0"/>
          <dgm:chPref val="0"/>
        </dgm:presLayoutVars>
      </dgm:prSet>
      <dgm:spPr/>
    </dgm:pt>
    <dgm:pt modelId="{5689FFF4-334A-47E6-97CC-BECFA02A0FE7}" type="pres">
      <dgm:prSet presAssocID="{D91A2D6C-5709-42DA-93E9-1DB7AD968115}" presName="sibTrans" presStyleCnt="0"/>
      <dgm:spPr/>
    </dgm:pt>
    <dgm:pt modelId="{E2EBD7D2-9DBC-453B-A4F5-A187F87116D3}" type="pres">
      <dgm:prSet presAssocID="{186BA0A6-62D9-45C2-B8B3-176E8D4A9470}" presName="compNode" presStyleCnt="0"/>
      <dgm:spPr/>
    </dgm:pt>
    <dgm:pt modelId="{06D757EB-8E5A-444C-9EEE-76A01796CDD2}" type="pres">
      <dgm:prSet presAssocID="{186BA0A6-62D9-45C2-B8B3-176E8D4A9470}" presName="bgRect" presStyleLbl="bgShp" presStyleIdx="4" presStyleCnt="8"/>
      <dgm:spPr/>
    </dgm:pt>
    <dgm:pt modelId="{BD0720D0-7274-46FC-B102-999A7D5A40A2}" type="pres">
      <dgm:prSet presAssocID="{186BA0A6-62D9-45C2-B8B3-176E8D4A9470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53415195-3AB9-4708-B833-06DDE18C095B}" type="pres">
      <dgm:prSet presAssocID="{186BA0A6-62D9-45C2-B8B3-176E8D4A9470}" presName="spaceRect" presStyleCnt="0"/>
      <dgm:spPr/>
    </dgm:pt>
    <dgm:pt modelId="{CC220A71-845B-4588-A9C8-DC608C2BC553}" type="pres">
      <dgm:prSet presAssocID="{186BA0A6-62D9-45C2-B8B3-176E8D4A9470}" presName="parTx" presStyleLbl="revTx" presStyleIdx="4" presStyleCnt="8">
        <dgm:presLayoutVars>
          <dgm:chMax val="0"/>
          <dgm:chPref val="0"/>
        </dgm:presLayoutVars>
      </dgm:prSet>
      <dgm:spPr/>
    </dgm:pt>
    <dgm:pt modelId="{C7E7B1E1-441D-4324-930D-5760999E53AB}" type="pres">
      <dgm:prSet presAssocID="{4C1E5611-412A-48A8-82C7-0BC8573DCAC8}" presName="sibTrans" presStyleCnt="0"/>
      <dgm:spPr/>
    </dgm:pt>
    <dgm:pt modelId="{9A550A1C-2C3F-4679-A09C-D1406D937BBD}" type="pres">
      <dgm:prSet presAssocID="{4EE2B037-448B-45FD-80E6-02A5AD6A36C5}" presName="compNode" presStyleCnt="0"/>
      <dgm:spPr/>
    </dgm:pt>
    <dgm:pt modelId="{F95E9E7E-FF40-4B49-A579-FC6984A6218B}" type="pres">
      <dgm:prSet presAssocID="{4EE2B037-448B-45FD-80E6-02A5AD6A36C5}" presName="bgRect" presStyleLbl="bgShp" presStyleIdx="5" presStyleCnt="8"/>
      <dgm:spPr/>
    </dgm:pt>
    <dgm:pt modelId="{0BC9A1DE-8962-44DD-AC60-A36F55C4AC8D}" type="pres">
      <dgm:prSet presAssocID="{4EE2B037-448B-45FD-80E6-02A5AD6A36C5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EF83BEC5-8629-4C26-8315-BD053B857238}" type="pres">
      <dgm:prSet presAssocID="{4EE2B037-448B-45FD-80E6-02A5AD6A36C5}" presName="spaceRect" presStyleCnt="0"/>
      <dgm:spPr/>
    </dgm:pt>
    <dgm:pt modelId="{7359768C-97C8-480D-8F8D-2D1D4B187FFE}" type="pres">
      <dgm:prSet presAssocID="{4EE2B037-448B-45FD-80E6-02A5AD6A36C5}" presName="parTx" presStyleLbl="revTx" presStyleIdx="5" presStyleCnt="8">
        <dgm:presLayoutVars>
          <dgm:chMax val="0"/>
          <dgm:chPref val="0"/>
        </dgm:presLayoutVars>
      </dgm:prSet>
      <dgm:spPr/>
    </dgm:pt>
    <dgm:pt modelId="{959322DF-C330-4633-B950-FD8B2840BCC5}" type="pres">
      <dgm:prSet presAssocID="{B192D876-AF34-4591-9000-22C044408D95}" presName="sibTrans" presStyleCnt="0"/>
      <dgm:spPr/>
    </dgm:pt>
    <dgm:pt modelId="{D1DD03B6-6599-4A1C-9378-A73188C1C39F}" type="pres">
      <dgm:prSet presAssocID="{7F32D959-22AE-4577-8739-4FBDB4475E71}" presName="compNode" presStyleCnt="0"/>
      <dgm:spPr/>
    </dgm:pt>
    <dgm:pt modelId="{E0CE3DE7-E719-421E-B9D4-7EB33A5264CD}" type="pres">
      <dgm:prSet presAssocID="{7F32D959-22AE-4577-8739-4FBDB4475E71}" presName="bgRect" presStyleLbl="bgShp" presStyleIdx="6" presStyleCnt="8"/>
      <dgm:spPr/>
    </dgm:pt>
    <dgm:pt modelId="{84D1FC33-4FD8-40BC-8A40-C751C3627DF1}" type="pres">
      <dgm:prSet presAssocID="{7F32D959-22AE-4577-8739-4FBDB4475E71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0200D164-E758-4833-9CDF-17868394D0D2}" type="pres">
      <dgm:prSet presAssocID="{7F32D959-22AE-4577-8739-4FBDB4475E71}" presName="spaceRect" presStyleCnt="0"/>
      <dgm:spPr/>
    </dgm:pt>
    <dgm:pt modelId="{D056141F-606A-4E61-926E-AEE368DF83C5}" type="pres">
      <dgm:prSet presAssocID="{7F32D959-22AE-4577-8739-4FBDB4475E71}" presName="parTx" presStyleLbl="revTx" presStyleIdx="6" presStyleCnt="8">
        <dgm:presLayoutVars>
          <dgm:chMax val="0"/>
          <dgm:chPref val="0"/>
        </dgm:presLayoutVars>
      </dgm:prSet>
      <dgm:spPr/>
    </dgm:pt>
    <dgm:pt modelId="{C1AB0D56-7225-4869-ACED-328DC256643A}" type="pres">
      <dgm:prSet presAssocID="{FE79591B-BB7C-4AB6-961B-2EC01D8C7BD0}" presName="sibTrans" presStyleCnt="0"/>
      <dgm:spPr/>
    </dgm:pt>
    <dgm:pt modelId="{98F24CF2-3AE3-47B6-82D6-3EE8EF0FAA76}" type="pres">
      <dgm:prSet presAssocID="{2CFDA3AD-AFDE-4A68-8029-878442634BBF}" presName="compNode" presStyleCnt="0"/>
      <dgm:spPr/>
    </dgm:pt>
    <dgm:pt modelId="{1C5AA80C-98F8-4122-BB29-512A8D22BC43}" type="pres">
      <dgm:prSet presAssocID="{2CFDA3AD-AFDE-4A68-8029-878442634BBF}" presName="bgRect" presStyleLbl="bgShp" presStyleIdx="7" presStyleCnt="8"/>
      <dgm:spPr/>
    </dgm:pt>
    <dgm:pt modelId="{A2689815-8DC6-4D25-AFEC-9FEBD6D4F8F2}" type="pres">
      <dgm:prSet presAssocID="{2CFDA3AD-AFDE-4A68-8029-878442634BBF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C7334FDC-25A9-4DB4-B226-6ABC4FE6F94E}" type="pres">
      <dgm:prSet presAssocID="{2CFDA3AD-AFDE-4A68-8029-878442634BBF}" presName="spaceRect" presStyleCnt="0"/>
      <dgm:spPr/>
    </dgm:pt>
    <dgm:pt modelId="{A49C027C-D0C1-46F2-8959-7890D3A67F2E}" type="pres">
      <dgm:prSet presAssocID="{2CFDA3AD-AFDE-4A68-8029-878442634BBF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58038004-0E79-4E91-8557-1163FCDD8429}" type="presOf" srcId="{4EE2B037-448B-45FD-80E6-02A5AD6A36C5}" destId="{7359768C-97C8-480D-8F8D-2D1D4B187FFE}" srcOrd="0" destOrd="0" presId="urn:microsoft.com/office/officeart/2018/2/layout/IconVerticalSolidList"/>
    <dgm:cxn modelId="{D4CDB611-FB3F-4D9D-9A95-09C918B074D1}" type="presOf" srcId="{2CFDA3AD-AFDE-4A68-8029-878442634BBF}" destId="{A49C027C-D0C1-46F2-8959-7890D3A67F2E}" srcOrd="0" destOrd="0" presId="urn:microsoft.com/office/officeart/2018/2/layout/IconVerticalSolidList"/>
    <dgm:cxn modelId="{125EAF34-F06E-48E3-8658-8FAFA9694258}" type="presOf" srcId="{7F4185B2-5AD6-4ECD-92DC-D2AF79D5CBE8}" destId="{5E462DFF-0B9F-4B4B-B858-96602B86A6E7}" srcOrd="0" destOrd="0" presId="urn:microsoft.com/office/officeart/2018/2/layout/IconVerticalSolidList"/>
    <dgm:cxn modelId="{C92E396D-4CCC-49F3-ABCE-5829DD377987}" srcId="{D0725506-80E2-4BD3-ADE8-0AF98EDB4B1D}" destId="{186BA0A6-62D9-45C2-B8B3-176E8D4A9470}" srcOrd="4" destOrd="0" parTransId="{A76EBE56-60B5-42DF-841C-71B02F5DD9AD}" sibTransId="{4C1E5611-412A-48A8-82C7-0BC8573DCAC8}"/>
    <dgm:cxn modelId="{1F5C5C6E-194B-49A1-81E5-797856286BD8}" type="presOf" srcId="{186BA0A6-62D9-45C2-B8B3-176E8D4A9470}" destId="{CC220A71-845B-4588-A9C8-DC608C2BC553}" srcOrd="0" destOrd="0" presId="urn:microsoft.com/office/officeart/2018/2/layout/IconVerticalSolidList"/>
    <dgm:cxn modelId="{AE397870-ED8C-41FC-AAE4-8914EDB7DEBA}" srcId="{D0725506-80E2-4BD3-ADE8-0AF98EDB4B1D}" destId="{7F32D959-22AE-4577-8739-4FBDB4475E71}" srcOrd="6" destOrd="0" parTransId="{4AA9A64A-966F-4CAB-AB7B-A9F5A6A7456E}" sibTransId="{FE79591B-BB7C-4AB6-961B-2EC01D8C7BD0}"/>
    <dgm:cxn modelId="{7E9B725A-2F55-436E-A98C-226C34DE836E}" type="presOf" srcId="{D0725506-80E2-4BD3-ADE8-0AF98EDB4B1D}" destId="{5F6DD9D3-7620-4554-B4E6-D650C7FAF38B}" srcOrd="0" destOrd="0" presId="urn:microsoft.com/office/officeart/2018/2/layout/IconVerticalSolidList"/>
    <dgm:cxn modelId="{A0B5DA7C-C41D-4338-816D-0EAB8918CEF3}" type="presOf" srcId="{A2765747-5198-4CCF-863C-265E4FC42F86}" destId="{EF076115-604D-47CF-916E-7284C10DF28E}" srcOrd="0" destOrd="0" presId="urn:microsoft.com/office/officeart/2018/2/layout/IconVerticalSolidList"/>
    <dgm:cxn modelId="{73A3AD80-582F-4F39-91EB-78006AC514F2}" type="presOf" srcId="{7F32D959-22AE-4577-8739-4FBDB4475E71}" destId="{D056141F-606A-4E61-926E-AEE368DF83C5}" srcOrd="0" destOrd="0" presId="urn:microsoft.com/office/officeart/2018/2/layout/IconVerticalSolidList"/>
    <dgm:cxn modelId="{9CD0168B-E095-41CC-8D8A-973723338856}" srcId="{D0725506-80E2-4BD3-ADE8-0AF98EDB4B1D}" destId="{B984A617-6CC9-42DF-9B9F-84D33CE2DAE3}" srcOrd="3" destOrd="0" parTransId="{1008EED5-0792-4214-9833-D58012A61CC3}" sibTransId="{D91A2D6C-5709-42DA-93E9-1DB7AD968115}"/>
    <dgm:cxn modelId="{E070D1A3-63A6-4C0B-87B5-580A20B2F89B}" srcId="{D0725506-80E2-4BD3-ADE8-0AF98EDB4B1D}" destId="{60FC4381-4E9E-4209-8C77-7572B7CECB19}" srcOrd="2" destOrd="0" parTransId="{DF1863D3-D754-45AF-A144-E9B6FF1F0808}" sibTransId="{C1B90D46-1A33-4A12-A616-F969C8DEF575}"/>
    <dgm:cxn modelId="{E0D84FB2-3815-49C8-8F5C-574BEBE95204}" srcId="{D0725506-80E2-4BD3-ADE8-0AF98EDB4B1D}" destId="{2CFDA3AD-AFDE-4A68-8029-878442634BBF}" srcOrd="7" destOrd="0" parTransId="{C2C64CE9-D8A3-43DA-8897-9B97B3BFEF07}" sibTransId="{F907C22A-F030-47D5-B7EC-5EBEC5B1F18E}"/>
    <dgm:cxn modelId="{A2AD0FBF-3ED1-444D-9842-A82847099D50}" type="presOf" srcId="{60FC4381-4E9E-4209-8C77-7572B7CECB19}" destId="{A0BCF6C8-9E15-421F-88E2-797F0A79D697}" srcOrd="0" destOrd="0" presId="urn:microsoft.com/office/officeart/2018/2/layout/IconVerticalSolidList"/>
    <dgm:cxn modelId="{AEC116C0-F2F9-482A-A371-5B1E53D77E50}" srcId="{D0725506-80E2-4BD3-ADE8-0AF98EDB4B1D}" destId="{7F4185B2-5AD6-4ECD-92DC-D2AF79D5CBE8}" srcOrd="0" destOrd="0" parTransId="{55C03DFC-E92D-429A-8D89-AC7B89211741}" sibTransId="{69FDC5A5-1AB9-4A6D-9471-197166BC2E6C}"/>
    <dgm:cxn modelId="{E7A1AFD2-5DCF-40E2-AF06-AC9D4B901872}" srcId="{D0725506-80E2-4BD3-ADE8-0AF98EDB4B1D}" destId="{A2765747-5198-4CCF-863C-265E4FC42F86}" srcOrd="1" destOrd="0" parTransId="{169A776E-054F-496D-AB57-A34A555B7355}" sibTransId="{15B7902C-229F-4E68-B0DE-D2C33012A300}"/>
    <dgm:cxn modelId="{2F9F4EF1-0ABA-4D6E-B26A-7637996E175C}" type="presOf" srcId="{B984A617-6CC9-42DF-9B9F-84D33CE2DAE3}" destId="{F844A27A-8A36-4147-B724-1C68CFCC72D2}" srcOrd="0" destOrd="0" presId="urn:microsoft.com/office/officeart/2018/2/layout/IconVerticalSolidList"/>
    <dgm:cxn modelId="{EE8631F5-7906-4282-B615-5496DF0E4888}" srcId="{D0725506-80E2-4BD3-ADE8-0AF98EDB4B1D}" destId="{4EE2B037-448B-45FD-80E6-02A5AD6A36C5}" srcOrd="5" destOrd="0" parTransId="{9EC05826-7A92-42DC-8814-120C7DC31D4F}" sibTransId="{B192D876-AF34-4591-9000-22C044408D95}"/>
    <dgm:cxn modelId="{A2495C21-ACD0-4AEC-8EAD-90F8978513F4}" type="presParOf" srcId="{5F6DD9D3-7620-4554-B4E6-D650C7FAF38B}" destId="{40C6626F-24B0-4B51-B9A0-30AFDA7D2964}" srcOrd="0" destOrd="0" presId="urn:microsoft.com/office/officeart/2018/2/layout/IconVerticalSolidList"/>
    <dgm:cxn modelId="{BB77DAB3-7256-4543-989D-14622E9D9F2D}" type="presParOf" srcId="{40C6626F-24B0-4B51-B9A0-30AFDA7D2964}" destId="{A74B581C-07C1-45E9-89E2-79B1F4C8BC75}" srcOrd="0" destOrd="0" presId="urn:microsoft.com/office/officeart/2018/2/layout/IconVerticalSolidList"/>
    <dgm:cxn modelId="{DF37C379-DCB1-48E6-8383-0060F7A44954}" type="presParOf" srcId="{40C6626F-24B0-4B51-B9A0-30AFDA7D2964}" destId="{006D7A51-AFE7-4E9F-AACA-48C8F0020F0D}" srcOrd="1" destOrd="0" presId="urn:microsoft.com/office/officeart/2018/2/layout/IconVerticalSolidList"/>
    <dgm:cxn modelId="{E812DDDB-C815-4390-A029-CF5C19955F5F}" type="presParOf" srcId="{40C6626F-24B0-4B51-B9A0-30AFDA7D2964}" destId="{87182E5F-E231-48B4-A0CE-0FCFE6566A45}" srcOrd="2" destOrd="0" presId="urn:microsoft.com/office/officeart/2018/2/layout/IconVerticalSolidList"/>
    <dgm:cxn modelId="{5E3F09C9-3F8C-4B62-AEBB-B018D4249004}" type="presParOf" srcId="{40C6626F-24B0-4B51-B9A0-30AFDA7D2964}" destId="{5E462DFF-0B9F-4B4B-B858-96602B86A6E7}" srcOrd="3" destOrd="0" presId="urn:microsoft.com/office/officeart/2018/2/layout/IconVerticalSolidList"/>
    <dgm:cxn modelId="{C73BA937-3666-478A-80CD-5D7F037D5F5E}" type="presParOf" srcId="{5F6DD9D3-7620-4554-B4E6-D650C7FAF38B}" destId="{64B4DAEC-2168-4552-9458-71757A00CBA3}" srcOrd="1" destOrd="0" presId="urn:microsoft.com/office/officeart/2018/2/layout/IconVerticalSolidList"/>
    <dgm:cxn modelId="{5C052A46-4E7F-4705-8FD6-18065CAB3465}" type="presParOf" srcId="{5F6DD9D3-7620-4554-B4E6-D650C7FAF38B}" destId="{EAF60B6C-B5B7-40E2-A040-20122702E464}" srcOrd="2" destOrd="0" presId="urn:microsoft.com/office/officeart/2018/2/layout/IconVerticalSolidList"/>
    <dgm:cxn modelId="{B455FCE6-FCC1-446F-A547-C2CA11C7BE48}" type="presParOf" srcId="{EAF60B6C-B5B7-40E2-A040-20122702E464}" destId="{5CD79B31-B0D6-44D7-A1AD-5DD06C53E8FC}" srcOrd="0" destOrd="0" presId="urn:microsoft.com/office/officeart/2018/2/layout/IconVerticalSolidList"/>
    <dgm:cxn modelId="{00B02F3B-CEDD-4596-AECE-7FFF5CBF8080}" type="presParOf" srcId="{EAF60B6C-B5B7-40E2-A040-20122702E464}" destId="{0DBFC902-1C87-449F-96D6-F908CACD3D56}" srcOrd="1" destOrd="0" presId="urn:microsoft.com/office/officeart/2018/2/layout/IconVerticalSolidList"/>
    <dgm:cxn modelId="{639B701C-F79E-4DD7-BF96-64851EA185E4}" type="presParOf" srcId="{EAF60B6C-B5B7-40E2-A040-20122702E464}" destId="{1C233DEE-AE98-4F41-B514-4F9A5FC85DB2}" srcOrd="2" destOrd="0" presId="urn:microsoft.com/office/officeart/2018/2/layout/IconVerticalSolidList"/>
    <dgm:cxn modelId="{749B971B-F9C8-4DCA-B745-86429C108490}" type="presParOf" srcId="{EAF60B6C-B5B7-40E2-A040-20122702E464}" destId="{EF076115-604D-47CF-916E-7284C10DF28E}" srcOrd="3" destOrd="0" presId="urn:microsoft.com/office/officeart/2018/2/layout/IconVerticalSolidList"/>
    <dgm:cxn modelId="{B3A117B5-C05F-45B1-8DF2-33E5C544406D}" type="presParOf" srcId="{5F6DD9D3-7620-4554-B4E6-D650C7FAF38B}" destId="{12FB1CF7-EF9C-470D-BCAF-34AF4412315A}" srcOrd="3" destOrd="0" presId="urn:microsoft.com/office/officeart/2018/2/layout/IconVerticalSolidList"/>
    <dgm:cxn modelId="{DB1A68C0-02BB-40C3-A3A0-9B541E0EE8AE}" type="presParOf" srcId="{5F6DD9D3-7620-4554-B4E6-D650C7FAF38B}" destId="{A14CACA1-3294-4BA3-8037-EB34000170B8}" srcOrd="4" destOrd="0" presId="urn:microsoft.com/office/officeart/2018/2/layout/IconVerticalSolidList"/>
    <dgm:cxn modelId="{117DA658-C2F7-4A09-AD7F-4E02F9DEE276}" type="presParOf" srcId="{A14CACA1-3294-4BA3-8037-EB34000170B8}" destId="{74E1D6AB-D18E-42A2-995F-EBDB5F86A526}" srcOrd="0" destOrd="0" presId="urn:microsoft.com/office/officeart/2018/2/layout/IconVerticalSolidList"/>
    <dgm:cxn modelId="{3866D396-47D7-4AF6-8945-244C71723603}" type="presParOf" srcId="{A14CACA1-3294-4BA3-8037-EB34000170B8}" destId="{952551C5-02FF-49C5-95DC-ED5C3E2830BC}" srcOrd="1" destOrd="0" presId="urn:microsoft.com/office/officeart/2018/2/layout/IconVerticalSolidList"/>
    <dgm:cxn modelId="{F22C515B-FA99-4680-B5F6-183F5E05FF1F}" type="presParOf" srcId="{A14CACA1-3294-4BA3-8037-EB34000170B8}" destId="{6DE498C1-1E9D-4326-A520-46C834022D23}" srcOrd="2" destOrd="0" presId="urn:microsoft.com/office/officeart/2018/2/layout/IconVerticalSolidList"/>
    <dgm:cxn modelId="{E3585B6B-9EF6-48F9-91C6-05426A574FEE}" type="presParOf" srcId="{A14CACA1-3294-4BA3-8037-EB34000170B8}" destId="{A0BCF6C8-9E15-421F-88E2-797F0A79D697}" srcOrd="3" destOrd="0" presId="urn:microsoft.com/office/officeart/2018/2/layout/IconVerticalSolidList"/>
    <dgm:cxn modelId="{0E470C97-3C0B-4147-94BB-EC06B504DCED}" type="presParOf" srcId="{5F6DD9D3-7620-4554-B4E6-D650C7FAF38B}" destId="{CBA406DC-6546-43A3-9B8B-3D4FB3DD85D8}" srcOrd="5" destOrd="0" presId="urn:microsoft.com/office/officeart/2018/2/layout/IconVerticalSolidList"/>
    <dgm:cxn modelId="{30C05F90-7EDE-4A7A-9562-E327DFDAAA2A}" type="presParOf" srcId="{5F6DD9D3-7620-4554-B4E6-D650C7FAF38B}" destId="{FE94818C-83F5-4524-B633-EC74F115FBE7}" srcOrd="6" destOrd="0" presId="urn:microsoft.com/office/officeart/2018/2/layout/IconVerticalSolidList"/>
    <dgm:cxn modelId="{60BAF5EF-16BA-4B20-9A26-5404204F90DB}" type="presParOf" srcId="{FE94818C-83F5-4524-B633-EC74F115FBE7}" destId="{B2DF1501-9732-4778-A214-CCF1AD2E4BEF}" srcOrd="0" destOrd="0" presId="urn:microsoft.com/office/officeart/2018/2/layout/IconVerticalSolidList"/>
    <dgm:cxn modelId="{6E3F3EC1-003F-4988-945D-BCD347E24A9F}" type="presParOf" srcId="{FE94818C-83F5-4524-B633-EC74F115FBE7}" destId="{35B6A391-F050-4FAD-ACAB-B55C3CF7E7E1}" srcOrd="1" destOrd="0" presId="urn:microsoft.com/office/officeart/2018/2/layout/IconVerticalSolidList"/>
    <dgm:cxn modelId="{58099802-FE9F-4605-9F35-BF21115BFB4B}" type="presParOf" srcId="{FE94818C-83F5-4524-B633-EC74F115FBE7}" destId="{816350DD-C723-4CFC-858E-03C39C0C466D}" srcOrd="2" destOrd="0" presId="urn:microsoft.com/office/officeart/2018/2/layout/IconVerticalSolidList"/>
    <dgm:cxn modelId="{CE0C39E0-0CE6-426E-B553-9966A61FE11F}" type="presParOf" srcId="{FE94818C-83F5-4524-B633-EC74F115FBE7}" destId="{F844A27A-8A36-4147-B724-1C68CFCC72D2}" srcOrd="3" destOrd="0" presId="urn:microsoft.com/office/officeart/2018/2/layout/IconVerticalSolidList"/>
    <dgm:cxn modelId="{E64EB3FA-C20B-420C-9E50-31374C439A3F}" type="presParOf" srcId="{5F6DD9D3-7620-4554-B4E6-D650C7FAF38B}" destId="{5689FFF4-334A-47E6-97CC-BECFA02A0FE7}" srcOrd="7" destOrd="0" presId="urn:microsoft.com/office/officeart/2018/2/layout/IconVerticalSolidList"/>
    <dgm:cxn modelId="{1E1AC5FB-2A7B-43C4-BB43-8785CB781C06}" type="presParOf" srcId="{5F6DD9D3-7620-4554-B4E6-D650C7FAF38B}" destId="{E2EBD7D2-9DBC-453B-A4F5-A187F87116D3}" srcOrd="8" destOrd="0" presId="urn:microsoft.com/office/officeart/2018/2/layout/IconVerticalSolidList"/>
    <dgm:cxn modelId="{8AD01C41-735A-48B7-BD9E-CCF41296861C}" type="presParOf" srcId="{E2EBD7D2-9DBC-453B-A4F5-A187F87116D3}" destId="{06D757EB-8E5A-444C-9EEE-76A01796CDD2}" srcOrd="0" destOrd="0" presId="urn:microsoft.com/office/officeart/2018/2/layout/IconVerticalSolidList"/>
    <dgm:cxn modelId="{E6314CBB-24C0-4B12-85C5-293D1FB22045}" type="presParOf" srcId="{E2EBD7D2-9DBC-453B-A4F5-A187F87116D3}" destId="{BD0720D0-7274-46FC-B102-999A7D5A40A2}" srcOrd="1" destOrd="0" presId="urn:microsoft.com/office/officeart/2018/2/layout/IconVerticalSolidList"/>
    <dgm:cxn modelId="{5C97E170-2703-4AC2-AFD8-1BD19744B679}" type="presParOf" srcId="{E2EBD7D2-9DBC-453B-A4F5-A187F87116D3}" destId="{53415195-3AB9-4708-B833-06DDE18C095B}" srcOrd="2" destOrd="0" presId="urn:microsoft.com/office/officeart/2018/2/layout/IconVerticalSolidList"/>
    <dgm:cxn modelId="{D2D3F13A-773E-410F-8350-170CA16455B4}" type="presParOf" srcId="{E2EBD7D2-9DBC-453B-A4F5-A187F87116D3}" destId="{CC220A71-845B-4588-A9C8-DC608C2BC553}" srcOrd="3" destOrd="0" presId="urn:microsoft.com/office/officeart/2018/2/layout/IconVerticalSolidList"/>
    <dgm:cxn modelId="{E15D01B0-F2EA-4070-9489-052ABDCB8389}" type="presParOf" srcId="{5F6DD9D3-7620-4554-B4E6-D650C7FAF38B}" destId="{C7E7B1E1-441D-4324-930D-5760999E53AB}" srcOrd="9" destOrd="0" presId="urn:microsoft.com/office/officeart/2018/2/layout/IconVerticalSolidList"/>
    <dgm:cxn modelId="{D9902C12-769F-407C-93DF-285309917ED5}" type="presParOf" srcId="{5F6DD9D3-7620-4554-B4E6-D650C7FAF38B}" destId="{9A550A1C-2C3F-4679-A09C-D1406D937BBD}" srcOrd="10" destOrd="0" presId="urn:microsoft.com/office/officeart/2018/2/layout/IconVerticalSolidList"/>
    <dgm:cxn modelId="{0E442EFB-2825-44D8-9CA2-FC84F590454A}" type="presParOf" srcId="{9A550A1C-2C3F-4679-A09C-D1406D937BBD}" destId="{F95E9E7E-FF40-4B49-A579-FC6984A6218B}" srcOrd="0" destOrd="0" presId="urn:microsoft.com/office/officeart/2018/2/layout/IconVerticalSolidList"/>
    <dgm:cxn modelId="{CE09E5D2-0CEC-40A9-8D46-4FF4D122616A}" type="presParOf" srcId="{9A550A1C-2C3F-4679-A09C-D1406D937BBD}" destId="{0BC9A1DE-8962-44DD-AC60-A36F55C4AC8D}" srcOrd="1" destOrd="0" presId="urn:microsoft.com/office/officeart/2018/2/layout/IconVerticalSolidList"/>
    <dgm:cxn modelId="{8E5D6527-81B0-4B1F-BA92-BC0E27202FF5}" type="presParOf" srcId="{9A550A1C-2C3F-4679-A09C-D1406D937BBD}" destId="{EF83BEC5-8629-4C26-8315-BD053B857238}" srcOrd="2" destOrd="0" presId="urn:microsoft.com/office/officeart/2018/2/layout/IconVerticalSolidList"/>
    <dgm:cxn modelId="{CDFFB494-806A-4296-9691-F9915F47910F}" type="presParOf" srcId="{9A550A1C-2C3F-4679-A09C-D1406D937BBD}" destId="{7359768C-97C8-480D-8F8D-2D1D4B187FFE}" srcOrd="3" destOrd="0" presId="urn:microsoft.com/office/officeart/2018/2/layout/IconVerticalSolidList"/>
    <dgm:cxn modelId="{D9D534F7-1E83-4E44-A14E-CAEC64593796}" type="presParOf" srcId="{5F6DD9D3-7620-4554-B4E6-D650C7FAF38B}" destId="{959322DF-C330-4633-B950-FD8B2840BCC5}" srcOrd="11" destOrd="0" presId="urn:microsoft.com/office/officeart/2018/2/layout/IconVerticalSolidList"/>
    <dgm:cxn modelId="{9936C9C0-BE7F-496B-A360-69B877F2046A}" type="presParOf" srcId="{5F6DD9D3-7620-4554-B4E6-D650C7FAF38B}" destId="{D1DD03B6-6599-4A1C-9378-A73188C1C39F}" srcOrd="12" destOrd="0" presId="urn:microsoft.com/office/officeart/2018/2/layout/IconVerticalSolidList"/>
    <dgm:cxn modelId="{A7183597-527A-4D89-BD97-28D0CB366BAE}" type="presParOf" srcId="{D1DD03B6-6599-4A1C-9378-A73188C1C39F}" destId="{E0CE3DE7-E719-421E-B9D4-7EB33A5264CD}" srcOrd="0" destOrd="0" presId="urn:microsoft.com/office/officeart/2018/2/layout/IconVerticalSolidList"/>
    <dgm:cxn modelId="{9E18F456-0220-4241-ABA6-530A7C425612}" type="presParOf" srcId="{D1DD03B6-6599-4A1C-9378-A73188C1C39F}" destId="{84D1FC33-4FD8-40BC-8A40-C751C3627DF1}" srcOrd="1" destOrd="0" presId="urn:microsoft.com/office/officeart/2018/2/layout/IconVerticalSolidList"/>
    <dgm:cxn modelId="{63DA19C8-E2B9-4828-BD4C-17A3D3A890E1}" type="presParOf" srcId="{D1DD03B6-6599-4A1C-9378-A73188C1C39F}" destId="{0200D164-E758-4833-9CDF-17868394D0D2}" srcOrd="2" destOrd="0" presId="urn:microsoft.com/office/officeart/2018/2/layout/IconVerticalSolidList"/>
    <dgm:cxn modelId="{1EA9FF7E-6239-4EBD-9421-B4D8D59F04AB}" type="presParOf" srcId="{D1DD03B6-6599-4A1C-9378-A73188C1C39F}" destId="{D056141F-606A-4E61-926E-AEE368DF83C5}" srcOrd="3" destOrd="0" presId="urn:microsoft.com/office/officeart/2018/2/layout/IconVerticalSolidList"/>
    <dgm:cxn modelId="{1F46E55C-148E-4FBF-AB0A-BA34E2F3BF32}" type="presParOf" srcId="{5F6DD9D3-7620-4554-B4E6-D650C7FAF38B}" destId="{C1AB0D56-7225-4869-ACED-328DC256643A}" srcOrd="13" destOrd="0" presId="urn:microsoft.com/office/officeart/2018/2/layout/IconVerticalSolidList"/>
    <dgm:cxn modelId="{A2FCDBE1-3789-4B2B-AFFD-529C3D976BBD}" type="presParOf" srcId="{5F6DD9D3-7620-4554-B4E6-D650C7FAF38B}" destId="{98F24CF2-3AE3-47B6-82D6-3EE8EF0FAA76}" srcOrd="14" destOrd="0" presId="urn:microsoft.com/office/officeart/2018/2/layout/IconVerticalSolidList"/>
    <dgm:cxn modelId="{ED5AF276-538D-408B-AA70-A76F421CC6F1}" type="presParOf" srcId="{98F24CF2-3AE3-47B6-82D6-3EE8EF0FAA76}" destId="{1C5AA80C-98F8-4122-BB29-512A8D22BC43}" srcOrd="0" destOrd="0" presId="urn:microsoft.com/office/officeart/2018/2/layout/IconVerticalSolidList"/>
    <dgm:cxn modelId="{551AC5A3-2BDC-410D-B588-D6BDB35A2D4E}" type="presParOf" srcId="{98F24CF2-3AE3-47B6-82D6-3EE8EF0FAA76}" destId="{A2689815-8DC6-4D25-AFEC-9FEBD6D4F8F2}" srcOrd="1" destOrd="0" presId="urn:microsoft.com/office/officeart/2018/2/layout/IconVerticalSolidList"/>
    <dgm:cxn modelId="{220C4A07-0EFC-43E3-98B6-EDBE55EA4B16}" type="presParOf" srcId="{98F24CF2-3AE3-47B6-82D6-3EE8EF0FAA76}" destId="{C7334FDC-25A9-4DB4-B226-6ABC4FE6F94E}" srcOrd="2" destOrd="0" presId="urn:microsoft.com/office/officeart/2018/2/layout/IconVerticalSolidList"/>
    <dgm:cxn modelId="{07C0DEA2-0D00-4C0C-ABA8-CB67747CD511}" type="presParOf" srcId="{98F24CF2-3AE3-47B6-82D6-3EE8EF0FAA76}" destId="{A49C027C-D0C1-46F2-8959-7890D3A67F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51E1A6D-1D1B-4F29-8A36-108FF10D3C51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147D161-5D95-4BFE-9846-71545C1AA39C}">
      <dgm:prSet/>
      <dgm:spPr/>
      <dgm:t>
        <a:bodyPr/>
        <a:lstStyle/>
        <a:p>
          <a:r>
            <a:rPr lang="en-US"/>
            <a:t>Read</a:t>
          </a:r>
        </a:p>
      </dgm:t>
    </dgm:pt>
    <dgm:pt modelId="{B98F7A4C-90E7-4C63-BED9-3B81E3D13E2B}" type="parTrans" cxnId="{DF41D9BA-8D3A-4423-9152-264ABD68F294}">
      <dgm:prSet/>
      <dgm:spPr/>
      <dgm:t>
        <a:bodyPr/>
        <a:lstStyle/>
        <a:p>
          <a:endParaRPr lang="en-US"/>
        </a:p>
      </dgm:t>
    </dgm:pt>
    <dgm:pt modelId="{2B512DE6-F870-43FA-B88B-D86837FB7FAC}" type="sibTrans" cxnId="{DF41D9BA-8D3A-4423-9152-264ABD68F294}">
      <dgm:prSet/>
      <dgm:spPr/>
      <dgm:t>
        <a:bodyPr/>
        <a:lstStyle/>
        <a:p>
          <a:endParaRPr lang="en-US"/>
        </a:p>
      </dgm:t>
    </dgm:pt>
    <dgm:pt modelId="{0214F909-E8D7-49A6-9761-E341C7AA67F7}">
      <dgm:prSet/>
      <dgm:spPr/>
      <dgm:t>
        <a:bodyPr/>
        <a:lstStyle/>
        <a:p>
          <a:r>
            <a:rPr lang="en-US"/>
            <a:t>Write</a:t>
          </a:r>
        </a:p>
      </dgm:t>
    </dgm:pt>
    <dgm:pt modelId="{BB38C1DD-1F10-4E6F-A602-BDEF476DA81A}" type="parTrans" cxnId="{53222B32-9685-4ABE-AF79-BBE417CEB169}">
      <dgm:prSet/>
      <dgm:spPr/>
      <dgm:t>
        <a:bodyPr/>
        <a:lstStyle/>
        <a:p>
          <a:endParaRPr lang="en-US"/>
        </a:p>
      </dgm:t>
    </dgm:pt>
    <dgm:pt modelId="{B6694105-B74D-4F16-8E46-8DC474CBA099}" type="sibTrans" cxnId="{53222B32-9685-4ABE-AF79-BBE417CEB169}">
      <dgm:prSet/>
      <dgm:spPr/>
      <dgm:t>
        <a:bodyPr/>
        <a:lstStyle/>
        <a:p>
          <a:endParaRPr lang="en-US"/>
        </a:p>
      </dgm:t>
    </dgm:pt>
    <dgm:pt modelId="{FA469C98-D3FF-461F-8285-D2116444DEA5}">
      <dgm:prSet/>
      <dgm:spPr/>
      <dgm:t>
        <a:bodyPr/>
        <a:lstStyle/>
        <a:p>
          <a:r>
            <a:rPr lang="en-US"/>
            <a:t>Execute</a:t>
          </a:r>
        </a:p>
      </dgm:t>
    </dgm:pt>
    <dgm:pt modelId="{811FA5E0-6190-4761-B723-B12FEC016C44}" type="parTrans" cxnId="{8BD2E5CB-5380-4E4B-AABA-FACE96344037}">
      <dgm:prSet/>
      <dgm:spPr/>
      <dgm:t>
        <a:bodyPr/>
        <a:lstStyle/>
        <a:p>
          <a:endParaRPr lang="en-US"/>
        </a:p>
      </dgm:t>
    </dgm:pt>
    <dgm:pt modelId="{CBF9AAFB-9AD1-4304-A0B4-0D660A6806A8}" type="sibTrans" cxnId="{8BD2E5CB-5380-4E4B-AABA-FACE96344037}">
      <dgm:prSet/>
      <dgm:spPr/>
      <dgm:t>
        <a:bodyPr/>
        <a:lstStyle/>
        <a:p>
          <a:endParaRPr lang="en-US"/>
        </a:p>
      </dgm:t>
    </dgm:pt>
    <dgm:pt modelId="{74BE477C-89EA-49D1-80EE-43D54914AF4E}">
      <dgm:prSet/>
      <dgm:spPr/>
      <dgm:t>
        <a:bodyPr/>
        <a:lstStyle/>
        <a:p>
          <a:r>
            <a:rPr lang="en-US"/>
            <a:t>Full Control</a:t>
          </a:r>
        </a:p>
      </dgm:t>
    </dgm:pt>
    <dgm:pt modelId="{E10CBA0D-C000-496E-8F13-D0C8FCE117B4}" type="parTrans" cxnId="{7B451954-9DDD-44B8-A2FA-1B3A4316B104}">
      <dgm:prSet/>
      <dgm:spPr/>
      <dgm:t>
        <a:bodyPr/>
        <a:lstStyle/>
        <a:p>
          <a:endParaRPr lang="en-US"/>
        </a:p>
      </dgm:t>
    </dgm:pt>
    <dgm:pt modelId="{3C14F797-9337-420D-ADBD-FFA6ECEA31B9}" type="sibTrans" cxnId="{7B451954-9DDD-44B8-A2FA-1B3A4316B104}">
      <dgm:prSet/>
      <dgm:spPr/>
      <dgm:t>
        <a:bodyPr/>
        <a:lstStyle/>
        <a:p>
          <a:endParaRPr lang="en-US"/>
        </a:p>
      </dgm:t>
    </dgm:pt>
    <dgm:pt modelId="{9D2B3229-8ECC-4EEF-91B2-3BFB579E53F6}">
      <dgm:prSet/>
      <dgm:spPr/>
      <dgm:t>
        <a:bodyPr/>
        <a:lstStyle/>
        <a:p>
          <a:r>
            <a:rPr lang="en-US"/>
            <a:t>Modify</a:t>
          </a:r>
        </a:p>
      </dgm:t>
    </dgm:pt>
    <dgm:pt modelId="{BE4A4BD5-51A8-4B24-AAAF-BAE4DBC90A94}" type="parTrans" cxnId="{153F874A-A42E-4D84-9488-6683776B4F2D}">
      <dgm:prSet/>
      <dgm:spPr/>
      <dgm:t>
        <a:bodyPr/>
        <a:lstStyle/>
        <a:p>
          <a:endParaRPr lang="en-US"/>
        </a:p>
      </dgm:t>
    </dgm:pt>
    <dgm:pt modelId="{562A3476-F29D-4BCE-BCC2-D01CBD32609E}" type="sibTrans" cxnId="{153F874A-A42E-4D84-9488-6683776B4F2D}">
      <dgm:prSet/>
      <dgm:spPr/>
      <dgm:t>
        <a:bodyPr/>
        <a:lstStyle/>
        <a:p>
          <a:endParaRPr lang="en-US"/>
        </a:p>
      </dgm:t>
    </dgm:pt>
    <dgm:pt modelId="{1C5ACF52-F75C-4407-989E-0F49ABF13F5C}">
      <dgm:prSet/>
      <dgm:spPr/>
      <dgm:t>
        <a:bodyPr/>
        <a:lstStyle/>
        <a:p>
          <a:r>
            <a:rPr lang="en-US"/>
            <a:t>List Folder Contents</a:t>
          </a:r>
        </a:p>
      </dgm:t>
    </dgm:pt>
    <dgm:pt modelId="{6DCA9BAA-0184-4F21-AFB6-110E04202915}" type="parTrans" cxnId="{C62C1E6A-570A-49D2-993B-8FC8ADA2642D}">
      <dgm:prSet/>
      <dgm:spPr/>
      <dgm:t>
        <a:bodyPr/>
        <a:lstStyle/>
        <a:p>
          <a:endParaRPr lang="en-US"/>
        </a:p>
      </dgm:t>
    </dgm:pt>
    <dgm:pt modelId="{24D4091D-0B32-4C60-903F-868BE6213BB5}" type="sibTrans" cxnId="{C62C1E6A-570A-49D2-993B-8FC8ADA2642D}">
      <dgm:prSet/>
      <dgm:spPr/>
      <dgm:t>
        <a:bodyPr/>
        <a:lstStyle/>
        <a:p>
          <a:endParaRPr lang="en-US"/>
        </a:p>
      </dgm:t>
    </dgm:pt>
    <dgm:pt modelId="{148BEB34-8976-4F97-8431-342DD12EC52D}" type="pres">
      <dgm:prSet presAssocID="{A51E1A6D-1D1B-4F29-8A36-108FF10D3C51}" presName="diagram" presStyleCnt="0">
        <dgm:presLayoutVars>
          <dgm:dir/>
          <dgm:resizeHandles val="exact"/>
        </dgm:presLayoutVars>
      </dgm:prSet>
      <dgm:spPr/>
    </dgm:pt>
    <dgm:pt modelId="{A8EC940E-679B-4721-86AF-C266BEA8C9B6}" type="pres">
      <dgm:prSet presAssocID="{5147D161-5D95-4BFE-9846-71545C1AA39C}" presName="node" presStyleLbl="node1" presStyleIdx="0" presStyleCnt="6">
        <dgm:presLayoutVars>
          <dgm:bulletEnabled val="1"/>
        </dgm:presLayoutVars>
      </dgm:prSet>
      <dgm:spPr/>
    </dgm:pt>
    <dgm:pt modelId="{A23DDE40-E9B5-4A71-AD54-3E385DEDF0EA}" type="pres">
      <dgm:prSet presAssocID="{2B512DE6-F870-43FA-B88B-D86837FB7FAC}" presName="sibTrans" presStyleCnt="0"/>
      <dgm:spPr/>
    </dgm:pt>
    <dgm:pt modelId="{21C9244E-DDF3-4FFA-8D4D-AC8AD827BBEF}" type="pres">
      <dgm:prSet presAssocID="{0214F909-E8D7-49A6-9761-E341C7AA67F7}" presName="node" presStyleLbl="node1" presStyleIdx="1" presStyleCnt="6">
        <dgm:presLayoutVars>
          <dgm:bulletEnabled val="1"/>
        </dgm:presLayoutVars>
      </dgm:prSet>
      <dgm:spPr/>
    </dgm:pt>
    <dgm:pt modelId="{D1DB76BA-C0A0-4E9C-B46C-DC0070EE1363}" type="pres">
      <dgm:prSet presAssocID="{B6694105-B74D-4F16-8E46-8DC474CBA099}" presName="sibTrans" presStyleCnt="0"/>
      <dgm:spPr/>
    </dgm:pt>
    <dgm:pt modelId="{A094F319-D37D-4A86-8EDB-4C51ACFDC78C}" type="pres">
      <dgm:prSet presAssocID="{FA469C98-D3FF-461F-8285-D2116444DEA5}" presName="node" presStyleLbl="node1" presStyleIdx="2" presStyleCnt="6">
        <dgm:presLayoutVars>
          <dgm:bulletEnabled val="1"/>
        </dgm:presLayoutVars>
      </dgm:prSet>
      <dgm:spPr/>
    </dgm:pt>
    <dgm:pt modelId="{393E7C61-58B0-450F-812C-F5C0100AA206}" type="pres">
      <dgm:prSet presAssocID="{CBF9AAFB-9AD1-4304-A0B4-0D660A6806A8}" presName="sibTrans" presStyleCnt="0"/>
      <dgm:spPr/>
    </dgm:pt>
    <dgm:pt modelId="{612974C1-B575-4B1B-BB9B-3C3C6D36CE15}" type="pres">
      <dgm:prSet presAssocID="{74BE477C-89EA-49D1-80EE-43D54914AF4E}" presName="node" presStyleLbl="node1" presStyleIdx="3" presStyleCnt="6">
        <dgm:presLayoutVars>
          <dgm:bulletEnabled val="1"/>
        </dgm:presLayoutVars>
      </dgm:prSet>
      <dgm:spPr/>
    </dgm:pt>
    <dgm:pt modelId="{881085CC-5CF2-44DE-8CA9-AB143D5233EF}" type="pres">
      <dgm:prSet presAssocID="{3C14F797-9337-420D-ADBD-FFA6ECEA31B9}" presName="sibTrans" presStyleCnt="0"/>
      <dgm:spPr/>
    </dgm:pt>
    <dgm:pt modelId="{030F3D34-0560-45CB-B7CE-34F096E8AC8D}" type="pres">
      <dgm:prSet presAssocID="{9D2B3229-8ECC-4EEF-91B2-3BFB579E53F6}" presName="node" presStyleLbl="node1" presStyleIdx="4" presStyleCnt="6">
        <dgm:presLayoutVars>
          <dgm:bulletEnabled val="1"/>
        </dgm:presLayoutVars>
      </dgm:prSet>
      <dgm:spPr/>
    </dgm:pt>
    <dgm:pt modelId="{DD03C01D-85F8-4708-9A01-E438BDD62111}" type="pres">
      <dgm:prSet presAssocID="{562A3476-F29D-4BCE-BCC2-D01CBD32609E}" presName="sibTrans" presStyleCnt="0"/>
      <dgm:spPr/>
    </dgm:pt>
    <dgm:pt modelId="{C12BCCDD-B9BD-4A01-8CAF-C71C4CE5CDB7}" type="pres">
      <dgm:prSet presAssocID="{1C5ACF52-F75C-4407-989E-0F49ABF13F5C}" presName="node" presStyleLbl="node1" presStyleIdx="5" presStyleCnt="6">
        <dgm:presLayoutVars>
          <dgm:bulletEnabled val="1"/>
        </dgm:presLayoutVars>
      </dgm:prSet>
      <dgm:spPr/>
    </dgm:pt>
  </dgm:ptLst>
  <dgm:cxnLst>
    <dgm:cxn modelId="{8DABB008-6D1A-4540-A698-1A7CE8EA65ED}" type="presOf" srcId="{1C5ACF52-F75C-4407-989E-0F49ABF13F5C}" destId="{C12BCCDD-B9BD-4A01-8CAF-C71C4CE5CDB7}" srcOrd="0" destOrd="0" presId="urn:microsoft.com/office/officeart/2005/8/layout/default"/>
    <dgm:cxn modelId="{C159CF14-0E0E-4F71-BDC1-B62BDF6BE837}" type="presOf" srcId="{9D2B3229-8ECC-4EEF-91B2-3BFB579E53F6}" destId="{030F3D34-0560-45CB-B7CE-34F096E8AC8D}" srcOrd="0" destOrd="0" presId="urn:microsoft.com/office/officeart/2005/8/layout/default"/>
    <dgm:cxn modelId="{53222B32-9685-4ABE-AF79-BBE417CEB169}" srcId="{A51E1A6D-1D1B-4F29-8A36-108FF10D3C51}" destId="{0214F909-E8D7-49A6-9761-E341C7AA67F7}" srcOrd="1" destOrd="0" parTransId="{BB38C1DD-1F10-4E6F-A602-BDEF476DA81A}" sibTransId="{B6694105-B74D-4F16-8E46-8DC474CBA099}"/>
    <dgm:cxn modelId="{C62C1E6A-570A-49D2-993B-8FC8ADA2642D}" srcId="{A51E1A6D-1D1B-4F29-8A36-108FF10D3C51}" destId="{1C5ACF52-F75C-4407-989E-0F49ABF13F5C}" srcOrd="5" destOrd="0" parTransId="{6DCA9BAA-0184-4F21-AFB6-110E04202915}" sibTransId="{24D4091D-0B32-4C60-903F-868BE6213BB5}"/>
    <dgm:cxn modelId="{153F874A-A42E-4D84-9488-6683776B4F2D}" srcId="{A51E1A6D-1D1B-4F29-8A36-108FF10D3C51}" destId="{9D2B3229-8ECC-4EEF-91B2-3BFB579E53F6}" srcOrd="4" destOrd="0" parTransId="{BE4A4BD5-51A8-4B24-AAAF-BAE4DBC90A94}" sibTransId="{562A3476-F29D-4BCE-BCC2-D01CBD32609E}"/>
    <dgm:cxn modelId="{7B451954-9DDD-44B8-A2FA-1B3A4316B104}" srcId="{A51E1A6D-1D1B-4F29-8A36-108FF10D3C51}" destId="{74BE477C-89EA-49D1-80EE-43D54914AF4E}" srcOrd="3" destOrd="0" parTransId="{E10CBA0D-C000-496E-8F13-D0C8FCE117B4}" sibTransId="{3C14F797-9337-420D-ADBD-FFA6ECEA31B9}"/>
    <dgm:cxn modelId="{0D660076-599F-474B-9E5B-FCB275478542}" type="presOf" srcId="{5147D161-5D95-4BFE-9846-71545C1AA39C}" destId="{A8EC940E-679B-4721-86AF-C266BEA8C9B6}" srcOrd="0" destOrd="0" presId="urn:microsoft.com/office/officeart/2005/8/layout/default"/>
    <dgm:cxn modelId="{7322678A-5490-4951-BFAB-68BEF18C2263}" type="presOf" srcId="{0214F909-E8D7-49A6-9761-E341C7AA67F7}" destId="{21C9244E-DDF3-4FFA-8D4D-AC8AD827BBEF}" srcOrd="0" destOrd="0" presId="urn:microsoft.com/office/officeart/2005/8/layout/default"/>
    <dgm:cxn modelId="{08329093-47E7-4731-8724-12D9F5E62A95}" type="presOf" srcId="{FA469C98-D3FF-461F-8285-D2116444DEA5}" destId="{A094F319-D37D-4A86-8EDB-4C51ACFDC78C}" srcOrd="0" destOrd="0" presId="urn:microsoft.com/office/officeart/2005/8/layout/default"/>
    <dgm:cxn modelId="{DF41D9BA-8D3A-4423-9152-264ABD68F294}" srcId="{A51E1A6D-1D1B-4F29-8A36-108FF10D3C51}" destId="{5147D161-5D95-4BFE-9846-71545C1AA39C}" srcOrd="0" destOrd="0" parTransId="{B98F7A4C-90E7-4C63-BED9-3B81E3D13E2B}" sibTransId="{2B512DE6-F870-43FA-B88B-D86837FB7FAC}"/>
    <dgm:cxn modelId="{8BD2E5CB-5380-4E4B-AABA-FACE96344037}" srcId="{A51E1A6D-1D1B-4F29-8A36-108FF10D3C51}" destId="{FA469C98-D3FF-461F-8285-D2116444DEA5}" srcOrd="2" destOrd="0" parTransId="{811FA5E0-6190-4761-B723-B12FEC016C44}" sibTransId="{CBF9AAFB-9AD1-4304-A0B4-0D660A6806A8}"/>
    <dgm:cxn modelId="{C383A9E4-77C6-4D9F-91F2-8791D2AE80C4}" type="presOf" srcId="{74BE477C-89EA-49D1-80EE-43D54914AF4E}" destId="{612974C1-B575-4B1B-BB9B-3C3C6D36CE15}" srcOrd="0" destOrd="0" presId="urn:microsoft.com/office/officeart/2005/8/layout/default"/>
    <dgm:cxn modelId="{D1B108EE-0D89-48F3-8C57-CD38229323D6}" type="presOf" srcId="{A51E1A6D-1D1B-4F29-8A36-108FF10D3C51}" destId="{148BEB34-8976-4F97-8431-342DD12EC52D}" srcOrd="0" destOrd="0" presId="urn:microsoft.com/office/officeart/2005/8/layout/default"/>
    <dgm:cxn modelId="{F9B75A18-DCB8-4930-B2B1-2E048975B1A2}" type="presParOf" srcId="{148BEB34-8976-4F97-8431-342DD12EC52D}" destId="{A8EC940E-679B-4721-86AF-C266BEA8C9B6}" srcOrd="0" destOrd="0" presId="urn:microsoft.com/office/officeart/2005/8/layout/default"/>
    <dgm:cxn modelId="{76F2353A-602F-47FE-843C-AC25B21F6B88}" type="presParOf" srcId="{148BEB34-8976-4F97-8431-342DD12EC52D}" destId="{A23DDE40-E9B5-4A71-AD54-3E385DEDF0EA}" srcOrd="1" destOrd="0" presId="urn:microsoft.com/office/officeart/2005/8/layout/default"/>
    <dgm:cxn modelId="{75073361-E0A8-4EFD-9D5E-966EBAA6CACC}" type="presParOf" srcId="{148BEB34-8976-4F97-8431-342DD12EC52D}" destId="{21C9244E-DDF3-4FFA-8D4D-AC8AD827BBEF}" srcOrd="2" destOrd="0" presId="urn:microsoft.com/office/officeart/2005/8/layout/default"/>
    <dgm:cxn modelId="{1859DFF1-6278-4805-AEE9-645C389AAFAB}" type="presParOf" srcId="{148BEB34-8976-4F97-8431-342DD12EC52D}" destId="{D1DB76BA-C0A0-4E9C-B46C-DC0070EE1363}" srcOrd="3" destOrd="0" presId="urn:microsoft.com/office/officeart/2005/8/layout/default"/>
    <dgm:cxn modelId="{413E07F3-8B59-4D7C-9E38-4AA59FE06D51}" type="presParOf" srcId="{148BEB34-8976-4F97-8431-342DD12EC52D}" destId="{A094F319-D37D-4A86-8EDB-4C51ACFDC78C}" srcOrd="4" destOrd="0" presId="urn:microsoft.com/office/officeart/2005/8/layout/default"/>
    <dgm:cxn modelId="{691B131A-425A-492E-8002-42B838F620B9}" type="presParOf" srcId="{148BEB34-8976-4F97-8431-342DD12EC52D}" destId="{393E7C61-58B0-450F-812C-F5C0100AA206}" srcOrd="5" destOrd="0" presId="urn:microsoft.com/office/officeart/2005/8/layout/default"/>
    <dgm:cxn modelId="{C01BD490-BA10-4149-A4EF-263C9256FF04}" type="presParOf" srcId="{148BEB34-8976-4F97-8431-342DD12EC52D}" destId="{612974C1-B575-4B1B-BB9B-3C3C6D36CE15}" srcOrd="6" destOrd="0" presId="urn:microsoft.com/office/officeart/2005/8/layout/default"/>
    <dgm:cxn modelId="{247825B1-896C-4D08-B952-29BF46FB7244}" type="presParOf" srcId="{148BEB34-8976-4F97-8431-342DD12EC52D}" destId="{881085CC-5CF2-44DE-8CA9-AB143D5233EF}" srcOrd="7" destOrd="0" presId="urn:microsoft.com/office/officeart/2005/8/layout/default"/>
    <dgm:cxn modelId="{D407733A-2641-4604-B3F2-565C65AC516B}" type="presParOf" srcId="{148BEB34-8976-4F97-8431-342DD12EC52D}" destId="{030F3D34-0560-45CB-B7CE-34F096E8AC8D}" srcOrd="8" destOrd="0" presId="urn:microsoft.com/office/officeart/2005/8/layout/default"/>
    <dgm:cxn modelId="{2D27704B-1EE5-4648-B8E2-884E45461017}" type="presParOf" srcId="{148BEB34-8976-4F97-8431-342DD12EC52D}" destId="{DD03C01D-85F8-4708-9A01-E438BDD62111}" srcOrd="9" destOrd="0" presId="urn:microsoft.com/office/officeart/2005/8/layout/default"/>
    <dgm:cxn modelId="{6E35E52F-099C-49CD-AAB8-C6E7D22A332F}" type="presParOf" srcId="{148BEB34-8976-4F97-8431-342DD12EC52D}" destId="{C12BCCDD-B9BD-4A01-8CAF-C71C4CE5CDB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CC9541-FCC9-4F4E-A19E-C876745F938C}">
      <dsp:nvSpPr>
        <dsp:cNvPr id="0" name=""/>
        <dsp:cNvSpPr/>
      </dsp:nvSpPr>
      <dsp:spPr>
        <a:xfrm>
          <a:off x="238331" y="447704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47EC63-F062-45D5-B537-4FA1461D31FC}">
      <dsp:nvSpPr>
        <dsp:cNvPr id="0" name=""/>
        <dsp:cNvSpPr/>
      </dsp:nvSpPr>
      <dsp:spPr>
        <a:xfrm>
          <a:off x="238331" y="208449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/>
            <a:t>MBR (Master Boot Record)</a:t>
          </a:r>
        </a:p>
      </dsp:txBody>
      <dsp:txXfrm>
        <a:off x="238331" y="2084493"/>
        <a:ext cx="4320000" cy="648000"/>
      </dsp:txXfrm>
    </dsp:sp>
    <dsp:sp modelId="{89313542-3A87-4791-8024-0CC313A3512C}">
      <dsp:nvSpPr>
        <dsp:cNvPr id="0" name=""/>
        <dsp:cNvSpPr/>
      </dsp:nvSpPr>
      <dsp:spPr>
        <a:xfrm>
          <a:off x="238331" y="2790534"/>
          <a:ext cx="4320000" cy="559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Up to 2TB</a:t>
          </a:r>
        </a:p>
      </dsp:txBody>
      <dsp:txXfrm>
        <a:off x="238331" y="2790534"/>
        <a:ext cx="4320000" cy="559230"/>
      </dsp:txXfrm>
    </dsp:sp>
    <dsp:sp modelId="{6E2327EC-BDC9-43F0-B0BC-00C953547CF9}">
      <dsp:nvSpPr>
        <dsp:cNvPr id="0" name=""/>
        <dsp:cNvSpPr/>
      </dsp:nvSpPr>
      <dsp:spPr>
        <a:xfrm>
          <a:off x="5314331" y="447704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2CA451-FEA0-4747-A4EB-9EE9C2C58E10}">
      <dsp:nvSpPr>
        <dsp:cNvPr id="0" name=""/>
        <dsp:cNvSpPr/>
      </dsp:nvSpPr>
      <dsp:spPr>
        <a:xfrm>
          <a:off x="5314331" y="208449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/>
            <a:t>GPT (GUID Partition Table</a:t>
          </a:r>
        </a:p>
      </dsp:txBody>
      <dsp:txXfrm>
        <a:off x="5314331" y="2084493"/>
        <a:ext cx="4320000" cy="648000"/>
      </dsp:txXfrm>
    </dsp:sp>
    <dsp:sp modelId="{331651D8-FEA4-485E-96FB-EA38241E6120}">
      <dsp:nvSpPr>
        <dsp:cNvPr id="0" name=""/>
        <dsp:cNvSpPr/>
      </dsp:nvSpPr>
      <dsp:spPr>
        <a:xfrm>
          <a:off x="5314331" y="2790534"/>
          <a:ext cx="4320000" cy="559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Much Larger 128TB in most cases</a:t>
          </a:r>
        </a:p>
      </dsp:txBody>
      <dsp:txXfrm>
        <a:off x="5314331" y="2790534"/>
        <a:ext cx="4320000" cy="5592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1EC13F-C6C9-4F3D-913A-08A6A57D22FF}">
      <dsp:nvSpPr>
        <dsp:cNvPr id="0" name=""/>
        <dsp:cNvSpPr/>
      </dsp:nvSpPr>
      <dsp:spPr>
        <a:xfrm>
          <a:off x="710462" y="703032"/>
          <a:ext cx="763382" cy="763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FBA0ED-E51F-45B5-82EA-150C94021F2B}">
      <dsp:nvSpPr>
        <dsp:cNvPr id="0" name=""/>
        <dsp:cNvSpPr/>
      </dsp:nvSpPr>
      <dsp:spPr>
        <a:xfrm>
          <a:off x="1606" y="1569245"/>
          <a:ext cx="2181093" cy="327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Fat32</a:t>
          </a:r>
        </a:p>
      </dsp:txBody>
      <dsp:txXfrm>
        <a:off x="1606" y="1569245"/>
        <a:ext cx="2181093" cy="327164"/>
      </dsp:txXfrm>
    </dsp:sp>
    <dsp:sp modelId="{A96D300E-95A0-4945-B0B6-2B73CDCA8DED}">
      <dsp:nvSpPr>
        <dsp:cNvPr id="0" name=""/>
        <dsp:cNvSpPr/>
      </dsp:nvSpPr>
      <dsp:spPr>
        <a:xfrm>
          <a:off x="1606" y="1944237"/>
          <a:ext cx="2181093" cy="1150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Older file system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Uses a TABLE for known files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 TB max partition size</a:t>
          </a:r>
        </a:p>
      </dsp:txBody>
      <dsp:txXfrm>
        <a:off x="1606" y="1944237"/>
        <a:ext cx="2181093" cy="1150199"/>
      </dsp:txXfrm>
    </dsp:sp>
    <dsp:sp modelId="{C0CDD8BF-0AD9-4ECE-AD00-74F9581D1F69}">
      <dsp:nvSpPr>
        <dsp:cNvPr id="0" name=""/>
        <dsp:cNvSpPr/>
      </dsp:nvSpPr>
      <dsp:spPr>
        <a:xfrm>
          <a:off x="3273247" y="703032"/>
          <a:ext cx="763382" cy="763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E96B6B-4722-4516-9A71-B33343A02B61}">
      <dsp:nvSpPr>
        <dsp:cNvPr id="0" name=""/>
        <dsp:cNvSpPr/>
      </dsp:nvSpPr>
      <dsp:spPr>
        <a:xfrm>
          <a:off x="2564392" y="1569245"/>
          <a:ext cx="2181093" cy="327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NTFS</a:t>
          </a:r>
        </a:p>
      </dsp:txBody>
      <dsp:txXfrm>
        <a:off x="2564392" y="1569245"/>
        <a:ext cx="2181093" cy="327164"/>
      </dsp:txXfrm>
    </dsp:sp>
    <dsp:sp modelId="{3AFB29AB-EC70-468C-80DD-F8C6E39CE94E}">
      <dsp:nvSpPr>
        <dsp:cNvPr id="0" name=""/>
        <dsp:cNvSpPr/>
      </dsp:nvSpPr>
      <dsp:spPr>
        <a:xfrm>
          <a:off x="2564392" y="1944237"/>
          <a:ext cx="2181093" cy="1150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Newer file system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Built in compression, encryption, etc.</a:t>
          </a:r>
        </a:p>
      </dsp:txBody>
      <dsp:txXfrm>
        <a:off x="2564392" y="1944237"/>
        <a:ext cx="2181093" cy="1150199"/>
      </dsp:txXfrm>
    </dsp:sp>
    <dsp:sp modelId="{93AAA763-0795-4191-BB5A-9576B29D5FF0}">
      <dsp:nvSpPr>
        <dsp:cNvPr id="0" name=""/>
        <dsp:cNvSpPr/>
      </dsp:nvSpPr>
      <dsp:spPr>
        <a:xfrm>
          <a:off x="5836032" y="703032"/>
          <a:ext cx="763382" cy="763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F6A492-F542-4336-9A3C-7BE290793051}">
      <dsp:nvSpPr>
        <dsp:cNvPr id="0" name=""/>
        <dsp:cNvSpPr/>
      </dsp:nvSpPr>
      <dsp:spPr>
        <a:xfrm>
          <a:off x="5127177" y="1569245"/>
          <a:ext cx="2181093" cy="327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NFS+</a:t>
          </a:r>
        </a:p>
      </dsp:txBody>
      <dsp:txXfrm>
        <a:off x="5127177" y="1569245"/>
        <a:ext cx="2181093" cy="327164"/>
      </dsp:txXfrm>
    </dsp:sp>
    <dsp:sp modelId="{E56D67A0-AE29-4EC2-9C58-54466625073B}">
      <dsp:nvSpPr>
        <dsp:cNvPr id="0" name=""/>
        <dsp:cNvSpPr/>
      </dsp:nvSpPr>
      <dsp:spPr>
        <a:xfrm>
          <a:off x="5127177" y="1944237"/>
          <a:ext cx="2181093" cy="1150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Apple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Great for SSD Storage</a:t>
          </a:r>
        </a:p>
      </dsp:txBody>
      <dsp:txXfrm>
        <a:off x="5127177" y="1944237"/>
        <a:ext cx="2181093" cy="1150199"/>
      </dsp:txXfrm>
    </dsp:sp>
    <dsp:sp modelId="{DC1031F6-C960-4D37-ABD4-B44779DCB117}">
      <dsp:nvSpPr>
        <dsp:cNvPr id="0" name=""/>
        <dsp:cNvSpPr/>
      </dsp:nvSpPr>
      <dsp:spPr>
        <a:xfrm>
          <a:off x="8398817" y="703032"/>
          <a:ext cx="763382" cy="7633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38A074-8D6E-4074-B7B6-ADF352B4AF8E}">
      <dsp:nvSpPr>
        <dsp:cNvPr id="0" name=""/>
        <dsp:cNvSpPr/>
      </dsp:nvSpPr>
      <dsp:spPr>
        <a:xfrm>
          <a:off x="7689962" y="1569245"/>
          <a:ext cx="2181093" cy="327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EXT4</a:t>
          </a:r>
        </a:p>
      </dsp:txBody>
      <dsp:txXfrm>
        <a:off x="7689962" y="1569245"/>
        <a:ext cx="2181093" cy="327164"/>
      </dsp:txXfrm>
    </dsp:sp>
    <dsp:sp modelId="{FCAE4692-B455-45DD-9A49-FA28DEC9A4F8}">
      <dsp:nvSpPr>
        <dsp:cNvPr id="0" name=""/>
        <dsp:cNvSpPr/>
      </dsp:nvSpPr>
      <dsp:spPr>
        <a:xfrm>
          <a:off x="7689962" y="1944237"/>
          <a:ext cx="2181093" cy="1150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Linux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Large Sizes</a:t>
          </a:r>
        </a:p>
      </dsp:txBody>
      <dsp:txXfrm>
        <a:off x="7689962" y="1944237"/>
        <a:ext cx="2181093" cy="11501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E712C1-195E-41FA-8045-CEABA545C8C4}">
      <dsp:nvSpPr>
        <dsp:cNvPr id="0" name=""/>
        <dsp:cNvSpPr/>
      </dsp:nvSpPr>
      <dsp:spPr>
        <a:xfrm>
          <a:off x="2892" y="407230"/>
          <a:ext cx="2294622" cy="13767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Journaling</a:t>
          </a:r>
        </a:p>
      </dsp:txBody>
      <dsp:txXfrm>
        <a:off x="2892" y="407230"/>
        <a:ext cx="2294622" cy="1376773"/>
      </dsp:txXfrm>
    </dsp:sp>
    <dsp:sp modelId="{5068E8A2-3DFE-403F-8E02-EFB7DD12DA44}">
      <dsp:nvSpPr>
        <dsp:cNvPr id="0" name=""/>
        <dsp:cNvSpPr/>
      </dsp:nvSpPr>
      <dsp:spPr>
        <a:xfrm>
          <a:off x="2526977" y="407230"/>
          <a:ext cx="2294622" cy="1376773"/>
        </a:xfrm>
        <a:prstGeom prst="rect">
          <a:avLst/>
        </a:prstGeom>
        <a:solidFill>
          <a:schemeClr val="accent2">
            <a:hueOff val="-220562"/>
            <a:satOff val="249"/>
            <a:lumOff val="58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Permissions and Access Control Lists</a:t>
          </a:r>
        </a:p>
      </dsp:txBody>
      <dsp:txXfrm>
        <a:off x="2526977" y="407230"/>
        <a:ext cx="2294622" cy="1376773"/>
      </dsp:txXfrm>
    </dsp:sp>
    <dsp:sp modelId="{4F603E80-F039-4CDF-A86D-FE7549D0343C}">
      <dsp:nvSpPr>
        <dsp:cNvPr id="0" name=""/>
        <dsp:cNvSpPr/>
      </dsp:nvSpPr>
      <dsp:spPr>
        <a:xfrm>
          <a:off x="5051062" y="407230"/>
          <a:ext cx="2294622" cy="1376773"/>
        </a:xfrm>
        <a:prstGeom prst="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Encryption</a:t>
          </a:r>
        </a:p>
      </dsp:txBody>
      <dsp:txXfrm>
        <a:off x="5051062" y="407230"/>
        <a:ext cx="2294622" cy="1376773"/>
      </dsp:txXfrm>
    </dsp:sp>
    <dsp:sp modelId="{D440CAA6-D325-45B0-8F2A-759DC06EAF39}">
      <dsp:nvSpPr>
        <dsp:cNvPr id="0" name=""/>
        <dsp:cNvSpPr/>
      </dsp:nvSpPr>
      <dsp:spPr>
        <a:xfrm>
          <a:off x="7575147" y="407230"/>
          <a:ext cx="2294622" cy="1376773"/>
        </a:xfrm>
        <a:prstGeom prst="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Compression</a:t>
          </a:r>
        </a:p>
      </dsp:txBody>
      <dsp:txXfrm>
        <a:off x="7575147" y="407230"/>
        <a:ext cx="2294622" cy="1376773"/>
      </dsp:txXfrm>
    </dsp:sp>
    <dsp:sp modelId="{1D42C1A5-DAC4-421D-B7E9-97DAEA773FA9}">
      <dsp:nvSpPr>
        <dsp:cNvPr id="0" name=""/>
        <dsp:cNvSpPr/>
      </dsp:nvSpPr>
      <dsp:spPr>
        <a:xfrm>
          <a:off x="1264934" y="2013466"/>
          <a:ext cx="2294622" cy="1376773"/>
        </a:xfrm>
        <a:prstGeom prst="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Support for Large Files and Volumes</a:t>
          </a:r>
        </a:p>
      </dsp:txBody>
      <dsp:txXfrm>
        <a:off x="1264934" y="2013466"/>
        <a:ext cx="2294622" cy="1376773"/>
      </dsp:txXfrm>
    </dsp:sp>
    <dsp:sp modelId="{CA9CFD6E-1F94-4FBF-8E41-F9CFE35A093F}">
      <dsp:nvSpPr>
        <dsp:cNvPr id="0" name=""/>
        <dsp:cNvSpPr/>
      </dsp:nvSpPr>
      <dsp:spPr>
        <a:xfrm>
          <a:off x="3789020" y="2013466"/>
          <a:ext cx="2294622" cy="1376773"/>
        </a:xfrm>
        <a:prstGeom prst="rect">
          <a:avLst/>
        </a:prstGeom>
        <a:solidFill>
          <a:schemeClr val="accent2">
            <a:hueOff val="-1102811"/>
            <a:satOff val="1243"/>
            <a:lumOff val="294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Disk Quotas</a:t>
          </a:r>
        </a:p>
      </dsp:txBody>
      <dsp:txXfrm>
        <a:off x="3789020" y="2013466"/>
        <a:ext cx="2294622" cy="1376773"/>
      </dsp:txXfrm>
    </dsp:sp>
    <dsp:sp modelId="{0538AB73-AD4A-4E57-B26A-949E0540E673}">
      <dsp:nvSpPr>
        <dsp:cNvPr id="0" name=""/>
        <dsp:cNvSpPr/>
      </dsp:nvSpPr>
      <dsp:spPr>
        <a:xfrm>
          <a:off x="6313105" y="2013466"/>
          <a:ext cx="2294622" cy="1376773"/>
        </a:xfrm>
        <a:prstGeom prst="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Snapshots</a:t>
          </a:r>
        </a:p>
      </dsp:txBody>
      <dsp:txXfrm>
        <a:off x="6313105" y="2013466"/>
        <a:ext cx="2294622" cy="13767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67907C-A428-49B4-88C0-0DDF4DEB2507}">
      <dsp:nvSpPr>
        <dsp:cNvPr id="0" name=""/>
        <dsp:cNvSpPr/>
      </dsp:nvSpPr>
      <dsp:spPr>
        <a:xfrm>
          <a:off x="0" y="870589"/>
          <a:ext cx="2776686" cy="17631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EC0E7D-0F9C-4295-B91F-3DBDB86EDE99}">
      <dsp:nvSpPr>
        <dsp:cNvPr id="0" name=""/>
        <dsp:cNvSpPr/>
      </dsp:nvSpPr>
      <dsp:spPr>
        <a:xfrm>
          <a:off x="308520" y="1163683"/>
          <a:ext cx="2776686" cy="17631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Track changes before they are changed</a:t>
          </a:r>
        </a:p>
      </dsp:txBody>
      <dsp:txXfrm>
        <a:off x="360162" y="1215325"/>
        <a:ext cx="2673402" cy="1659911"/>
      </dsp:txXfrm>
    </dsp:sp>
    <dsp:sp modelId="{0599DCA4-4686-4B68-9B7C-A6222BA1EB9D}">
      <dsp:nvSpPr>
        <dsp:cNvPr id="0" name=""/>
        <dsp:cNvSpPr/>
      </dsp:nvSpPr>
      <dsp:spPr>
        <a:xfrm>
          <a:off x="3393727" y="870589"/>
          <a:ext cx="2776686" cy="17631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65F09D-870A-4379-BF87-5DB674A21909}">
      <dsp:nvSpPr>
        <dsp:cNvPr id="0" name=""/>
        <dsp:cNvSpPr/>
      </dsp:nvSpPr>
      <dsp:spPr>
        <a:xfrm>
          <a:off x="3702248" y="1163683"/>
          <a:ext cx="2776686" cy="17631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If Computer loses power the OS can recover</a:t>
          </a:r>
        </a:p>
      </dsp:txBody>
      <dsp:txXfrm>
        <a:off x="3753890" y="1215325"/>
        <a:ext cx="2673402" cy="1659911"/>
      </dsp:txXfrm>
    </dsp:sp>
    <dsp:sp modelId="{18B77C00-EF2A-4EA4-ACBD-D4D2B48296C5}">
      <dsp:nvSpPr>
        <dsp:cNvPr id="0" name=""/>
        <dsp:cNvSpPr/>
      </dsp:nvSpPr>
      <dsp:spPr>
        <a:xfrm>
          <a:off x="6787455" y="870589"/>
          <a:ext cx="2776686" cy="17631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91433A-3E64-416C-91F8-7E2D99713EBA}">
      <dsp:nvSpPr>
        <dsp:cNvPr id="0" name=""/>
        <dsp:cNvSpPr/>
      </dsp:nvSpPr>
      <dsp:spPr>
        <a:xfrm>
          <a:off x="7095976" y="1163683"/>
          <a:ext cx="2776686" cy="17631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Ensures Data Integrity (Prevents CORRUPTION)</a:t>
          </a:r>
        </a:p>
      </dsp:txBody>
      <dsp:txXfrm>
        <a:off x="7147618" y="1215325"/>
        <a:ext cx="2673402" cy="16599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D38521-151A-4993-BA01-83E49554B027}">
      <dsp:nvSpPr>
        <dsp:cNvPr id="0" name=""/>
        <dsp:cNvSpPr/>
      </dsp:nvSpPr>
      <dsp:spPr>
        <a:xfrm>
          <a:off x="3085" y="323081"/>
          <a:ext cx="3008140" cy="10866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File systems control who can </a:t>
          </a:r>
        </a:p>
      </dsp:txBody>
      <dsp:txXfrm>
        <a:off x="3085" y="323081"/>
        <a:ext cx="3008140" cy="1086636"/>
      </dsp:txXfrm>
    </dsp:sp>
    <dsp:sp modelId="{A2E29BC6-A08E-4B27-9C78-2E4C9059CEF0}">
      <dsp:nvSpPr>
        <dsp:cNvPr id="0" name=""/>
        <dsp:cNvSpPr/>
      </dsp:nvSpPr>
      <dsp:spPr>
        <a:xfrm>
          <a:off x="3085" y="1409718"/>
          <a:ext cx="3008140" cy="2305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Read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Write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Execute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Modify </a:t>
          </a:r>
        </a:p>
      </dsp:txBody>
      <dsp:txXfrm>
        <a:off x="3085" y="1409718"/>
        <a:ext cx="3008140" cy="2305800"/>
      </dsp:txXfrm>
    </dsp:sp>
    <dsp:sp modelId="{7EE284D9-995E-438F-A6D8-86EF063C48DF}">
      <dsp:nvSpPr>
        <dsp:cNvPr id="0" name=""/>
        <dsp:cNvSpPr/>
      </dsp:nvSpPr>
      <dsp:spPr>
        <a:xfrm>
          <a:off x="3432365" y="323081"/>
          <a:ext cx="3008140" cy="10866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Designed for</a:t>
          </a:r>
        </a:p>
      </dsp:txBody>
      <dsp:txXfrm>
        <a:off x="3432365" y="323081"/>
        <a:ext cx="3008140" cy="1086636"/>
      </dsp:txXfrm>
    </dsp:sp>
    <dsp:sp modelId="{432F83C3-DC8D-4223-8652-9499B0E1F90D}">
      <dsp:nvSpPr>
        <dsp:cNvPr id="0" name=""/>
        <dsp:cNvSpPr/>
      </dsp:nvSpPr>
      <dsp:spPr>
        <a:xfrm>
          <a:off x="3432365" y="1409718"/>
          <a:ext cx="3008140" cy="2305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Folders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Files</a:t>
          </a:r>
        </a:p>
      </dsp:txBody>
      <dsp:txXfrm>
        <a:off x="3432365" y="1409718"/>
        <a:ext cx="3008140" cy="2305800"/>
      </dsp:txXfrm>
    </dsp:sp>
    <dsp:sp modelId="{B82DCA77-5BDB-4E37-A3BB-18D3A740A9E5}">
      <dsp:nvSpPr>
        <dsp:cNvPr id="0" name=""/>
        <dsp:cNvSpPr/>
      </dsp:nvSpPr>
      <dsp:spPr>
        <a:xfrm>
          <a:off x="6861645" y="323081"/>
          <a:ext cx="3008140" cy="10866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Essential for security</a:t>
          </a:r>
        </a:p>
      </dsp:txBody>
      <dsp:txXfrm>
        <a:off x="6861645" y="323081"/>
        <a:ext cx="3008140" cy="1086636"/>
      </dsp:txXfrm>
    </dsp:sp>
    <dsp:sp modelId="{4B38F569-8FCA-4C12-B42B-8532EDDC983C}">
      <dsp:nvSpPr>
        <dsp:cNvPr id="0" name=""/>
        <dsp:cNvSpPr/>
      </dsp:nvSpPr>
      <dsp:spPr>
        <a:xfrm>
          <a:off x="6861645" y="1409718"/>
          <a:ext cx="3008140" cy="2305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Multi-user systems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Authorization</a:t>
          </a:r>
        </a:p>
      </dsp:txBody>
      <dsp:txXfrm>
        <a:off x="6861645" y="1409718"/>
        <a:ext cx="3008140" cy="23058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4C658-C27F-4ECB-9C62-A3B95EC7A257}">
      <dsp:nvSpPr>
        <dsp:cNvPr id="0" name=""/>
        <dsp:cNvSpPr/>
      </dsp:nvSpPr>
      <dsp:spPr>
        <a:xfrm>
          <a:off x="0" y="0"/>
          <a:ext cx="8391763" cy="11392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Data is scrambled </a:t>
          </a:r>
        </a:p>
      </dsp:txBody>
      <dsp:txXfrm>
        <a:off x="33367" y="33367"/>
        <a:ext cx="7162434" cy="1072506"/>
      </dsp:txXfrm>
    </dsp:sp>
    <dsp:sp modelId="{E908E9C5-6BE8-4293-ADA4-2E26ED30446F}">
      <dsp:nvSpPr>
        <dsp:cNvPr id="0" name=""/>
        <dsp:cNvSpPr/>
      </dsp:nvSpPr>
      <dsp:spPr>
        <a:xfrm>
          <a:off x="740449" y="1329114"/>
          <a:ext cx="8391763" cy="1139240"/>
        </a:xfrm>
        <a:prstGeom prst="roundRect">
          <a:avLst>
            <a:gd name="adj" fmla="val 10000"/>
          </a:avLst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Only AUTHORIZED users can decrypt</a:t>
          </a:r>
        </a:p>
      </dsp:txBody>
      <dsp:txXfrm>
        <a:off x="773816" y="1362481"/>
        <a:ext cx="6844073" cy="1072506"/>
      </dsp:txXfrm>
    </dsp:sp>
    <dsp:sp modelId="{D20EBB49-CD0E-4973-9D23-99015B685AC2}">
      <dsp:nvSpPr>
        <dsp:cNvPr id="0" name=""/>
        <dsp:cNvSpPr/>
      </dsp:nvSpPr>
      <dsp:spPr>
        <a:xfrm>
          <a:off x="1480899" y="2658228"/>
          <a:ext cx="8391763" cy="1139240"/>
        </a:xfrm>
        <a:prstGeom prst="roundRect">
          <a:avLst>
            <a:gd name="adj" fmla="val 10000"/>
          </a:avLst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Protects confidentially of data</a:t>
          </a:r>
        </a:p>
      </dsp:txBody>
      <dsp:txXfrm>
        <a:off x="1514266" y="2691595"/>
        <a:ext cx="6844073" cy="1072506"/>
      </dsp:txXfrm>
    </dsp:sp>
    <dsp:sp modelId="{1BBBC879-2363-4146-8321-393E1442CE65}">
      <dsp:nvSpPr>
        <dsp:cNvPr id="0" name=""/>
        <dsp:cNvSpPr/>
      </dsp:nvSpPr>
      <dsp:spPr>
        <a:xfrm>
          <a:off x="7651257" y="863924"/>
          <a:ext cx="740506" cy="74050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7817871" y="863924"/>
        <a:ext cx="407278" cy="557231"/>
      </dsp:txXfrm>
    </dsp:sp>
    <dsp:sp modelId="{B36785E7-D8B5-4E7F-9F52-833FFAB7FFD9}">
      <dsp:nvSpPr>
        <dsp:cNvPr id="0" name=""/>
        <dsp:cNvSpPr/>
      </dsp:nvSpPr>
      <dsp:spPr>
        <a:xfrm>
          <a:off x="8391706" y="2185443"/>
          <a:ext cx="740506" cy="74050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841865"/>
            <a:satOff val="12270"/>
            <a:lumOff val="112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1841865"/>
              <a:satOff val="12270"/>
              <a:lumOff val="11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558320" y="2185443"/>
        <a:ext cx="407278" cy="55723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BA069D-FE27-43D6-A18E-C8C1D7EB81A9}">
      <dsp:nvSpPr>
        <dsp:cNvPr id="0" name=""/>
        <dsp:cNvSpPr/>
      </dsp:nvSpPr>
      <dsp:spPr>
        <a:xfrm>
          <a:off x="0" y="0"/>
          <a:ext cx="3085207" cy="379747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535" tIns="330200" rIns="24053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Reduce space consumed by data</a:t>
          </a:r>
        </a:p>
      </dsp:txBody>
      <dsp:txXfrm>
        <a:off x="0" y="1443038"/>
        <a:ext cx="3085207" cy="2278482"/>
      </dsp:txXfrm>
    </dsp:sp>
    <dsp:sp modelId="{716B2AD2-A472-42C8-9CE9-A1CF38A25B8A}">
      <dsp:nvSpPr>
        <dsp:cNvPr id="0" name=""/>
        <dsp:cNvSpPr/>
      </dsp:nvSpPr>
      <dsp:spPr>
        <a:xfrm>
          <a:off x="972983" y="379746"/>
          <a:ext cx="1139241" cy="11392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820" tIns="12700" rIns="8882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39821" y="546584"/>
        <a:ext cx="805565" cy="805565"/>
      </dsp:txXfrm>
    </dsp:sp>
    <dsp:sp modelId="{E28B0C99-9A1A-4989-8E8A-D53B11655A75}">
      <dsp:nvSpPr>
        <dsp:cNvPr id="0" name=""/>
        <dsp:cNvSpPr/>
      </dsp:nvSpPr>
      <dsp:spPr>
        <a:xfrm>
          <a:off x="0" y="3797398"/>
          <a:ext cx="3085207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B4E25A-02C0-46DF-A974-B31F6DA8E1CC}">
      <dsp:nvSpPr>
        <dsp:cNvPr id="0" name=""/>
        <dsp:cNvSpPr/>
      </dsp:nvSpPr>
      <dsp:spPr>
        <a:xfrm>
          <a:off x="3393727" y="0"/>
          <a:ext cx="3085207" cy="379747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535" tIns="330200" rIns="24053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When compressed OS automatically decompresses it</a:t>
          </a:r>
        </a:p>
      </dsp:txBody>
      <dsp:txXfrm>
        <a:off x="3393727" y="1443038"/>
        <a:ext cx="3085207" cy="2278482"/>
      </dsp:txXfrm>
    </dsp:sp>
    <dsp:sp modelId="{58A4D2EA-C76B-4241-B700-1CA57803386C}">
      <dsp:nvSpPr>
        <dsp:cNvPr id="0" name=""/>
        <dsp:cNvSpPr/>
      </dsp:nvSpPr>
      <dsp:spPr>
        <a:xfrm>
          <a:off x="4366711" y="379746"/>
          <a:ext cx="1139241" cy="11392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820" tIns="12700" rIns="8882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533549" y="546584"/>
        <a:ext cx="805565" cy="805565"/>
      </dsp:txXfrm>
    </dsp:sp>
    <dsp:sp modelId="{FBB6BB04-1330-49D8-8F00-F7679CDA1D2C}">
      <dsp:nvSpPr>
        <dsp:cNvPr id="0" name=""/>
        <dsp:cNvSpPr/>
      </dsp:nvSpPr>
      <dsp:spPr>
        <a:xfrm>
          <a:off x="3393727" y="3797398"/>
          <a:ext cx="3085207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4EE67-2056-46C0-9053-EA1353D4C1EA}">
      <dsp:nvSpPr>
        <dsp:cNvPr id="0" name=""/>
        <dsp:cNvSpPr/>
      </dsp:nvSpPr>
      <dsp:spPr>
        <a:xfrm>
          <a:off x="6787455" y="0"/>
          <a:ext cx="3085207" cy="379747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535" tIns="330200" rIns="24053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Can have performance overhead</a:t>
          </a:r>
        </a:p>
      </dsp:txBody>
      <dsp:txXfrm>
        <a:off x="6787455" y="1443038"/>
        <a:ext cx="3085207" cy="2278482"/>
      </dsp:txXfrm>
    </dsp:sp>
    <dsp:sp modelId="{91FEB975-F4F1-4DB5-85D2-C128A9FD7B24}">
      <dsp:nvSpPr>
        <dsp:cNvPr id="0" name=""/>
        <dsp:cNvSpPr/>
      </dsp:nvSpPr>
      <dsp:spPr>
        <a:xfrm>
          <a:off x="7760438" y="379746"/>
          <a:ext cx="1139241" cy="113924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820" tIns="12700" rIns="8882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7927276" y="546584"/>
        <a:ext cx="805565" cy="805565"/>
      </dsp:txXfrm>
    </dsp:sp>
    <dsp:sp modelId="{FC8699F2-B087-45AD-9E29-DDE93512D426}">
      <dsp:nvSpPr>
        <dsp:cNvPr id="0" name=""/>
        <dsp:cNvSpPr/>
      </dsp:nvSpPr>
      <dsp:spPr>
        <a:xfrm>
          <a:off x="6787455" y="3797398"/>
          <a:ext cx="3085207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4C42B-1D3F-4698-88F4-832AC521B045}">
      <dsp:nvSpPr>
        <dsp:cNvPr id="0" name=""/>
        <dsp:cNvSpPr/>
      </dsp:nvSpPr>
      <dsp:spPr>
        <a:xfrm>
          <a:off x="0" y="717533"/>
          <a:ext cx="6451943" cy="6955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File Systems impose a set of RULES</a:t>
          </a:r>
        </a:p>
      </dsp:txBody>
      <dsp:txXfrm>
        <a:off x="33955" y="751488"/>
        <a:ext cx="6384033" cy="627655"/>
      </dsp:txXfrm>
    </dsp:sp>
    <dsp:sp modelId="{3B3E2C11-FC71-4FD9-B4B0-4A83A573A66C}">
      <dsp:nvSpPr>
        <dsp:cNvPr id="0" name=""/>
        <dsp:cNvSpPr/>
      </dsp:nvSpPr>
      <dsp:spPr>
        <a:xfrm>
          <a:off x="0" y="1496618"/>
          <a:ext cx="6451943" cy="695565"/>
        </a:xfrm>
        <a:prstGeom prst="round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May restrict characters or names of files</a:t>
          </a:r>
        </a:p>
      </dsp:txBody>
      <dsp:txXfrm>
        <a:off x="33955" y="1530573"/>
        <a:ext cx="6384033" cy="627655"/>
      </dsp:txXfrm>
    </dsp:sp>
    <dsp:sp modelId="{DB43ADC0-7A39-4D45-B77B-F6794694CAA6}">
      <dsp:nvSpPr>
        <dsp:cNvPr id="0" name=""/>
        <dsp:cNvSpPr/>
      </dsp:nvSpPr>
      <dsp:spPr>
        <a:xfrm>
          <a:off x="0" y="2275703"/>
          <a:ext cx="6451943" cy="695565"/>
        </a:xfrm>
        <a:prstGeom prst="round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For example \ / : * ? “ &lt; &gt; | </a:t>
          </a:r>
        </a:p>
      </dsp:txBody>
      <dsp:txXfrm>
        <a:off x="33955" y="2309658"/>
        <a:ext cx="6384033" cy="627655"/>
      </dsp:txXfrm>
    </dsp:sp>
    <dsp:sp modelId="{2F469922-53E8-4980-831C-F78425F35F47}">
      <dsp:nvSpPr>
        <dsp:cNvPr id="0" name=""/>
        <dsp:cNvSpPr/>
      </dsp:nvSpPr>
      <dsp:spPr>
        <a:xfrm>
          <a:off x="0" y="3054788"/>
          <a:ext cx="6451943" cy="695565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Some OS’s maybe case sensitive (Linux)</a:t>
          </a:r>
        </a:p>
      </dsp:txBody>
      <dsp:txXfrm>
        <a:off x="33955" y="3088743"/>
        <a:ext cx="6384033" cy="62765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0BBAC1-9D1B-44F6-BE73-561CE51D8DB4}">
      <dsp:nvSpPr>
        <dsp:cNvPr id="0" name=""/>
        <dsp:cNvSpPr/>
      </dsp:nvSpPr>
      <dsp:spPr>
        <a:xfrm>
          <a:off x="1003615" y="731577"/>
          <a:ext cx="1264087" cy="12640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0BBF4F-58BA-4478-B23C-9697DFFCD9E3}">
      <dsp:nvSpPr>
        <dsp:cNvPr id="0" name=""/>
        <dsp:cNvSpPr/>
      </dsp:nvSpPr>
      <dsp:spPr>
        <a:xfrm>
          <a:off x="231117" y="2345892"/>
          <a:ext cx="280908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Limit amount of disk space for a user or group</a:t>
          </a:r>
        </a:p>
      </dsp:txBody>
      <dsp:txXfrm>
        <a:off x="231117" y="2345892"/>
        <a:ext cx="2809082" cy="720000"/>
      </dsp:txXfrm>
    </dsp:sp>
    <dsp:sp modelId="{2B1707D1-44FD-4B78-BC41-DB628FA722EE}">
      <dsp:nvSpPr>
        <dsp:cNvPr id="0" name=""/>
        <dsp:cNvSpPr/>
      </dsp:nvSpPr>
      <dsp:spPr>
        <a:xfrm>
          <a:off x="4304287" y="731577"/>
          <a:ext cx="1264087" cy="12640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E40FFE-AE54-4D5D-9BDB-2982608AEE9C}">
      <dsp:nvSpPr>
        <dsp:cNvPr id="0" name=""/>
        <dsp:cNvSpPr/>
      </dsp:nvSpPr>
      <dsp:spPr>
        <a:xfrm>
          <a:off x="3531790" y="2345892"/>
          <a:ext cx="280908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Helps manage storage resources </a:t>
          </a:r>
        </a:p>
      </dsp:txBody>
      <dsp:txXfrm>
        <a:off x="3531790" y="2345892"/>
        <a:ext cx="2809082" cy="720000"/>
      </dsp:txXfrm>
    </dsp:sp>
    <dsp:sp modelId="{F0A315CD-4267-4B47-B59D-EABA1835B992}">
      <dsp:nvSpPr>
        <dsp:cNvPr id="0" name=""/>
        <dsp:cNvSpPr/>
      </dsp:nvSpPr>
      <dsp:spPr>
        <a:xfrm>
          <a:off x="7604960" y="731577"/>
          <a:ext cx="1264087" cy="12640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6AC10D-4268-4CEE-900B-40736664E70A}">
      <dsp:nvSpPr>
        <dsp:cNvPr id="0" name=""/>
        <dsp:cNvSpPr/>
      </dsp:nvSpPr>
      <dsp:spPr>
        <a:xfrm>
          <a:off x="6832462" y="2345892"/>
          <a:ext cx="280908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Ensures no one uses too much!!!</a:t>
          </a:r>
        </a:p>
      </dsp:txBody>
      <dsp:txXfrm>
        <a:off x="6832462" y="2345892"/>
        <a:ext cx="2809082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10C515-5571-4381-A7A3-700FBB47231F}">
      <dsp:nvSpPr>
        <dsp:cNvPr id="0" name=""/>
        <dsp:cNvSpPr/>
      </dsp:nvSpPr>
      <dsp:spPr>
        <a:xfrm>
          <a:off x="0" y="545"/>
          <a:ext cx="6451943" cy="12762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56A446-29C3-4916-80A6-5F59D99D9652}">
      <dsp:nvSpPr>
        <dsp:cNvPr id="0" name=""/>
        <dsp:cNvSpPr/>
      </dsp:nvSpPr>
      <dsp:spPr>
        <a:xfrm>
          <a:off x="386058" y="287696"/>
          <a:ext cx="701925" cy="7019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F25819-A9FF-49B7-AB61-42C50A2D5143}">
      <dsp:nvSpPr>
        <dsp:cNvPr id="0" name=""/>
        <dsp:cNvSpPr/>
      </dsp:nvSpPr>
      <dsp:spPr>
        <a:xfrm>
          <a:off x="1474042" y="545"/>
          <a:ext cx="4977900" cy="1276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067" tIns="135067" rIns="135067" bIns="1350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Some systems allows Snapshots</a:t>
          </a:r>
        </a:p>
      </dsp:txBody>
      <dsp:txXfrm>
        <a:off x="1474042" y="545"/>
        <a:ext cx="4977900" cy="1276227"/>
      </dsp:txXfrm>
    </dsp:sp>
    <dsp:sp modelId="{B7924EA0-30A9-472B-9163-5A16220BC6F6}">
      <dsp:nvSpPr>
        <dsp:cNvPr id="0" name=""/>
        <dsp:cNvSpPr/>
      </dsp:nvSpPr>
      <dsp:spPr>
        <a:xfrm>
          <a:off x="0" y="1595829"/>
          <a:ext cx="6451943" cy="12762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6C4899-D793-4431-B4DE-A35E75F63795}">
      <dsp:nvSpPr>
        <dsp:cNvPr id="0" name=""/>
        <dsp:cNvSpPr/>
      </dsp:nvSpPr>
      <dsp:spPr>
        <a:xfrm>
          <a:off x="386058" y="1882980"/>
          <a:ext cx="701925" cy="7019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D00A1F-61CC-4724-B968-5F6E295844F9}">
      <dsp:nvSpPr>
        <dsp:cNvPr id="0" name=""/>
        <dsp:cNvSpPr/>
      </dsp:nvSpPr>
      <dsp:spPr>
        <a:xfrm>
          <a:off x="1474042" y="1595829"/>
          <a:ext cx="4977900" cy="1276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067" tIns="135067" rIns="135067" bIns="1350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Allows for versions in time or read only copies of files</a:t>
          </a:r>
        </a:p>
      </dsp:txBody>
      <dsp:txXfrm>
        <a:off x="1474042" y="1595829"/>
        <a:ext cx="4977900" cy="1276227"/>
      </dsp:txXfrm>
    </dsp:sp>
    <dsp:sp modelId="{2BBE8285-A70E-4466-8AF9-5521B7EFD5DA}">
      <dsp:nvSpPr>
        <dsp:cNvPr id="0" name=""/>
        <dsp:cNvSpPr/>
      </dsp:nvSpPr>
      <dsp:spPr>
        <a:xfrm>
          <a:off x="0" y="3191114"/>
          <a:ext cx="6451943" cy="12762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3E380-62DB-4121-94F4-90DD63C7AD6F}">
      <dsp:nvSpPr>
        <dsp:cNvPr id="0" name=""/>
        <dsp:cNvSpPr/>
      </dsp:nvSpPr>
      <dsp:spPr>
        <a:xfrm>
          <a:off x="386058" y="3478265"/>
          <a:ext cx="701925" cy="7019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D917E7-8B4D-4077-8A69-77E1C2BA36E6}">
      <dsp:nvSpPr>
        <dsp:cNvPr id="0" name=""/>
        <dsp:cNvSpPr/>
      </dsp:nvSpPr>
      <dsp:spPr>
        <a:xfrm>
          <a:off x="1474042" y="3191114"/>
          <a:ext cx="4977900" cy="1276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067" tIns="135067" rIns="135067" bIns="1350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Can roll back to a previous state if needed</a:t>
          </a:r>
        </a:p>
      </dsp:txBody>
      <dsp:txXfrm>
        <a:off x="1474042" y="3191114"/>
        <a:ext cx="4977900" cy="127622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3D7DB-B99A-4BB6-A75D-D116B16EE4EC}">
      <dsp:nvSpPr>
        <dsp:cNvPr id="0" name=""/>
        <dsp:cNvSpPr/>
      </dsp:nvSpPr>
      <dsp:spPr>
        <a:xfrm>
          <a:off x="0" y="32280"/>
          <a:ext cx="9872871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Tree-like structure </a:t>
          </a:r>
        </a:p>
      </dsp:txBody>
      <dsp:txXfrm>
        <a:off x="44492" y="76772"/>
        <a:ext cx="9783887" cy="822446"/>
      </dsp:txXfrm>
    </dsp:sp>
    <dsp:sp modelId="{2CF18A9A-584C-4A3C-B01D-5F427BF827A6}">
      <dsp:nvSpPr>
        <dsp:cNvPr id="0" name=""/>
        <dsp:cNvSpPr/>
      </dsp:nvSpPr>
      <dsp:spPr>
        <a:xfrm>
          <a:off x="0" y="1053150"/>
          <a:ext cx="9872871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Root Directory (/ in Linux, C:\ in Windows)</a:t>
          </a:r>
        </a:p>
      </dsp:txBody>
      <dsp:txXfrm>
        <a:off x="44492" y="1097642"/>
        <a:ext cx="9783887" cy="822446"/>
      </dsp:txXfrm>
    </dsp:sp>
    <dsp:sp modelId="{7AB9EBE6-10B0-48A1-8E23-7007CF3283DF}">
      <dsp:nvSpPr>
        <dsp:cNvPr id="0" name=""/>
        <dsp:cNvSpPr/>
      </dsp:nvSpPr>
      <dsp:spPr>
        <a:xfrm>
          <a:off x="0" y="2074020"/>
          <a:ext cx="9872871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Subfolders/Subdirectories</a:t>
          </a:r>
        </a:p>
      </dsp:txBody>
      <dsp:txXfrm>
        <a:off x="44492" y="2118512"/>
        <a:ext cx="9783887" cy="822446"/>
      </dsp:txXfrm>
    </dsp:sp>
    <dsp:sp modelId="{BBD405FA-A69F-46A0-91D8-89CDA693C0F2}">
      <dsp:nvSpPr>
        <dsp:cNvPr id="0" name=""/>
        <dsp:cNvSpPr/>
      </dsp:nvSpPr>
      <dsp:spPr>
        <a:xfrm>
          <a:off x="0" y="3094890"/>
          <a:ext cx="9872871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Parent Directories</a:t>
          </a:r>
        </a:p>
      </dsp:txBody>
      <dsp:txXfrm>
        <a:off x="44492" y="3139382"/>
        <a:ext cx="9783887" cy="82244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DE920B-D20E-44F5-9CF7-0BFC9225B0C7}">
      <dsp:nvSpPr>
        <dsp:cNvPr id="0" name=""/>
        <dsp:cNvSpPr/>
      </dsp:nvSpPr>
      <dsp:spPr>
        <a:xfrm>
          <a:off x="269955" y="3019"/>
          <a:ext cx="2916484" cy="174989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Organization</a:t>
          </a:r>
        </a:p>
      </dsp:txBody>
      <dsp:txXfrm>
        <a:off x="269955" y="3019"/>
        <a:ext cx="2916484" cy="1749890"/>
      </dsp:txXfrm>
    </dsp:sp>
    <dsp:sp modelId="{DEA80D97-AEDE-4F96-9835-490EE7777183}">
      <dsp:nvSpPr>
        <dsp:cNvPr id="0" name=""/>
        <dsp:cNvSpPr/>
      </dsp:nvSpPr>
      <dsp:spPr>
        <a:xfrm>
          <a:off x="3478089" y="3019"/>
          <a:ext cx="2916484" cy="1749890"/>
        </a:xfrm>
        <a:prstGeom prst="rect">
          <a:avLst/>
        </a:prstGeom>
        <a:solidFill>
          <a:schemeClr val="accent5">
            <a:hueOff val="589196"/>
            <a:satOff val="-2817"/>
            <a:lumOff val="308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Easier Navigation</a:t>
          </a:r>
        </a:p>
      </dsp:txBody>
      <dsp:txXfrm>
        <a:off x="3478089" y="3019"/>
        <a:ext cx="2916484" cy="1749890"/>
      </dsp:txXfrm>
    </dsp:sp>
    <dsp:sp modelId="{C3CEE21C-492A-49C0-8A9D-9896C0B9ABAA}">
      <dsp:nvSpPr>
        <dsp:cNvPr id="0" name=""/>
        <dsp:cNvSpPr/>
      </dsp:nvSpPr>
      <dsp:spPr>
        <a:xfrm>
          <a:off x="6686222" y="3019"/>
          <a:ext cx="2916484" cy="1749890"/>
        </a:xfrm>
        <a:prstGeom prst="rect">
          <a:avLst/>
        </a:prstGeom>
        <a:solidFill>
          <a:schemeClr val="accent5">
            <a:hueOff val="1178392"/>
            <a:satOff val="-5635"/>
            <a:lumOff val="6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Avoid Naming Conflicts</a:t>
          </a:r>
        </a:p>
      </dsp:txBody>
      <dsp:txXfrm>
        <a:off x="6686222" y="3019"/>
        <a:ext cx="2916484" cy="1749890"/>
      </dsp:txXfrm>
    </dsp:sp>
    <dsp:sp modelId="{F798C671-9C9C-4248-8087-39924438F4FA}">
      <dsp:nvSpPr>
        <dsp:cNvPr id="0" name=""/>
        <dsp:cNvSpPr/>
      </dsp:nvSpPr>
      <dsp:spPr>
        <a:xfrm>
          <a:off x="1874022" y="2044559"/>
          <a:ext cx="2916484" cy="1749890"/>
        </a:xfrm>
        <a:prstGeom prst="rect">
          <a:avLst/>
        </a:prstGeom>
        <a:solidFill>
          <a:schemeClr val="accent5">
            <a:hueOff val="1767588"/>
            <a:satOff val="-8452"/>
            <a:lumOff val="92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Apply Permissions</a:t>
          </a:r>
        </a:p>
      </dsp:txBody>
      <dsp:txXfrm>
        <a:off x="1874022" y="2044559"/>
        <a:ext cx="2916484" cy="1749890"/>
      </dsp:txXfrm>
    </dsp:sp>
    <dsp:sp modelId="{542F0C96-D16C-436C-AF58-E0AD6DE15EA3}">
      <dsp:nvSpPr>
        <dsp:cNvPr id="0" name=""/>
        <dsp:cNvSpPr/>
      </dsp:nvSpPr>
      <dsp:spPr>
        <a:xfrm>
          <a:off x="5082155" y="2044559"/>
          <a:ext cx="2916484" cy="1749890"/>
        </a:xfrm>
        <a:prstGeom prst="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Logical Grouping of files</a:t>
          </a:r>
        </a:p>
      </dsp:txBody>
      <dsp:txXfrm>
        <a:off x="5082155" y="2044559"/>
        <a:ext cx="2916484" cy="174989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4CA7F3-C49D-4C39-ADC5-4D5AE7645214}">
      <dsp:nvSpPr>
        <dsp:cNvPr id="0" name=""/>
        <dsp:cNvSpPr/>
      </dsp:nvSpPr>
      <dsp:spPr>
        <a:xfrm>
          <a:off x="1003615" y="731577"/>
          <a:ext cx="1264087" cy="12640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AD532D-9562-4716-9F69-A737F7AA34DC}">
      <dsp:nvSpPr>
        <dsp:cNvPr id="0" name=""/>
        <dsp:cNvSpPr/>
      </dsp:nvSpPr>
      <dsp:spPr>
        <a:xfrm>
          <a:off x="231117" y="2345892"/>
          <a:ext cx="280908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File Type = File Extension</a:t>
          </a:r>
        </a:p>
      </dsp:txBody>
      <dsp:txXfrm>
        <a:off x="231117" y="2345892"/>
        <a:ext cx="2809082" cy="720000"/>
      </dsp:txXfrm>
    </dsp:sp>
    <dsp:sp modelId="{D34FAB70-1816-4FA1-A4EC-F6A8120FA494}">
      <dsp:nvSpPr>
        <dsp:cNvPr id="0" name=""/>
        <dsp:cNvSpPr/>
      </dsp:nvSpPr>
      <dsp:spPr>
        <a:xfrm>
          <a:off x="4304287" y="731577"/>
          <a:ext cx="1264087" cy="12640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3E7E7-5005-4214-8022-1EE12EFE7DD3}">
      <dsp:nvSpPr>
        <dsp:cNvPr id="0" name=""/>
        <dsp:cNvSpPr/>
      </dsp:nvSpPr>
      <dsp:spPr>
        <a:xfrm>
          <a:off x="3531790" y="2345892"/>
          <a:ext cx="280908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OS and Program Associations</a:t>
          </a:r>
        </a:p>
      </dsp:txBody>
      <dsp:txXfrm>
        <a:off x="3531790" y="2345892"/>
        <a:ext cx="2809082" cy="720000"/>
      </dsp:txXfrm>
    </dsp:sp>
    <dsp:sp modelId="{C7E30F09-2DBC-45B3-AC27-497242F291E4}">
      <dsp:nvSpPr>
        <dsp:cNvPr id="0" name=""/>
        <dsp:cNvSpPr/>
      </dsp:nvSpPr>
      <dsp:spPr>
        <a:xfrm>
          <a:off x="7604960" y="731577"/>
          <a:ext cx="1264087" cy="12640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706B8-1188-4D2C-A909-4AA804B09F3B}">
      <dsp:nvSpPr>
        <dsp:cNvPr id="0" name=""/>
        <dsp:cNvSpPr/>
      </dsp:nvSpPr>
      <dsp:spPr>
        <a:xfrm>
          <a:off x="6832462" y="2345892"/>
          <a:ext cx="280908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User Identification </a:t>
          </a:r>
        </a:p>
      </dsp:txBody>
      <dsp:txXfrm>
        <a:off x="6832462" y="2345892"/>
        <a:ext cx="2809082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4B581C-07C1-45E9-89E2-79B1F4C8BC75}">
      <dsp:nvSpPr>
        <dsp:cNvPr id="0" name=""/>
        <dsp:cNvSpPr/>
      </dsp:nvSpPr>
      <dsp:spPr>
        <a:xfrm>
          <a:off x="0" y="545"/>
          <a:ext cx="6451943" cy="4581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D7A51-AFE7-4E9F-AACA-48C8F0020F0D}">
      <dsp:nvSpPr>
        <dsp:cNvPr id="0" name=""/>
        <dsp:cNvSpPr/>
      </dsp:nvSpPr>
      <dsp:spPr>
        <a:xfrm>
          <a:off x="138585" y="103625"/>
          <a:ext cx="251973" cy="2519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62DFF-0B9F-4B4B-B858-96602B86A6E7}">
      <dsp:nvSpPr>
        <dsp:cNvPr id="0" name=""/>
        <dsp:cNvSpPr/>
      </dsp:nvSpPr>
      <dsp:spPr>
        <a:xfrm>
          <a:off x="529143" y="545"/>
          <a:ext cx="5922799" cy="458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486" tIns="48486" rIns="48486" bIns="4848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Read-Only</a:t>
          </a:r>
        </a:p>
      </dsp:txBody>
      <dsp:txXfrm>
        <a:off x="529143" y="545"/>
        <a:ext cx="5922799" cy="458132"/>
      </dsp:txXfrm>
    </dsp:sp>
    <dsp:sp modelId="{5CD79B31-B0D6-44D7-A1AD-5DD06C53E8FC}">
      <dsp:nvSpPr>
        <dsp:cNvPr id="0" name=""/>
        <dsp:cNvSpPr/>
      </dsp:nvSpPr>
      <dsp:spPr>
        <a:xfrm>
          <a:off x="0" y="573211"/>
          <a:ext cx="6451943" cy="4581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BFC902-1C87-449F-96D6-F908CACD3D56}">
      <dsp:nvSpPr>
        <dsp:cNvPr id="0" name=""/>
        <dsp:cNvSpPr/>
      </dsp:nvSpPr>
      <dsp:spPr>
        <a:xfrm>
          <a:off x="138585" y="676291"/>
          <a:ext cx="251973" cy="2519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076115-604D-47CF-916E-7284C10DF28E}">
      <dsp:nvSpPr>
        <dsp:cNvPr id="0" name=""/>
        <dsp:cNvSpPr/>
      </dsp:nvSpPr>
      <dsp:spPr>
        <a:xfrm>
          <a:off x="529143" y="573211"/>
          <a:ext cx="5922799" cy="458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486" tIns="48486" rIns="48486" bIns="4848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Hidden</a:t>
          </a:r>
        </a:p>
      </dsp:txBody>
      <dsp:txXfrm>
        <a:off x="529143" y="573211"/>
        <a:ext cx="5922799" cy="458132"/>
      </dsp:txXfrm>
    </dsp:sp>
    <dsp:sp modelId="{74E1D6AB-D18E-42A2-995F-EBDB5F86A526}">
      <dsp:nvSpPr>
        <dsp:cNvPr id="0" name=""/>
        <dsp:cNvSpPr/>
      </dsp:nvSpPr>
      <dsp:spPr>
        <a:xfrm>
          <a:off x="0" y="1145877"/>
          <a:ext cx="6451943" cy="4581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2551C5-02FF-49C5-95DC-ED5C3E2830BC}">
      <dsp:nvSpPr>
        <dsp:cNvPr id="0" name=""/>
        <dsp:cNvSpPr/>
      </dsp:nvSpPr>
      <dsp:spPr>
        <a:xfrm>
          <a:off x="138585" y="1248957"/>
          <a:ext cx="251973" cy="25197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BCF6C8-9E15-421F-88E2-797F0A79D697}">
      <dsp:nvSpPr>
        <dsp:cNvPr id="0" name=""/>
        <dsp:cNvSpPr/>
      </dsp:nvSpPr>
      <dsp:spPr>
        <a:xfrm>
          <a:off x="529143" y="1145877"/>
          <a:ext cx="5922799" cy="458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486" tIns="48486" rIns="48486" bIns="4848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System</a:t>
          </a:r>
        </a:p>
      </dsp:txBody>
      <dsp:txXfrm>
        <a:off x="529143" y="1145877"/>
        <a:ext cx="5922799" cy="458132"/>
      </dsp:txXfrm>
    </dsp:sp>
    <dsp:sp modelId="{B2DF1501-9732-4778-A214-CCF1AD2E4BEF}">
      <dsp:nvSpPr>
        <dsp:cNvPr id="0" name=""/>
        <dsp:cNvSpPr/>
      </dsp:nvSpPr>
      <dsp:spPr>
        <a:xfrm>
          <a:off x="0" y="1718543"/>
          <a:ext cx="6451943" cy="4581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B6A391-F050-4FAD-ACAB-B55C3CF7E7E1}">
      <dsp:nvSpPr>
        <dsp:cNvPr id="0" name=""/>
        <dsp:cNvSpPr/>
      </dsp:nvSpPr>
      <dsp:spPr>
        <a:xfrm>
          <a:off x="138585" y="1821623"/>
          <a:ext cx="251973" cy="25197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44A27A-8A36-4147-B724-1C68CFCC72D2}">
      <dsp:nvSpPr>
        <dsp:cNvPr id="0" name=""/>
        <dsp:cNvSpPr/>
      </dsp:nvSpPr>
      <dsp:spPr>
        <a:xfrm>
          <a:off x="529143" y="1718543"/>
          <a:ext cx="5922799" cy="458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486" tIns="48486" rIns="48486" bIns="4848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Archive</a:t>
          </a:r>
        </a:p>
      </dsp:txBody>
      <dsp:txXfrm>
        <a:off x="529143" y="1718543"/>
        <a:ext cx="5922799" cy="458132"/>
      </dsp:txXfrm>
    </dsp:sp>
    <dsp:sp modelId="{06D757EB-8E5A-444C-9EEE-76A01796CDD2}">
      <dsp:nvSpPr>
        <dsp:cNvPr id="0" name=""/>
        <dsp:cNvSpPr/>
      </dsp:nvSpPr>
      <dsp:spPr>
        <a:xfrm>
          <a:off x="0" y="2291210"/>
          <a:ext cx="6451943" cy="4581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0720D0-7274-46FC-B102-999A7D5A40A2}">
      <dsp:nvSpPr>
        <dsp:cNvPr id="0" name=""/>
        <dsp:cNvSpPr/>
      </dsp:nvSpPr>
      <dsp:spPr>
        <a:xfrm>
          <a:off x="138585" y="2394290"/>
          <a:ext cx="251973" cy="25197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220A71-845B-4588-A9C8-DC608C2BC553}">
      <dsp:nvSpPr>
        <dsp:cNvPr id="0" name=""/>
        <dsp:cNvSpPr/>
      </dsp:nvSpPr>
      <dsp:spPr>
        <a:xfrm>
          <a:off x="529143" y="2291210"/>
          <a:ext cx="5922799" cy="458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486" tIns="48486" rIns="48486" bIns="4848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Creation Date/Time</a:t>
          </a:r>
        </a:p>
      </dsp:txBody>
      <dsp:txXfrm>
        <a:off x="529143" y="2291210"/>
        <a:ext cx="5922799" cy="458132"/>
      </dsp:txXfrm>
    </dsp:sp>
    <dsp:sp modelId="{F95E9E7E-FF40-4B49-A579-FC6984A6218B}">
      <dsp:nvSpPr>
        <dsp:cNvPr id="0" name=""/>
        <dsp:cNvSpPr/>
      </dsp:nvSpPr>
      <dsp:spPr>
        <a:xfrm>
          <a:off x="0" y="2863876"/>
          <a:ext cx="6451943" cy="4581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C9A1DE-8962-44DD-AC60-A36F55C4AC8D}">
      <dsp:nvSpPr>
        <dsp:cNvPr id="0" name=""/>
        <dsp:cNvSpPr/>
      </dsp:nvSpPr>
      <dsp:spPr>
        <a:xfrm>
          <a:off x="138585" y="2966956"/>
          <a:ext cx="251973" cy="25197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59768C-97C8-480D-8F8D-2D1D4B187FFE}">
      <dsp:nvSpPr>
        <dsp:cNvPr id="0" name=""/>
        <dsp:cNvSpPr/>
      </dsp:nvSpPr>
      <dsp:spPr>
        <a:xfrm>
          <a:off x="529143" y="2863876"/>
          <a:ext cx="5922799" cy="458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486" tIns="48486" rIns="48486" bIns="4848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Modification Date/Time</a:t>
          </a:r>
        </a:p>
      </dsp:txBody>
      <dsp:txXfrm>
        <a:off x="529143" y="2863876"/>
        <a:ext cx="5922799" cy="458132"/>
      </dsp:txXfrm>
    </dsp:sp>
    <dsp:sp modelId="{E0CE3DE7-E719-421E-B9D4-7EB33A5264CD}">
      <dsp:nvSpPr>
        <dsp:cNvPr id="0" name=""/>
        <dsp:cNvSpPr/>
      </dsp:nvSpPr>
      <dsp:spPr>
        <a:xfrm>
          <a:off x="0" y="3436542"/>
          <a:ext cx="6451943" cy="4581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D1FC33-4FD8-40BC-8A40-C751C3627DF1}">
      <dsp:nvSpPr>
        <dsp:cNvPr id="0" name=""/>
        <dsp:cNvSpPr/>
      </dsp:nvSpPr>
      <dsp:spPr>
        <a:xfrm>
          <a:off x="138585" y="3539622"/>
          <a:ext cx="251973" cy="251973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56141F-606A-4E61-926E-AEE368DF83C5}">
      <dsp:nvSpPr>
        <dsp:cNvPr id="0" name=""/>
        <dsp:cNvSpPr/>
      </dsp:nvSpPr>
      <dsp:spPr>
        <a:xfrm>
          <a:off x="529143" y="3436542"/>
          <a:ext cx="5922799" cy="458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486" tIns="48486" rIns="48486" bIns="4848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Access Date/Time</a:t>
          </a:r>
        </a:p>
      </dsp:txBody>
      <dsp:txXfrm>
        <a:off x="529143" y="3436542"/>
        <a:ext cx="5922799" cy="458132"/>
      </dsp:txXfrm>
    </dsp:sp>
    <dsp:sp modelId="{1C5AA80C-98F8-4122-BB29-512A8D22BC43}">
      <dsp:nvSpPr>
        <dsp:cNvPr id="0" name=""/>
        <dsp:cNvSpPr/>
      </dsp:nvSpPr>
      <dsp:spPr>
        <a:xfrm>
          <a:off x="0" y="4009208"/>
          <a:ext cx="6451943" cy="4581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689815-8DC6-4D25-AFEC-9FEBD6D4F8F2}">
      <dsp:nvSpPr>
        <dsp:cNvPr id="0" name=""/>
        <dsp:cNvSpPr/>
      </dsp:nvSpPr>
      <dsp:spPr>
        <a:xfrm>
          <a:off x="138585" y="4112288"/>
          <a:ext cx="251973" cy="251973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9C027C-D0C1-46F2-8959-7890D3A67F2E}">
      <dsp:nvSpPr>
        <dsp:cNvPr id="0" name=""/>
        <dsp:cNvSpPr/>
      </dsp:nvSpPr>
      <dsp:spPr>
        <a:xfrm>
          <a:off x="529143" y="4009208"/>
          <a:ext cx="5922799" cy="458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486" tIns="48486" rIns="48486" bIns="4848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Size</a:t>
          </a:r>
        </a:p>
      </dsp:txBody>
      <dsp:txXfrm>
        <a:off x="529143" y="4009208"/>
        <a:ext cx="5922799" cy="45813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EC940E-679B-4721-86AF-C266BEA8C9B6}">
      <dsp:nvSpPr>
        <dsp:cNvPr id="0" name=""/>
        <dsp:cNvSpPr/>
      </dsp:nvSpPr>
      <dsp:spPr>
        <a:xfrm>
          <a:off x="269955" y="3019"/>
          <a:ext cx="2916484" cy="174989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Read</a:t>
          </a:r>
        </a:p>
      </dsp:txBody>
      <dsp:txXfrm>
        <a:off x="269955" y="3019"/>
        <a:ext cx="2916484" cy="1749890"/>
      </dsp:txXfrm>
    </dsp:sp>
    <dsp:sp modelId="{21C9244E-DDF3-4FFA-8D4D-AC8AD827BBEF}">
      <dsp:nvSpPr>
        <dsp:cNvPr id="0" name=""/>
        <dsp:cNvSpPr/>
      </dsp:nvSpPr>
      <dsp:spPr>
        <a:xfrm>
          <a:off x="3478089" y="3019"/>
          <a:ext cx="2916484" cy="1749890"/>
        </a:xfrm>
        <a:prstGeom prst="rect">
          <a:avLst/>
        </a:prstGeom>
        <a:solidFill>
          <a:schemeClr val="accent5">
            <a:hueOff val="471357"/>
            <a:satOff val="-2254"/>
            <a:lumOff val="2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Write</a:t>
          </a:r>
        </a:p>
      </dsp:txBody>
      <dsp:txXfrm>
        <a:off x="3478089" y="3019"/>
        <a:ext cx="2916484" cy="1749890"/>
      </dsp:txXfrm>
    </dsp:sp>
    <dsp:sp modelId="{A094F319-D37D-4A86-8EDB-4C51ACFDC78C}">
      <dsp:nvSpPr>
        <dsp:cNvPr id="0" name=""/>
        <dsp:cNvSpPr/>
      </dsp:nvSpPr>
      <dsp:spPr>
        <a:xfrm>
          <a:off x="6686222" y="3019"/>
          <a:ext cx="2916484" cy="1749890"/>
        </a:xfrm>
        <a:prstGeom prst="rect">
          <a:avLst/>
        </a:prstGeom>
        <a:solidFill>
          <a:schemeClr val="accent5">
            <a:hueOff val="942713"/>
            <a:satOff val="-4508"/>
            <a:lumOff val="49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Execute</a:t>
          </a:r>
        </a:p>
      </dsp:txBody>
      <dsp:txXfrm>
        <a:off x="6686222" y="3019"/>
        <a:ext cx="2916484" cy="1749890"/>
      </dsp:txXfrm>
    </dsp:sp>
    <dsp:sp modelId="{612974C1-B575-4B1B-BB9B-3C3C6D36CE15}">
      <dsp:nvSpPr>
        <dsp:cNvPr id="0" name=""/>
        <dsp:cNvSpPr/>
      </dsp:nvSpPr>
      <dsp:spPr>
        <a:xfrm>
          <a:off x="269955" y="2044559"/>
          <a:ext cx="2916484" cy="1749890"/>
        </a:xfrm>
        <a:prstGeom prst="rect">
          <a:avLst/>
        </a:prstGeom>
        <a:solidFill>
          <a:schemeClr val="accent5">
            <a:hueOff val="1414070"/>
            <a:satOff val="-6762"/>
            <a:lumOff val="741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Full Control</a:t>
          </a:r>
        </a:p>
      </dsp:txBody>
      <dsp:txXfrm>
        <a:off x="269955" y="2044559"/>
        <a:ext cx="2916484" cy="1749890"/>
      </dsp:txXfrm>
    </dsp:sp>
    <dsp:sp modelId="{030F3D34-0560-45CB-B7CE-34F096E8AC8D}">
      <dsp:nvSpPr>
        <dsp:cNvPr id="0" name=""/>
        <dsp:cNvSpPr/>
      </dsp:nvSpPr>
      <dsp:spPr>
        <a:xfrm>
          <a:off x="3478089" y="2044559"/>
          <a:ext cx="2916484" cy="1749890"/>
        </a:xfrm>
        <a:prstGeom prst="rect">
          <a:avLst/>
        </a:prstGeom>
        <a:solidFill>
          <a:schemeClr val="accent5">
            <a:hueOff val="1885427"/>
            <a:satOff val="-9016"/>
            <a:lumOff val="98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Modify</a:t>
          </a:r>
        </a:p>
      </dsp:txBody>
      <dsp:txXfrm>
        <a:off x="3478089" y="2044559"/>
        <a:ext cx="2916484" cy="1749890"/>
      </dsp:txXfrm>
    </dsp:sp>
    <dsp:sp modelId="{C12BCCDD-B9BD-4A01-8CAF-C71C4CE5CDB7}">
      <dsp:nvSpPr>
        <dsp:cNvPr id="0" name=""/>
        <dsp:cNvSpPr/>
      </dsp:nvSpPr>
      <dsp:spPr>
        <a:xfrm>
          <a:off x="6686222" y="2044559"/>
          <a:ext cx="2916484" cy="1749890"/>
        </a:xfrm>
        <a:prstGeom prst="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List Folder Contents</a:t>
          </a:r>
        </a:p>
      </dsp:txBody>
      <dsp:txXfrm>
        <a:off x="6686222" y="2044559"/>
        <a:ext cx="2916484" cy="1749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9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63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9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1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6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7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6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7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40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E82C-BD33-E236-A89C-353C50ECA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6A4F0-EA2D-376B-20E7-F65A3F067D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Tech+</a:t>
            </a:r>
          </a:p>
          <a:p>
            <a:r>
              <a:rPr lang="en-US" dirty="0"/>
              <a:t>File Systems and Features</a:t>
            </a:r>
          </a:p>
        </p:txBody>
      </p:sp>
    </p:spTree>
    <p:extLst>
      <p:ext uri="{BB962C8B-B14F-4D97-AF65-F5344CB8AC3E}">
        <p14:creationId xmlns:p14="http://schemas.microsoft.com/office/powerpoint/2010/main" val="40928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3135777-4113-40E0-9CAE-CC223A245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5EDBAB-6BEC-C291-0E4F-D7B1FCCF365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ABCAA5-7284-0D01-C805-42830416B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Disk Partitions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06DDC-B631-C838-D10E-7155FBFF9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4038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Divide disks to more than one sections</a:t>
            </a:r>
          </a:p>
          <a:p>
            <a:r>
              <a:rPr lang="en-US" dirty="0">
                <a:solidFill>
                  <a:schemeClr val="bg1"/>
                </a:solidFill>
              </a:rPr>
              <a:t>Organize Data</a:t>
            </a:r>
          </a:p>
          <a:p>
            <a:r>
              <a:rPr lang="en-US" dirty="0">
                <a:solidFill>
                  <a:schemeClr val="bg1"/>
                </a:solidFill>
              </a:rPr>
              <a:t>Install Multiple Operating Systems</a:t>
            </a:r>
          </a:p>
          <a:p>
            <a:r>
              <a:rPr lang="en-US" dirty="0">
                <a:solidFill>
                  <a:schemeClr val="bg1"/>
                </a:solidFill>
              </a:rPr>
              <a:t>Separating OS</a:t>
            </a:r>
          </a:p>
          <a:p>
            <a:r>
              <a:rPr lang="en-US" dirty="0">
                <a:solidFill>
                  <a:schemeClr val="bg1"/>
                </a:solidFill>
              </a:rPr>
              <a:t>Improving Efficiency</a:t>
            </a:r>
          </a:p>
          <a:p>
            <a:r>
              <a:rPr lang="en-US" dirty="0">
                <a:solidFill>
                  <a:schemeClr val="bg1"/>
                </a:solidFill>
              </a:rPr>
              <a:t>Dedicated Recovery Partitions</a:t>
            </a:r>
          </a:p>
          <a:p>
            <a:r>
              <a:rPr lang="en-US" dirty="0">
                <a:solidFill>
                  <a:schemeClr val="bg1"/>
                </a:solidFill>
              </a:rPr>
              <a:t>Protecting Data</a:t>
            </a:r>
          </a:p>
        </p:txBody>
      </p:sp>
    </p:spTree>
    <p:extLst>
      <p:ext uri="{BB962C8B-B14F-4D97-AF65-F5344CB8AC3E}">
        <p14:creationId xmlns:p14="http://schemas.microsoft.com/office/powerpoint/2010/main" val="362734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1065-D442-E419-802F-281865910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Partition Schemes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51CAE1-ADE3-781E-160A-E81E8A1D5F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5789795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2351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FF3F9-17F8-BC82-E068-629B1462E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File System Types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DA26B3-FB52-6CD1-AA57-B92285E102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2288837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3139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13C6A-08F3-DC71-F58F-72BACEA92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File System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F0E3B7-28B3-7D02-08F1-4995BA5CBD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9866117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809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2CA2-062A-B623-1958-C52900C5D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Journaling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A11BAA0-F8EA-13CA-E62D-F703703816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7764410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6966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3182-7619-E628-40D0-D56191276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FB5297-AFA7-40D1-B70C-6AEF399974F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5361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F3FE1-6B6D-5595-ACFE-A3DB27FEF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Encryption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CD352B-FC70-B173-A409-3BC57A97D1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9794366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3754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06491-06AB-3113-6F0E-BCC2B6CF8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Compression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514CBA6-291E-17B1-8D1B-522FC97CA4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3013253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5555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83577-6813-BFC5-70E1-CD3A0B8F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Naming Conventions and Restrictions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E1E3ED-1FE8-4EF1-A555-7E3E9F6CBC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6528308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6414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0CF7-0E80-67B4-A3A2-859C93AEC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Disk Quotas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512992-0989-63FB-561B-34520AA9AF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6287015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3128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4FF2C-D9A7-738C-173B-9E83CFFA2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Snapshots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4BEC90-670F-C13B-DD19-AFD84137B4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6915851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8986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5D027-951E-6187-D03D-CF3C74A5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Folders and Directories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3E0B64-351C-C89A-6DBA-255DAD4C8EA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1654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602B7-86EF-C43B-7C26-550A0BCF8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Why Hierarchical Works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F8485F-9308-4CD5-B788-285C30A5F3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468855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6341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A1027-72FD-F0D1-75CC-A02730B5C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File Types and Extensions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0A1C7B-6B6B-E4F0-ED9B-D08902F6DE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9875639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3811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3FD00-40FE-184B-86DE-9615804AF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Attributes to Files and Folders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EBE887-471A-F320-3FD8-3CF4374C43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0127389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3348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B3F8F-6B89-B551-BD9B-80FCAE12B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Permissions on Files and Folders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D6F8E3-A60E-1086-9EA7-832F10EA08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6219248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8989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571B-FEF0-2773-10E0-49EF98FF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900" y="637563"/>
            <a:ext cx="8640201" cy="30703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000" b="1" cap="all">
                <a:solidFill>
                  <a:schemeClr val="tx1"/>
                </a:solidFill>
              </a:rPr>
              <a:t>KAHOOT!</a:t>
            </a:r>
          </a:p>
        </p:txBody>
      </p:sp>
    </p:spTree>
    <p:extLst>
      <p:ext uri="{BB962C8B-B14F-4D97-AF65-F5344CB8AC3E}">
        <p14:creationId xmlns:p14="http://schemas.microsoft.com/office/powerpoint/2010/main" val="166552018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Metadata/LabelInfo.xml><?xml version="1.0" encoding="utf-8"?>
<clbl:labelList xmlns:clbl="http://schemas.microsoft.com/office/2020/mipLabelMetadata">
  <clbl:label id="{979a234f-6676-4346-ab46-4d9633c4cad1}" enabled="0" method="" siteId="{979a234f-6676-4346-ab46-4d9633c4ca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20</TotalTime>
  <Words>364</Words>
  <Application>Microsoft Office PowerPoint</Application>
  <PresentationFormat>Widescreen</PresentationFormat>
  <Paragraphs>110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Corbel</vt:lpstr>
      <vt:lpstr>Basis</vt:lpstr>
      <vt:lpstr>Chapter 11</vt:lpstr>
      <vt:lpstr>Disk Partitions</vt:lpstr>
      <vt:lpstr>Partition Schemes</vt:lpstr>
      <vt:lpstr>File System Types</vt:lpstr>
      <vt:lpstr>File System Features</vt:lpstr>
      <vt:lpstr>Journaling</vt:lpstr>
      <vt:lpstr>ACLs</vt:lpstr>
      <vt:lpstr>Encryption</vt:lpstr>
      <vt:lpstr>Compression</vt:lpstr>
      <vt:lpstr>Naming Conventions and Restrictions</vt:lpstr>
      <vt:lpstr>Disk Quotas </vt:lpstr>
      <vt:lpstr>Snapshots</vt:lpstr>
      <vt:lpstr>Folders and Directories</vt:lpstr>
      <vt:lpstr>Why Hierarchical Works</vt:lpstr>
      <vt:lpstr>File Types and Extensions</vt:lpstr>
      <vt:lpstr>Attributes to Files and Folders</vt:lpstr>
      <vt:lpstr>Permissions on Files and Folders</vt:lpstr>
      <vt:lpstr>KAHOOT!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Haskell, JT</dc:creator>
  <cp:lastModifiedBy>Haskell, JT</cp:lastModifiedBy>
  <cp:revision>2</cp:revision>
  <dcterms:created xsi:type="dcterms:W3CDTF">2025-05-27T16:37:30Z</dcterms:created>
  <dcterms:modified xsi:type="dcterms:W3CDTF">2025-06-11T03:58:32Z</dcterms:modified>
</cp:coreProperties>
</file>