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6" r:id="rId3"/>
    <p:sldId id="265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7AC07-1597-4CB6-86BE-71BDC9F4B46D}" v="3" dt="2025-05-27T16:37:40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43ae342c-01b7-44d1-9e4c-5ccd6bbabb0e" providerId="ADAL" clId="{8D8D9FCC-C03A-4C49-90E0-0AE8F379FE7D}"/>
    <pc:docChg chg="modSld">
      <pc:chgData name="Haskell, JT" userId="43ae342c-01b7-44d1-9e4c-5ccd6bbabb0e" providerId="ADAL" clId="{8D8D9FCC-C03A-4C49-90E0-0AE8F379FE7D}" dt="2025-05-27T16:40:51.254" v="26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7C58A2-BD59-4FE4-93A9-302FFE9ADE9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35947BC-1785-420E-8225-C2522C954856}">
      <dgm:prSet/>
      <dgm:spPr/>
      <dgm:t>
        <a:bodyPr/>
        <a:lstStyle/>
        <a:p>
          <a:pPr>
            <a:defRPr cap="all"/>
          </a:pPr>
          <a:r>
            <a:rPr lang="en-US"/>
            <a:t>Something most of us use daily</a:t>
          </a:r>
        </a:p>
      </dgm:t>
    </dgm:pt>
    <dgm:pt modelId="{3E81764E-D935-44BE-A7F9-153ABEF0B766}" type="parTrans" cxnId="{8371DA83-DCBF-43AF-B76B-C534A3F7FB94}">
      <dgm:prSet/>
      <dgm:spPr/>
      <dgm:t>
        <a:bodyPr/>
        <a:lstStyle/>
        <a:p>
          <a:endParaRPr lang="en-US"/>
        </a:p>
      </dgm:t>
    </dgm:pt>
    <dgm:pt modelId="{88F6F045-0A16-44B5-956D-3A080B4234F8}" type="sibTrans" cxnId="{8371DA83-DCBF-43AF-B76B-C534A3F7FB94}">
      <dgm:prSet/>
      <dgm:spPr/>
      <dgm:t>
        <a:bodyPr/>
        <a:lstStyle/>
        <a:p>
          <a:endParaRPr lang="en-US"/>
        </a:p>
      </dgm:t>
    </dgm:pt>
    <dgm:pt modelId="{D5C68284-B283-467A-B7AE-ADDB00C3F1FF}">
      <dgm:prSet/>
      <dgm:spPr/>
      <dgm:t>
        <a:bodyPr/>
        <a:lstStyle/>
        <a:p>
          <a:pPr>
            <a:defRPr cap="all"/>
          </a:pPr>
          <a:r>
            <a:rPr lang="en-US"/>
            <a:t>We must know how to use them properly and safely</a:t>
          </a:r>
        </a:p>
      </dgm:t>
    </dgm:pt>
    <dgm:pt modelId="{052E3A13-8140-4DCB-8890-DAE54AC9B1E4}" type="parTrans" cxnId="{AC9BFCDE-5133-4A9C-8474-3FC9A3C22DC1}">
      <dgm:prSet/>
      <dgm:spPr/>
      <dgm:t>
        <a:bodyPr/>
        <a:lstStyle/>
        <a:p>
          <a:endParaRPr lang="en-US"/>
        </a:p>
      </dgm:t>
    </dgm:pt>
    <dgm:pt modelId="{842EBC11-A2E8-429C-9B93-1D9DC331FAF0}" type="sibTrans" cxnId="{AC9BFCDE-5133-4A9C-8474-3FC9A3C22DC1}">
      <dgm:prSet/>
      <dgm:spPr/>
      <dgm:t>
        <a:bodyPr/>
        <a:lstStyle/>
        <a:p>
          <a:endParaRPr lang="en-US"/>
        </a:p>
      </dgm:t>
    </dgm:pt>
    <dgm:pt modelId="{74103F2C-A59D-4D3D-AA08-B2CF459108A2}">
      <dgm:prSet/>
      <dgm:spPr/>
      <dgm:t>
        <a:bodyPr/>
        <a:lstStyle/>
        <a:p>
          <a:pPr>
            <a:defRPr cap="all"/>
          </a:pPr>
          <a:r>
            <a:rPr lang="en-US"/>
            <a:t>We need to know some popular features</a:t>
          </a:r>
        </a:p>
      </dgm:t>
    </dgm:pt>
    <dgm:pt modelId="{AE20DBEB-ACD1-4051-A0F6-17847C2CDFE8}" type="parTrans" cxnId="{C8A5230F-2BCB-4446-8572-4F61E6F2AFA8}">
      <dgm:prSet/>
      <dgm:spPr/>
      <dgm:t>
        <a:bodyPr/>
        <a:lstStyle/>
        <a:p>
          <a:endParaRPr lang="en-US"/>
        </a:p>
      </dgm:t>
    </dgm:pt>
    <dgm:pt modelId="{B986FBB2-B325-41F1-90E9-C5C938055C4C}" type="sibTrans" cxnId="{C8A5230F-2BCB-4446-8572-4F61E6F2AFA8}">
      <dgm:prSet/>
      <dgm:spPr/>
      <dgm:t>
        <a:bodyPr/>
        <a:lstStyle/>
        <a:p>
          <a:endParaRPr lang="en-US"/>
        </a:p>
      </dgm:t>
    </dgm:pt>
    <dgm:pt modelId="{771DA25F-8EDA-48E1-BE71-8C4D21D63EED}">
      <dgm:prSet/>
      <dgm:spPr/>
      <dgm:t>
        <a:bodyPr/>
        <a:lstStyle/>
        <a:p>
          <a:pPr>
            <a:defRPr cap="all"/>
          </a:pPr>
          <a:r>
            <a:rPr lang="en-US"/>
            <a:t>Some Common attacks we may find</a:t>
          </a:r>
        </a:p>
      </dgm:t>
    </dgm:pt>
    <dgm:pt modelId="{FD12170F-C79A-4B53-BE7A-604F40D0FE08}" type="parTrans" cxnId="{FC5CD7A1-0F6C-4025-A795-1FE9B2D08BA3}">
      <dgm:prSet/>
      <dgm:spPr/>
      <dgm:t>
        <a:bodyPr/>
        <a:lstStyle/>
        <a:p>
          <a:endParaRPr lang="en-US"/>
        </a:p>
      </dgm:t>
    </dgm:pt>
    <dgm:pt modelId="{7AF93562-3CD1-4E41-9B22-2F93DFBC48F8}" type="sibTrans" cxnId="{FC5CD7A1-0F6C-4025-A795-1FE9B2D08BA3}">
      <dgm:prSet/>
      <dgm:spPr/>
      <dgm:t>
        <a:bodyPr/>
        <a:lstStyle/>
        <a:p>
          <a:endParaRPr lang="en-US"/>
        </a:p>
      </dgm:t>
    </dgm:pt>
    <dgm:pt modelId="{465FF692-A473-4643-AF7C-FE2906F62EB6}" type="pres">
      <dgm:prSet presAssocID="{C87C58A2-BD59-4FE4-93A9-302FFE9ADE90}" presName="root" presStyleCnt="0">
        <dgm:presLayoutVars>
          <dgm:dir/>
          <dgm:resizeHandles val="exact"/>
        </dgm:presLayoutVars>
      </dgm:prSet>
      <dgm:spPr/>
    </dgm:pt>
    <dgm:pt modelId="{6A6B7673-CD3B-4CC5-98B3-2CAD5368A00D}" type="pres">
      <dgm:prSet presAssocID="{D35947BC-1785-420E-8225-C2522C954856}" presName="compNode" presStyleCnt="0"/>
      <dgm:spPr/>
    </dgm:pt>
    <dgm:pt modelId="{E5503E09-90A6-427F-9A93-AD6AB85427C8}" type="pres">
      <dgm:prSet presAssocID="{D35947BC-1785-420E-8225-C2522C954856}" presName="iconBgRect" presStyleLbl="bgShp" presStyleIdx="0" presStyleCnt="4"/>
      <dgm:spPr/>
    </dgm:pt>
    <dgm:pt modelId="{55036174-7EA0-4652-A259-CED79B2DE95E}" type="pres">
      <dgm:prSet presAssocID="{D35947BC-1785-420E-8225-C2522C95485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316C959-BD21-4728-A369-D3EE248C7A93}" type="pres">
      <dgm:prSet presAssocID="{D35947BC-1785-420E-8225-C2522C954856}" presName="spaceRect" presStyleCnt="0"/>
      <dgm:spPr/>
    </dgm:pt>
    <dgm:pt modelId="{47B156C0-32D3-4672-A723-EA2E3B35F1B4}" type="pres">
      <dgm:prSet presAssocID="{D35947BC-1785-420E-8225-C2522C954856}" presName="textRect" presStyleLbl="revTx" presStyleIdx="0" presStyleCnt="4">
        <dgm:presLayoutVars>
          <dgm:chMax val="1"/>
          <dgm:chPref val="1"/>
        </dgm:presLayoutVars>
      </dgm:prSet>
      <dgm:spPr/>
    </dgm:pt>
    <dgm:pt modelId="{ED115F25-ADE5-4237-828A-9D3A903869C4}" type="pres">
      <dgm:prSet presAssocID="{88F6F045-0A16-44B5-956D-3A080B4234F8}" presName="sibTrans" presStyleCnt="0"/>
      <dgm:spPr/>
    </dgm:pt>
    <dgm:pt modelId="{194AA926-E420-4376-B934-D74FCF517C91}" type="pres">
      <dgm:prSet presAssocID="{D5C68284-B283-467A-B7AE-ADDB00C3F1FF}" presName="compNode" presStyleCnt="0"/>
      <dgm:spPr/>
    </dgm:pt>
    <dgm:pt modelId="{0391AB05-4F9D-4866-A42E-D263B60DCFC8}" type="pres">
      <dgm:prSet presAssocID="{D5C68284-B283-467A-B7AE-ADDB00C3F1FF}" presName="iconBgRect" presStyleLbl="bgShp" presStyleIdx="1" presStyleCnt="4"/>
      <dgm:spPr/>
    </dgm:pt>
    <dgm:pt modelId="{30F56CE4-4E8D-4D96-B80C-70668BEB2F5F}" type="pres">
      <dgm:prSet presAssocID="{D5C68284-B283-467A-B7AE-ADDB00C3F1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6DA2B23-8656-4622-BFFF-BDD63333B549}" type="pres">
      <dgm:prSet presAssocID="{D5C68284-B283-467A-B7AE-ADDB00C3F1FF}" presName="spaceRect" presStyleCnt="0"/>
      <dgm:spPr/>
    </dgm:pt>
    <dgm:pt modelId="{A929EF62-09D9-40AD-A22C-90182CB55DEC}" type="pres">
      <dgm:prSet presAssocID="{D5C68284-B283-467A-B7AE-ADDB00C3F1FF}" presName="textRect" presStyleLbl="revTx" presStyleIdx="1" presStyleCnt="4">
        <dgm:presLayoutVars>
          <dgm:chMax val="1"/>
          <dgm:chPref val="1"/>
        </dgm:presLayoutVars>
      </dgm:prSet>
      <dgm:spPr/>
    </dgm:pt>
    <dgm:pt modelId="{F408C9E3-5E77-4C7E-9BA5-7117C2BF82CD}" type="pres">
      <dgm:prSet presAssocID="{842EBC11-A2E8-429C-9B93-1D9DC331FAF0}" presName="sibTrans" presStyleCnt="0"/>
      <dgm:spPr/>
    </dgm:pt>
    <dgm:pt modelId="{9CB2AC88-7F5D-4DC1-9974-BBAC31C55C50}" type="pres">
      <dgm:prSet presAssocID="{74103F2C-A59D-4D3D-AA08-B2CF459108A2}" presName="compNode" presStyleCnt="0"/>
      <dgm:spPr/>
    </dgm:pt>
    <dgm:pt modelId="{2AFF1883-BB53-43BC-A399-F9768656E781}" type="pres">
      <dgm:prSet presAssocID="{74103F2C-A59D-4D3D-AA08-B2CF459108A2}" presName="iconBgRect" presStyleLbl="bgShp" presStyleIdx="2" presStyleCnt="4"/>
      <dgm:spPr/>
    </dgm:pt>
    <dgm:pt modelId="{CB2D9C3C-9DAC-4727-9EE9-8AB1E9509B17}" type="pres">
      <dgm:prSet presAssocID="{74103F2C-A59D-4D3D-AA08-B2CF459108A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265D980-6813-4D36-9189-525624A817C6}" type="pres">
      <dgm:prSet presAssocID="{74103F2C-A59D-4D3D-AA08-B2CF459108A2}" presName="spaceRect" presStyleCnt="0"/>
      <dgm:spPr/>
    </dgm:pt>
    <dgm:pt modelId="{7F735882-9799-4CEC-A9A1-3C6B0F5BC41F}" type="pres">
      <dgm:prSet presAssocID="{74103F2C-A59D-4D3D-AA08-B2CF459108A2}" presName="textRect" presStyleLbl="revTx" presStyleIdx="2" presStyleCnt="4">
        <dgm:presLayoutVars>
          <dgm:chMax val="1"/>
          <dgm:chPref val="1"/>
        </dgm:presLayoutVars>
      </dgm:prSet>
      <dgm:spPr/>
    </dgm:pt>
    <dgm:pt modelId="{ED5FF74B-A612-4585-A82D-0CA7EAD4FF03}" type="pres">
      <dgm:prSet presAssocID="{B986FBB2-B325-41F1-90E9-C5C938055C4C}" presName="sibTrans" presStyleCnt="0"/>
      <dgm:spPr/>
    </dgm:pt>
    <dgm:pt modelId="{4FDBB535-FBD2-47B1-9FB0-847C1FD3B200}" type="pres">
      <dgm:prSet presAssocID="{771DA25F-8EDA-48E1-BE71-8C4D21D63EED}" presName="compNode" presStyleCnt="0"/>
      <dgm:spPr/>
    </dgm:pt>
    <dgm:pt modelId="{53DE1D03-994A-4D85-9365-DB246D1A55E3}" type="pres">
      <dgm:prSet presAssocID="{771DA25F-8EDA-48E1-BE71-8C4D21D63EED}" presName="iconBgRect" presStyleLbl="bgShp" presStyleIdx="3" presStyleCnt="4"/>
      <dgm:spPr/>
    </dgm:pt>
    <dgm:pt modelId="{5112FFC5-C3FC-42EE-8E35-35A9030BDEBB}" type="pres">
      <dgm:prSet presAssocID="{771DA25F-8EDA-48E1-BE71-8C4D21D63EE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F356B35-CB11-4FD5-89C1-4E9998E0E569}" type="pres">
      <dgm:prSet presAssocID="{771DA25F-8EDA-48E1-BE71-8C4D21D63EED}" presName="spaceRect" presStyleCnt="0"/>
      <dgm:spPr/>
    </dgm:pt>
    <dgm:pt modelId="{D35DEAFD-FBFB-4E26-A6BE-FE207CECBA29}" type="pres">
      <dgm:prSet presAssocID="{771DA25F-8EDA-48E1-BE71-8C4D21D63EE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EC8FE09-AA7F-4734-AE71-5BD43DA3DD07}" type="presOf" srcId="{D35947BC-1785-420E-8225-C2522C954856}" destId="{47B156C0-32D3-4672-A723-EA2E3B35F1B4}" srcOrd="0" destOrd="0" presId="urn:microsoft.com/office/officeart/2018/5/layout/IconCircleLabelList"/>
    <dgm:cxn modelId="{C8A5230F-2BCB-4446-8572-4F61E6F2AFA8}" srcId="{C87C58A2-BD59-4FE4-93A9-302FFE9ADE90}" destId="{74103F2C-A59D-4D3D-AA08-B2CF459108A2}" srcOrd="2" destOrd="0" parTransId="{AE20DBEB-ACD1-4051-A0F6-17847C2CDFE8}" sibTransId="{B986FBB2-B325-41F1-90E9-C5C938055C4C}"/>
    <dgm:cxn modelId="{4DEEE424-2D3D-457A-93EF-10AF24A3993E}" type="presOf" srcId="{C87C58A2-BD59-4FE4-93A9-302FFE9ADE90}" destId="{465FF692-A473-4643-AF7C-FE2906F62EB6}" srcOrd="0" destOrd="0" presId="urn:microsoft.com/office/officeart/2018/5/layout/IconCircleLabelList"/>
    <dgm:cxn modelId="{8371DA83-DCBF-43AF-B76B-C534A3F7FB94}" srcId="{C87C58A2-BD59-4FE4-93A9-302FFE9ADE90}" destId="{D35947BC-1785-420E-8225-C2522C954856}" srcOrd="0" destOrd="0" parTransId="{3E81764E-D935-44BE-A7F9-153ABEF0B766}" sibTransId="{88F6F045-0A16-44B5-956D-3A080B4234F8}"/>
    <dgm:cxn modelId="{B067238E-6887-434C-BBE5-ADB5BB036260}" type="presOf" srcId="{D5C68284-B283-467A-B7AE-ADDB00C3F1FF}" destId="{A929EF62-09D9-40AD-A22C-90182CB55DEC}" srcOrd="0" destOrd="0" presId="urn:microsoft.com/office/officeart/2018/5/layout/IconCircleLabelList"/>
    <dgm:cxn modelId="{CC791695-11B1-4968-A3B8-A8DEBA8173B3}" type="presOf" srcId="{771DA25F-8EDA-48E1-BE71-8C4D21D63EED}" destId="{D35DEAFD-FBFB-4E26-A6BE-FE207CECBA29}" srcOrd="0" destOrd="0" presId="urn:microsoft.com/office/officeart/2018/5/layout/IconCircleLabelList"/>
    <dgm:cxn modelId="{FC5CD7A1-0F6C-4025-A795-1FE9B2D08BA3}" srcId="{C87C58A2-BD59-4FE4-93A9-302FFE9ADE90}" destId="{771DA25F-8EDA-48E1-BE71-8C4D21D63EED}" srcOrd="3" destOrd="0" parTransId="{FD12170F-C79A-4B53-BE7A-604F40D0FE08}" sibTransId="{7AF93562-3CD1-4E41-9B22-2F93DFBC48F8}"/>
    <dgm:cxn modelId="{AC9BFCDE-5133-4A9C-8474-3FC9A3C22DC1}" srcId="{C87C58A2-BD59-4FE4-93A9-302FFE9ADE90}" destId="{D5C68284-B283-467A-B7AE-ADDB00C3F1FF}" srcOrd="1" destOrd="0" parTransId="{052E3A13-8140-4DCB-8890-DAE54AC9B1E4}" sibTransId="{842EBC11-A2E8-429C-9B93-1D9DC331FAF0}"/>
    <dgm:cxn modelId="{8EB8BDE6-1479-4630-BBEF-AEA694373892}" type="presOf" srcId="{74103F2C-A59D-4D3D-AA08-B2CF459108A2}" destId="{7F735882-9799-4CEC-A9A1-3C6B0F5BC41F}" srcOrd="0" destOrd="0" presId="urn:microsoft.com/office/officeart/2018/5/layout/IconCircleLabelList"/>
    <dgm:cxn modelId="{5780C753-04DE-44C6-8CE2-87E840BDB65C}" type="presParOf" srcId="{465FF692-A473-4643-AF7C-FE2906F62EB6}" destId="{6A6B7673-CD3B-4CC5-98B3-2CAD5368A00D}" srcOrd="0" destOrd="0" presId="urn:microsoft.com/office/officeart/2018/5/layout/IconCircleLabelList"/>
    <dgm:cxn modelId="{399E9411-1EDD-483C-B9BF-49564DE9481B}" type="presParOf" srcId="{6A6B7673-CD3B-4CC5-98B3-2CAD5368A00D}" destId="{E5503E09-90A6-427F-9A93-AD6AB85427C8}" srcOrd="0" destOrd="0" presId="urn:microsoft.com/office/officeart/2018/5/layout/IconCircleLabelList"/>
    <dgm:cxn modelId="{9C371BFD-7007-4E63-BC25-E45A8A57CF1B}" type="presParOf" srcId="{6A6B7673-CD3B-4CC5-98B3-2CAD5368A00D}" destId="{55036174-7EA0-4652-A259-CED79B2DE95E}" srcOrd="1" destOrd="0" presId="urn:microsoft.com/office/officeart/2018/5/layout/IconCircleLabelList"/>
    <dgm:cxn modelId="{5EA8AE54-E00B-4F57-B0E6-EA9ABE2C9DB4}" type="presParOf" srcId="{6A6B7673-CD3B-4CC5-98B3-2CAD5368A00D}" destId="{B316C959-BD21-4728-A369-D3EE248C7A93}" srcOrd="2" destOrd="0" presId="urn:microsoft.com/office/officeart/2018/5/layout/IconCircleLabelList"/>
    <dgm:cxn modelId="{079705E7-7C20-461E-95D7-D2736FF28D79}" type="presParOf" srcId="{6A6B7673-CD3B-4CC5-98B3-2CAD5368A00D}" destId="{47B156C0-32D3-4672-A723-EA2E3B35F1B4}" srcOrd="3" destOrd="0" presId="urn:microsoft.com/office/officeart/2018/5/layout/IconCircleLabelList"/>
    <dgm:cxn modelId="{4352A217-4353-4BCD-BB8B-E625E6DF824F}" type="presParOf" srcId="{465FF692-A473-4643-AF7C-FE2906F62EB6}" destId="{ED115F25-ADE5-4237-828A-9D3A903869C4}" srcOrd="1" destOrd="0" presId="urn:microsoft.com/office/officeart/2018/5/layout/IconCircleLabelList"/>
    <dgm:cxn modelId="{1335411D-67B8-4DF8-8068-52C4ABA88556}" type="presParOf" srcId="{465FF692-A473-4643-AF7C-FE2906F62EB6}" destId="{194AA926-E420-4376-B934-D74FCF517C91}" srcOrd="2" destOrd="0" presId="urn:microsoft.com/office/officeart/2018/5/layout/IconCircleLabelList"/>
    <dgm:cxn modelId="{56EFF556-BBDD-4BCB-B60E-F17A256F24A7}" type="presParOf" srcId="{194AA926-E420-4376-B934-D74FCF517C91}" destId="{0391AB05-4F9D-4866-A42E-D263B60DCFC8}" srcOrd="0" destOrd="0" presId="urn:microsoft.com/office/officeart/2018/5/layout/IconCircleLabelList"/>
    <dgm:cxn modelId="{E50C659F-C2D9-40F3-9935-64B749D50691}" type="presParOf" srcId="{194AA926-E420-4376-B934-D74FCF517C91}" destId="{30F56CE4-4E8D-4D96-B80C-70668BEB2F5F}" srcOrd="1" destOrd="0" presId="urn:microsoft.com/office/officeart/2018/5/layout/IconCircleLabelList"/>
    <dgm:cxn modelId="{1D2596D3-E409-4E8F-A611-091A7858DF22}" type="presParOf" srcId="{194AA926-E420-4376-B934-D74FCF517C91}" destId="{E6DA2B23-8656-4622-BFFF-BDD63333B549}" srcOrd="2" destOrd="0" presId="urn:microsoft.com/office/officeart/2018/5/layout/IconCircleLabelList"/>
    <dgm:cxn modelId="{7A5D7D8D-BB96-4440-B591-8444D4B430AF}" type="presParOf" srcId="{194AA926-E420-4376-B934-D74FCF517C91}" destId="{A929EF62-09D9-40AD-A22C-90182CB55DEC}" srcOrd="3" destOrd="0" presId="urn:microsoft.com/office/officeart/2018/5/layout/IconCircleLabelList"/>
    <dgm:cxn modelId="{C4E3AA80-78E1-4045-B70A-333BD7FE300F}" type="presParOf" srcId="{465FF692-A473-4643-AF7C-FE2906F62EB6}" destId="{F408C9E3-5E77-4C7E-9BA5-7117C2BF82CD}" srcOrd="3" destOrd="0" presId="urn:microsoft.com/office/officeart/2018/5/layout/IconCircleLabelList"/>
    <dgm:cxn modelId="{001F0723-2D54-4102-8801-C8CD5A6580ED}" type="presParOf" srcId="{465FF692-A473-4643-AF7C-FE2906F62EB6}" destId="{9CB2AC88-7F5D-4DC1-9974-BBAC31C55C50}" srcOrd="4" destOrd="0" presId="urn:microsoft.com/office/officeart/2018/5/layout/IconCircleLabelList"/>
    <dgm:cxn modelId="{2BBD16E8-BC59-4E33-967F-6A9AFE849518}" type="presParOf" srcId="{9CB2AC88-7F5D-4DC1-9974-BBAC31C55C50}" destId="{2AFF1883-BB53-43BC-A399-F9768656E781}" srcOrd="0" destOrd="0" presId="urn:microsoft.com/office/officeart/2018/5/layout/IconCircleLabelList"/>
    <dgm:cxn modelId="{F8B2099F-E540-4395-A68D-76B060DCC78E}" type="presParOf" srcId="{9CB2AC88-7F5D-4DC1-9974-BBAC31C55C50}" destId="{CB2D9C3C-9DAC-4727-9EE9-8AB1E9509B17}" srcOrd="1" destOrd="0" presId="urn:microsoft.com/office/officeart/2018/5/layout/IconCircleLabelList"/>
    <dgm:cxn modelId="{1E8BA083-EECF-4396-8C41-C6C2F3BD68ED}" type="presParOf" srcId="{9CB2AC88-7F5D-4DC1-9974-BBAC31C55C50}" destId="{A265D980-6813-4D36-9189-525624A817C6}" srcOrd="2" destOrd="0" presId="urn:microsoft.com/office/officeart/2018/5/layout/IconCircleLabelList"/>
    <dgm:cxn modelId="{76D94B0E-8120-4E4D-AB5B-008A94D20EEF}" type="presParOf" srcId="{9CB2AC88-7F5D-4DC1-9974-BBAC31C55C50}" destId="{7F735882-9799-4CEC-A9A1-3C6B0F5BC41F}" srcOrd="3" destOrd="0" presId="urn:microsoft.com/office/officeart/2018/5/layout/IconCircleLabelList"/>
    <dgm:cxn modelId="{D69E1BFB-A314-4AF6-AA04-28B45384AD30}" type="presParOf" srcId="{465FF692-A473-4643-AF7C-FE2906F62EB6}" destId="{ED5FF74B-A612-4585-A82D-0CA7EAD4FF03}" srcOrd="5" destOrd="0" presId="urn:microsoft.com/office/officeart/2018/5/layout/IconCircleLabelList"/>
    <dgm:cxn modelId="{7242B3E6-13B7-459B-810D-07847AF30128}" type="presParOf" srcId="{465FF692-A473-4643-AF7C-FE2906F62EB6}" destId="{4FDBB535-FBD2-47B1-9FB0-847C1FD3B200}" srcOrd="6" destOrd="0" presId="urn:microsoft.com/office/officeart/2018/5/layout/IconCircleLabelList"/>
    <dgm:cxn modelId="{39829409-C5D8-47E6-8E21-D8E859DE5924}" type="presParOf" srcId="{4FDBB535-FBD2-47B1-9FB0-847C1FD3B200}" destId="{53DE1D03-994A-4D85-9365-DB246D1A55E3}" srcOrd="0" destOrd="0" presId="urn:microsoft.com/office/officeart/2018/5/layout/IconCircleLabelList"/>
    <dgm:cxn modelId="{27502138-F68D-4ACA-92B9-E751841AE5E8}" type="presParOf" srcId="{4FDBB535-FBD2-47B1-9FB0-847C1FD3B200}" destId="{5112FFC5-C3FC-42EE-8E35-35A9030BDEBB}" srcOrd="1" destOrd="0" presId="urn:microsoft.com/office/officeart/2018/5/layout/IconCircleLabelList"/>
    <dgm:cxn modelId="{36CFD919-35E8-484F-B1B2-4E249425BC3C}" type="presParOf" srcId="{4FDBB535-FBD2-47B1-9FB0-847C1FD3B200}" destId="{3F356B35-CB11-4FD5-89C1-4E9998E0E569}" srcOrd="2" destOrd="0" presId="urn:microsoft.com/office/officeart/2018/5/layout/IconCircleLabelList"/>
    <dgm:cxn modelId="{071F703F-3B08-4567-8A2A-4986D81066C0}" type="presParOf" srcId="{4FDBB535-FBD2-47B1-9FB0-847C1FD3B200}" destId="{D35DEAFD-FBFB-4E26-A6BE-FE207CECBA2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B76ADF-68A9-4B1A-BBBF-00FAF9B7029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F8BED89-7F21-486B-8D4C-307B01732EB1}">
      <dgm:prSet/>
      <dgm:spPr/>
      <dgm:t>
        <a:bodyPr/>
        <a:lstStyle/>
        <a:p>
          <a:r>
            <a:rPr lang="en-US"/>
            <a:t>Viruses</a:t>
          </a:r>
        </a:p>
      </dgm:t>
    </dgm:pt>
    <dgm:pt modelId="{D8641208-4094-465E-A554-C3F3BD46EAB2}" type="parTrans" cxnId="{3F32D3C7-D404-42CC-BD78-D26AB39E8B77}">
      <dgm:prSet/>
      <dgm:spPr/>
      <dgm:t>
        <a:bodyPr/>
        <a:lstStyle/>
        <a:p>
          <a:endParaRPr lang="en-US"/>
        </a:p>
      </dgm:t>
    </dgm:pt>
    <dgm:pt modelId="{B530FFD9-E157-41B6-8542-76C725A3E9F3}" type="sibTrans" cxnId="{3F32D3C7-D404-42CC-BD78-D26AB39E8B77}">
      <dgm:prSet/>
      <dgm:spPr/>
      <dgm:t>
        <a:bodyPr/>
        <a:lstStyle/>
        <a:p>
          <a:endParaRPr lang="en-US"/>
        </a:p>
      </dgm:t>
    </dgm:pt>
    <dgm:pt modelId="{95B37162-5B33-4B3B-9EF5-3B8D4A3CF555}">
      <dgm:prSet/>
      <dgm:spPr/>
      <dgm:t>
        <a:bodyPr/>
        <a:lstStyle/>
        <a:p>
          <a:r>
            <a:rPr lang="en-US"/>
            <a:t>Worm</a:t>
          </a:r>
        </a:p>
      </dgm:t>
    </dgm:pt>
    <dgm:pt modelId="{DC0EC8D9-809F-4405-AE55-2744A15C9CBD}" type="parTrans" cxnId="{89D49F8C-90DD-4BB9-A3EC-EF2C16FA7D7C}">
      <dgm:prSet/>
      <dgm:spPr/>
      <dgm:t>
        <a:bodyPr/>
        <a:lstStyle/>
        <a:p>
          <a:endParaRPr lang="en-US"/>
        </a:p>
      </dgm:t>
    </dgm:pt>
    <dgm:pt modelId="{920661C8-2814-4BE7-8C0C-BA5011460DF1}" type="sibTrans" cxnId="{89D49F8C-90DD-4BB9-A3EC-EF2C16FA7D7C}">
      <dgm:prSet/>
      <dgm:spPr/>
      <dgm:t>
        <a:bodyPr/>
        <a:lstStyle/>
        <a:p>
          <a:endParaRPr lang="en-US"/>
        </a:p>
      </dgm:t>
    </dgm:pt>
    <dgm:pt modelId="{4E2E61B2-DB80-4DFE-90FB-A3F70574CD85}">
      <dgm:prSet/>
      <dgm:spPr/>
      <dgm:t>
        <a:bodyPr/>
        <a:lstStyle/>
        <a:p>
          <a:r>
            <a:rPr lang="en-US"/>
            <a:t>Trojans</a:t>
          </a:r>
        </a:p>
      </dgm:t>
    </dgm:pt>
    <dgm:pt modelId="{5B2CE3DA-446F-4E20-A999-B6E3E3F7B54A}" type="parTrans" cxnId="{568D1923-0858-44FA-93C8-C486696AF093}">
      <dgm:prSet/>
      <dgm:spPr/>
      <dgm:t>
        <a:bodyPr/>
        <a:lstStyle/>
        <a:p>
          <a:endParaRPr lang="en-US"/>
        </a:p>
      </dgm:t>
    </dgm:pt>
    <dgm:pt modelId="{27BF43F3-ADCE-4AA3-B784-9399220B8A0D}" type="sibTrans" cxnId="{568D1923-0858-44FA-93C8-C486696AF093}">
      <dgm:prSet/>
      <dgm:spPr/>
      <dgm:t>
        <a:bodyPr/>
        <a:lstStyle/>
        <a:p>
          <a:endParaRPr lang="en-US"/>
        </a:p>
      </dgm:t>
    </dgm:pt>
    <dgm:pt modelId="{227E06C1-9807-43D1-B09F-5BBF9B25599F}">
      <dgm:prSet/>
      <dgm:spPr/>
      <dgm:t>
        <a:bodyPr/>
        <a:lstStyle/>
        <a:p>
          <a:r>
            <a:rPr lang="en-US"/>
            <a:t>Ransomware</a:t>
          </a:r>
        </a:p>
      </dgm:t>
    </dgm:pt>
    <dgm:pt modelId="{E366FB65-3AF5-4211-868F-B0FDC170BF43}" type="parTrans" cxnId="{34FBE8BB-0797-4D2F-B6C2-6D2D9FBFCE86}">
      <dgm:prSet/>
      <dgm:spPr/>
      <dgm:t>
        <a:bodyPr/>
        <a:lstStyle/>
        <a:p>
          <a:endParaRPr lang="en-US"/>
        </a:p>
      </dgm:t>
    </dgm:pt>
    <dgm:pt modelId="{9D4F2835-3837-4DA5-BE5C-8F8B958895D7}" type="sibTrans" cxnId="{34FBE8BB-0797-4D2F-B6C2-6D2D9FBFCE86}">
      <dgm:prSet/>
      <dgm:spPr/>
      <dgm:t>
        <a:bodyPr/>
        <a:lstStyle/>
        <a:p>
          <a:endParaRPr lang="en-US"/>
        </a:p>
      </dgm:t>
    </dgm:pt>
    <dgm:pt modelId="{FEAB012D-4D0E-4202-A676-80C25FA7EF8B}">
      <dgm:prSet/>
      <dgm:spPr/>
      <dgm:t>
        <a:bodyPr/>
        <a:lstStyle/>
        <a:p>
          <a:r>
            <a:rPr lang="en-US"/>
            <a:t>Spyware</a:t>
          </a:r>
        </a:p>
      </dgm:t>
    </dgm:pt>
    <dgm:pt modelId="{C1E9666E-11A0-42AC-B942-CE713B5E11EC}" type="parTrans" cxnId="{DB7A446D-2E67-4D85-A3B8-6A5523D1BEF8}">
      <dgm:prSet/>
      <dgm:spPr/>
      <dgm:t>
        <a:bodyPr/>
        <a:lstStyle/>
        <a:p>
          <a:endParaRPr lang="en-US"/>
        </a:p>
      </dgm:t>
    </dgm:pt>
    <dgm:pt modelId="{863CDBB1-9E81-4FE5-8E2B-46466103F915}" type="sibTrans" cxnId="{DB7A446D-2E67-4D85-A3B8-6A5523D1BEF8}">
      <dgm:prSet/>
      <dgm:spPr/>
      <dgm:t>
        <a:bodyPr/>
        <a:lstStyle/>
        <a:p>
          <a:endParaRPr lang="en-US"/>
        </a:p>
      </dgm:t>
    </dgm:pt>
    <dgm:pt modelId="{0C0F960C-0ADA-4CA6-8717-BAAD177B6541}">
      <dgm:prSet/>
      <dgm:spPr/>
      <dgm:t>
        <a:bodyPr/>
        <a:lstStyle/>
        <a:p>
          <a:r>
            <a:rPr lang="en-US"/>
            <a:t>Adware</a:t>
          </a:r>
        </a:p>
      </dgm:t>
    </dgm:pt>
    <dgm:pt modelId="{7A4C182B-48D8-4F90-92A4-84893D5AB9CA}" type="parTrans" cxnId="{FF243FD6-E8C1-4970-A412-781DA5C669DA}">
      <dgm:prSet/>
      <dgm:spPr/>
      <dgm:t>
        <a:bodyPr/>
        <a:lstStyle/>
        <a:p>
          <a:endParaRPr lang="en-US"/>
        </a:p>
      </dgm:t>
    </dgm:pt>
    <dgm:pt modelId="{43723C3C-AF24-420C-AEB7-B9E6A032EB8B}" type="sibTrans" cxnId="{FF243FD6-E8C1-4970-A412-781DA5C669DA}">
      <dgm:prSet/>
      <dgm:spPr/>
      <dgm:t>
        <a:bodyPr/>
        <a:lstStyle/>
        <a:p>
          <a:endParaRPr lang="en-US"/>
        </a:p>
      </dgm:t>
    </dgm:pt>
    <dgm:pt modelId="{693BA54A-E903-4AA2-B391-5EC9ABE9F28C}">
      <dgm:prSet/>
      <dgm:spPr/>
      <dgm:t>
        <a:bodyPr/>
        <a:lstStyle/>
        <a:p>
          <a:r>
            <a:rPr lang="en-US"/>
            <a:t>Keyloggers</a:t>
          </a:r>
        </a:p>
      </dgm:t>
    </dgm:pt>
    <dgm:pt modelId="{8C426161-B447-4D91-9958-79A83717259E}" type="parTrans" cxnId="{6BF1AA1E-7A22-402B-917B-E94F0C58A7D6}">
      <dgm:prSet/>
      <dgm:spPr/>
      <dgm:t>
        <a:bodyPr/>
        <a:lstStyle/>
        <a:p>
          <a:endParaRPr lang="en-US"/>
        </a:p>
      </dgm:t>
    </dgm:pt>
    <dgm:pt modelId="{9938BEB3-FE6A-47CB-8D6A-A3502AF10A76}" type="sibTrans" cxnId="{6BF1AA1E-7A22-402B-917B-E94F0C58A7D6}">
      <dgm:prSet/>
      <dgm:spPr/>
      <dgm:t>
        <a:bodyPr/>
        <a:lstStyle/>
        <a:p>
          <a:endParaRPr lang="en-US"/>
        </a:p>
      </dgm:t>
    </dgm:pt>
    <dgm:pt modelId="{E8EF4FC6-5D5C-49EC-B5F7-0D54946B330F}">
      <dgm:prSet/>
      <dgm:spPr/>
      <dgm:t>
        <a:bodyPr/>
        <a:lstStyle/>
        <a:p>
          <a:r>
            <a:rPr lang="en-US"/>
            <a:t>Rootkits</a:t>
          </a:r>
        </a:p>
      </dgm:t>
    </dgm:pt>
    <dgm:pt modelId="{5C13B9F6-BE83-496F-A928-CAA61195401A}" type="parTrans" cxnId="{0F9C1B89-89BD-4658-BB9A-517251206DC9}">
      <dgm:prSet/>
      <dgm:spPr/>
      <dgm:t>
        <a:bodyPr/>
        <a:lstStyle/>
        <a:p>
          <a:endParaRPr lang="en-US"/>
        </a:p>
      </dgm:t>
    </dgm:pt>
    <dgm:pt modelId="{7A397B17-34A6-4A4B-96B1-585C4746707D}" type="sibTrans" cxnId="{0F9C1B89-89BD-4658-BB9A-517251206DC9}">
      <dgm:prSet/>
      <dgm:spPr/>
      <dgm:t>
        <a:bodyPr/>
        <a:lstStyle/>
        <a:p>
          <a:endParaRPr lang="en-US"/>
        </a:p>
      </dgm:t>
    </dgm:pt>
    <dgm:pt modelId="{129BF71E-520C-42CD-BEC9-9E3290481A3D}" type="pres">
      <dgm:prSet presAssocID="{06B76ADF-68A9-4B1A-BBBF-00FAF9B70298}" presName="diagram" presStyleCnt="0">
        <dgm:presLayoutVars>
          <dgm:dir/>
          <dgm:resizeHandles val="exact"/>
        </dgm:presLayoutVars>
      </dgm:prSet>
      <dgm:spPr/>
    </dgm:pt>
    <dgm:pt modelId="{F9AD383F-4082-40A2-9436-DCA08E10DDA2}" type="pres">
      <dgm:prSet presAssocID="{2F8BED89-7F21-486B-8D4C-307B01732EB1}" presName="node" presStyleLbl="node1" presStyleIdx="0" presStyleCnt="8">
        <dgm:presLayoutVars>
          <dgm:bulletEnabled val="1"/>
        </dgm:presLayoutVars>
      </dgm:prSet>
      <dgm:spPr/>
    </dgm:pt>
    <dgm:pt modelId="{5917C3D4-AB54-48FD-9A39-A0FA7EFA7BC1}" type="pres">
      <dgm:prSet presAssocID="{B530FFD9-E157-41B6-8542-76C725A3E9F3}" presName="sibTrans" presStyleCnt="0"/>
      <dgm:spPr/>
    </dgm:pt>
    <dgm:pt modelId="{D5518947-2613-4B49-82AC-44F0F4CB0B3E}" type="pres">
      <dgm:prSet presAssocID="{95B37162-5B33-4B3B-9EF5-3B8D4A3CF555}" presName="node" presStyleLbl="node1" presStyleIdx="1" presStyleCnt="8">
        <dgm:presLayoutVars>
          <dgm:bulletEnabled val="1"/>
        </dgm:presLayoutVars>
      </dgm:prSet>
      <dgm:spPr/>
    </dgm:pt>
    <dgm:pt modelId="{D6B3509E-D89C-498A-A92F-D5A4070D7C2C}" type="pres">
      <dgm:prSet presAssocID="{920661C8-2814-4BE7-8C0C-BA5011460DF1}" presName="sibTrans" presStyleCnt="0"/>
      <dgm:spPr/>
    </dgm:pt>
    <dgm:pt modelId="{79BC858F-A389-42B1-8B8C-F690965DE87B}" type="pres">
      <dgm:prSet presAssocID="{4E2E61B2-DB80-4DFE-90FB-A3F70574CD85}" presName="node" presStyleLbl="node1" presStyleIdx="2" presStyleCnt="8">
        <dgm:presLayoutVars>
          <dgm:bulletEnabled val="1"/>
        </dgm:presLayoutVars>
      </dgm:prSet>
      <dgm:spPr/>
    </dgm:pt>
    <dgm:pt modelId="{1F43F5AC-7993-4130-9E76-0AAE9D54D969}" type="pres">
      <dgm:prSet presAssocID="{27BF43F3-ADCE-4AA3-B784-9399220B8A0D}" presName="sibTrans" presStyleCnt="0"/>
      <dgm:spPr/>
    </dgm:pt>
    <dgm:pt modelId="{746BA1AF-3757-4893-8ED4-6D37A3FCE544}" type="pres">
      <dgm:prSet presAssocID="{227E06C1-9807-43D1-B09F-5BBF9B25599F}" presName="node" presStyleLbl="node1" presStyleIdx="3" presStyleCnt="8">
        <dgm:presLayoutVars>
          <dgm:bulletEnabled val="1"/>
        </dgm:presLayoutVars>
      </dgm:prSet>
      <dgm:spPr/>
    </dgm:pt>
    <dgm:pt modelId="{2E09DE48-7F48-44D6-927D-2911A40566EE}" type="pres">
      <dgm:prSet presAssocID="{9D4F2835-3837-4DA5-BE5C-8F8B958895D7}" presName="sibTrans" presStyleCnt="0"/>
      <dgm:spPr/>
    </dgm:pt>
    <dgm:pt modelId="{CDB3A09A-06B8-4F63-8171-35DD551D8CF0}" type="pres">
      <dgm:prSet presAssocID="{FEAB012D-4D0E-4202-A676-80C25FA7EF8B}" presName="node" presStyleLbl="node1" presStyleIdx="4" presStyleCnt="8">
        <dgm:presLayoutVars>
          <dgm:bulletEnabled val="1"/>
        </dgm:presLayoutVars>
      </dgm:prSet>
      <dgm:spPr/>
    </dgm:pt>
    <dgm:pt modelId="{5591F891-7174-41F9-BDEB-150F5927C8CB}" type="pres">
      <dgm:prSet presAssocID="{863CDBB1-9E81-4FE5-8E2B-46466103F915}" presName="sibTrans" presStyleCnt="0"/>
      <dgm:spPr/>
    </dgm:pt>
    <dgm:pt modelId="{FD5E452A-35FF-467C-8F0E-7646CA1DCD84}" type="pres">
      <dgm:prSet presAssocID="{0C0F960C-0ADA-4CA6-8717-BAAD177B6541}" presName="node" presStyleLbl="node1" presStyleIdx="5" presStyleCnt="8">
        <dgm:presLayoutVars>
          <dgm:bulletEnabled val="1"/>
        </dgm:presLayoutVars>
      </dgm:prSet>
      <dgm:spPr/>
    </dgm:pt>
    <dgm:pt modelId="{7A15B60C-3235-4170-A72D-7772E608D413}" type="pres">
      <dgm:prSet presAssocID="{43723C3C-AF24-420C-AEB7-B9E6A032EB8B}" presName="sibTrans" presStyleCnt="0"/>
      <dgm:spPr/>
    </dgm:pt>
    <dgm:pt modelId="{DBD91007-CD2F-49C5-9636-079E1B2829B7}" type="pres">
      <dgm:prSet presAssocID="{693BA54A-E903-4AA2-B391-5EC9ABE9F28C}" presName="node" presStyleLbl="node1" presStyleIdx="6" presStyleCnt="8">
        <dgm:presLayoutVars>
          <dgm:bulletEnabled val="1"/>
        </dgm:presLayoutVars>
      </dgm:prSet>
      <dgm:spPr/>
    </dgm:pt>
    <dgm:pt modelId="{BD466E35-8B0D-4349-92F2-1E65171BC347}" type="pres">
      <dgm:prSet presAssocID="{9938BEB3-FE6A-47CB-8D6A-A3502AF10A76}" presName="sibTrans" presStyleCnt="0"/>
      <dgm:spPr/>
    </dgm:pt>
    <dgm:pt modelId="{E400D3AB-260D-4FF0-B20A-2EE836988B9E}" type="pres">
      <dgm:prSet presAssocID="{E8EF4FC6-5D5C-49EC-B5F7-0D54946B330F}" presName="node" presStyleLbl="node1" presStyleIdx="7" presStyleCnt="8">
        <dgm:presLayoutVars>
          <dgm:bulletEnabled val="1"/>
        </dgm:presLayoutVars>
      </dgm:prSet>
      <dgm:spPr/>
    </dgm:pt>
  </dgm:ptLst>
  <dgm:cxnLst>
    <dgm:cxn modelId="{7C6EDD01-153B-4C30-BF4E-7636834E95D7}" type="presOf" srcId="{227E06C1-9807-43D1-B09F-5BBF9B25599F}" destId="{746BA1AF-3757-4893-8ED4-6D37A3FCE544}" srcOrd="0" destOrd="0" presId="urn:microsoft.com/office/officeart/2005/8/layout/default"/>
    <dgm:cxn modelId="{9F66EF01-AA3A-4712-B12D-C4764460B419}" type="presOf" srcId="{0C0F960C-0ADA-4CA6-8717-BAAD177B6541}" destId="{FD5E452A-35FF-467C-8F0E-7646CA1DCD84}" srcOrd="0" destOrd="0" presId="urn:microsoft.com/office/officeart/2005/8/layout/default"/>
    <dgm:cxn modelId="{6BF1AA1E-7A22-402B-917B-E94F0C58A7D6}" srcId="{06B76ADF-68A9-4B1A-BBBF-00FAF9B70298}" destId="{693BA54A-E903-4AA2-B391-5EC9ABE9F28C}" srcOrd="6" destOrd="0" parTransId="{8C426161-B447-4D91-9958-79A83717259E}" sibTransId="{9938BEB3-FE6A-47CB-8D6A-A3502AF10A76}"/>
    <dgm:cxn modelId="{568D1923-0858-44FA-93C8-C486696AF093}" srcId="{06B76ADF-68A9-4B1A-BBBF-00FAF9B70298}" destId="{4E2E61B2-DB80-4DFE-90FB-A3F70574CD85}" srcOrd="2" destOrd="0" parTransId="{5B2CE3DA-446F-4E20-A999-B6E3E3F7B54A}" sibTransId="{27BF43F3-ADCE-4AA3-B784-9399220B8A0D}"/>
    <dgm:cxn modelId="{4307C567-876D-4296-909E-200642742395}" type="presOf" srcId="{4E2E61B2-DB80-4DFE-90FB-A3F70574CD85}" destId="{79BC858F-A389-42B1-8B8C-F690965DE87B}" srcOrd="0" destOrd="0" presId="urn:microsoft.com/office/officeart/2005/8/layout/default"/>
    <dgm:cxn modelId="{DB7A446D-2E67-4D85-A3B8-6A5523D1BEF8}" srcId="{06B76ADF-68A9-4B1A-BBBF-00FAF9B70298}" destId="{FEAB012D-4D0E-4202-A676-80C25FA7EF8B}" srcOrd="4" destOrd="0" parTransId="{C1E9666E-11A0-42AC-B942-CE713B5E11EC}" sibTransId="{863CDBB1-9E81-4FE5-8E2B-46466103F915}"/>
    <dgm:cxn modelId="{434D5A84-F30D-4A12-996E-00068371B3AB}" type="presOf" srcId="{95B37162-5B33-4B3B-9EF5-3B8D4A3CF555}" destId="{D5518947-2613-4B49-82AC-44F0F4CB0B3E}" srcOrd="0" destOrd="0" presId="urn:microsoft.com/office/officeart/2005/8/layout/default"/>
    <dgm:cxn modelId="{0F9C1B89-89BD-4658-BB9A-517251206DC9}" srcId="{06B76ADF-68A9-4B1A-BBBF-00FAF9B70298}" destId="{E8EF4FC6-5D5C-49EC-B5F7-0D54946B330F}" srcOrd="7" destOrd="0" parTransId="{5C13B9F6-BE83-496F-A928-CAA61195401A}" sibTransId="{7A397B17-34A6-4A4B-96B1-585C4746707D}"/>
    <dgm:cxn modelId="{89D49F8C-90DD-4BB9-A3EC-EF2C16FA7D7C}" srcId="{06B76ADF-68A9-4B1A-BBBF-00FAF9B70298}" destId="{95B37162-5B33-4B3B-9EF5-3B8D4A3CF555}" srcOrd="1" destOrd="0" parTransId="{DC0EC8D9-809F-4405-AE55-2744A15C9CBD}" sibTransId="{920661C8-2814-4BE7-8C0C-BA5011460DF1}"/>
    <dgm:cxn modelId="{558C4E90-29B6-4BC4-B4CC-71E435062191}" type="presOf" srcId="{FEAB012D-4D0E-4202-A676-80C25FA7EF8B}" destId="{CDB3A09A-06B8-4F63-8171-35DD551D8CF0}" srcOrd="0" destOrd="0" presId="urn:microsoft.com/office/officeart/2005/8/layout/default"/>
    <dgm:cxn modelId="{1CCDB695-5BFE-4B44-9DEE-07779DB441F5}" type="presOf" srcId="{2F8BED89-7F21-486B-8D4C-307B01732EB1}" destId="{F9AD383F-4082-40A2-9436-DCA08E10DDA2}" srcOrd="0" destOrd="0" presId="urn:microsoft.com/office/officeart/2005/8/layout/default"/>
    <dgm:cxn modelId="{34FBE8BB-0797-4D2F-B6C2-6D2D9FBFCE86}" srcId="{06B76ADF-68A9-4B1A-BBBF-00FAF9B70298}" destId="{227E06C1-9807-43D1-B09F-5BBF9B25599F}" srcOrd="3" destOrd="0" parTransId="{E366FB65-3AF5-4211-868F-B0FDC170BF43}" sibTransId="{9D4F2835-3837-4DA5-BE5C-8F8B958895D7}"/>
    <dgm:cxn modelId="{8B7302C5-2E81-4359-8BF1-675D5B775F20}" type="presOf" srcId="{693BA54A-E903-4AA2-B391-5EC9ABE9F28C}" destId="{DBD91007-CD2F-49C5-9636-079E1B2829B7}" srcOrd="0" destOrd="0" presId="urn:microsoft.com/office/officeart/2005/8/layout/default"/>
    <dgm:cxn modelId="{3F32D3C7-D404-42CC-BD78-D26AB39E8B77}" srcId="{06B76ADF-68A9-4B1A-BBBF-00FAF9B70298}" destId="{2F8BED89-7F21-486B-8D4C-307B01732EB1}" srcOrd="0" destOrd="0" parTransId="{D8641208-4094-465E-A554-C3F3BD46EAB2}" sibTransId="{B530FFD9-E157-41B6-8542-76C725A3E9F3}"/>
    <dgm:cxn modelId="{044237C8-3FCA-41EA-A4AE-A529DEB89F2C}" type="presOf" srcId="{06B76ADF-68A9-4B1A-BBBF-00FAF9B70298}" destId="{129BF71E-520C-42CD-BEC9-9E3290481A3D}" srcOrd="0" destOrd="0" presId="urn:microsoft.com/office/officeart/2005/8/layout/default"/>
    <dgm:cxn modelId="{976376C9-B1A0-4AE2-BE88-F9DF384B7D7F}" type="presOf" srcId="{E8EF4FC6-5D5C-49EC-B5F7-0D54946B330F}" destId="{E400D3AB-260D-4FF0-B20A-2EE836988B9E}" srcOrd="0" destOrd="0" presId="urn:microsoft.com/office/officeart/2005/8/layout/default"/>
    <dgm:cxn modelId="{FF243FD6-E8C1-4970-A412-781DA5C669DA}" srcId="{06B76ADF-68A9-4B1A-BBBF-00FAF9B70298}" destId="{0C0F960C-0ADA-4CA6-8717-BAAD177B6541}" srcOrd="5" destOrd="0" parTransId="{7A4C182B-48D8-4F90-92A4-84893D5AB9CA}" sibTransId="{43723C3C-AF24-420C-AEB7-B9E6A032EB8B}"/>
    <dgm:cxn modelId="{FED44922-EBD9-4888-BCB5-8DC407EEDB78}" type="presParOf" srcId="{129BF71E-520C-42CD-BEC9-9E3290481A3D}" destId="{F9AD383F-4082-40A2-9436-DCA08E10DDA2}" srcOrd="0" destOrd="0" presId="urn:microsoft.com/office/officeart/2005/8/layout/default"/>
    <dgm:cxn modelId="{0C9D30B9-C88A-4FF9-A75B-B07E587606F2}" type="presParOf" srcId="{129BF71E-520C-42CD-BEC9-9E3290481A3D}" destId="{5917C3D4-AB54-48FD-9A39-A0FA7EFA7BC1}" srcOrd="1" destOrd="0" presId="urn:microsoft.com/office/officeart/2005/8/layout/default"/>
    <dgm:cxn modelId="{9A1F96CE-513F-4DF3-A52E-36CC4CD4DB2E}" type="presParOf" srcId="{129BF71E-520C-42CD-BEC9-9E3290481A3D}" destId="{D5518947-2613-4B49-82AC-44F0F4CB0B3E}" srcOrd="2" destOrd="0" presId="urn:microsoft.com/office/officeart/2005/8/layout/default"/>
    <dgm:cxn modelId="{FF523D4A-C50A-4224-B97B-97BA2DCBF63B}" type="presParOf" srcId="{129BF71E-520C-42CD-BEC9-9E3290481A3D}" destId="{D6B3509E-D89C-498A-A92F-D5A4070D7C2C}" srcOrd="3" destOrd="0" presId="urn:microsoft.com/office/officeart/2005/8/layout/default"/>
    <dgm:cxn modelId="{A79A890F-6ACC-4D9F-BC91-AE4050ED2F34}" type="presParOf" srcId="{129BF71E-520C-42CD-BEC9-9E3290481A3D}" destId="{79BC858F-A389-42B1-8B8C-F690965DE87B}" srcOrd="4" destOrd="0" presId="urn:microsoft.com/office/officeart/2005/8/layout/default"/>
    <dgm:cxn modelId="{614AB59D-7A7C-450B-A294-A0325BF6D673}" type="presParOf" srcId="{129BF71E-520C-42CD-BEC9-9E3290481A3D}" destId="{1F43F5AC-7993-4130-9E76-0AAE9D54D969}" srcOrd="5" destOrd="0" presId="urn:microsoft.com/office/officeart/2005/8/layout/default"/>
    <dgm:cxn modelId="{C129CAC8-8CAB-43A8-9029-30B5E3421260}" type="presParOf" srcId="{129BF71E-520C-42CD-BEC9-9E3290481A3D}" destId="{746BA1AF-3757-4893-8ED4-6D37A3FCE544}" srcOrd="6" destOrd="0" presId="urn:microsoft.com/office/officeart/2005/8/layout/default"/>
    <dgm:cxn modelId="{420E269A-378D-4914-BBCF-A7E0233D681E}" type="presParOf" srcId="{129BF71E-520C-42CD-BEC9-9E3290481A3D}" destId="{2E09DE48-7F48-44D6-927D-2911A40566EE}" srcOrd="7" destOrd="0" presId="urn:microsoft.com/office/officeart/2005/8/layout/default"/>
    <dgm:cxn modelId="{D8AFDF52-4DEB-4624-B815-DF21EBA3B936}" type="presParOf" srcId="{129BF71E-520C-42CD-BEC9-9E3290481A3D}" destId="{CDB3A09A-06B8-4F63-8171-35DD551D8CF0}" srcOrd="8" destOrd="0" presId="urn:microsoft.com/office/officeart/2005/8/layout/default"/>
    <dgm:cxn modelId="{1DBAA2F1-E744-4F16-9A68-484D6DA56509}" type="presParOf" srcId="{129BF71E-520C-42CD-BEC9-9E3290481A3D}" destId="{5591F891-7174-41F9-BDEB-150F5927C8CB}" srcOrd="9" destOrd="0" presId="urn:microsoft.com/office/officeart/2005/8/layout/default"/>
    <dgm:cxn modelId="{A39131BC-82B7-4BBD-B167-1B4BE6015804}" type="presParOf" srcId="{129BF71E-520C-42CD-BEC9-9E3290481A3D}" destId="{FD5E452A-35FF-467C-8F0E-7646CA1DCD84}" srcOrd="10" destOrd="0" presId="urn:microsoft.com/office/officeart/2005/8/layout/default"/>
    <dgm:cxn modelId="{3537A325-F7D1-46FB-B1A0-F258E8A730AB}" type="presParOf" srcId="{129BF71E-520C-42CD-BEC9-9E3290481A3D}" destId="{7A15B60C-3235-4170-A72D-7772E608D413}" srcOrd="11" destOrd="0" presId="urn:microsoft.com/office/officeart/2005/8/layout/default"/>
    <dgm:cxn modelId="{81E0B039-3F3D-4122-8CCD-BDDE4F4E9A5F}" type="presParOf" srcId="{129BF71E-520C-42CD-BEC9-9E3290481A3D}" destId="{DBD91007-CD2F-49C5-9636-079E1B2829B7}" srcOrd="12" destOrd="0" presId="urn:microsoft.com/office/officeart/2005/8/layout/default"/>
    <dgm:cxn modelId="{2D0F67A3-D8EC-4326-AFCE-836692FB6DDE}" type="presParOf" srcId="{129BF71E-520C-42CD-BEC9-9E3290481A3D}" destId="{BD466E35-8B0D-4349-92F2-1E65171BC347}" srcOrd="13" destOrd="0" presId="urn:microsoft.com/office/officeart/2005/8/layout/default"/>
    <dgm:cxn modelId="{05CFE717-1AAB-41A1-83F8-0184EC135294}" type="presParOf" srcId="{129BF71E-520C-42CD-BEC9-9E3290481A3D}" destId="{E400D3AB-260D-4FF0-B20A-2EE836988B9E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0A4301-D6FF-437B-9FCC-1B0A70D7E9E9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F5DD6B-427C-4BA0-BED8-3626D689007D}">
      <dgm:prSet/>
      <dgm:spPr/>
      <dgm:t>
        <a:bodyPr/>
        <a:lstStyle/>
        <a:p>
          <a:r>
            <a:rPr lang="en-US"/>
            <a:t>Be</a:t>
          </a:r>
        </a:p>
      </dgm:t>
    </dgm:pt>
    <dgm:pt modelId="{F0AA74C0-C216-4C7C-8329-B892CD9B6A04}" type="parTrans" cxnId="{C7E07CC5-AEED-43A2-9AD6-B27F7E427559}">
      <dgm:prSet/>
      <dgm:spPr/>
      <dgm:t>
        <a:bodyPr/>
        <a:lstStyle/>
        <a:p>
          <a:endParaRPr lang="en-US"/>
        </a:p>
      </dgm:t>
    </dgm:pt>
    <dgm:pt modelId="{458939F5-5D7D-438A-8884-EE3BD80C53DE}" type="sibTrans" cxnId="{C7E07CC5-AEED-43A2-9AD6-B27F7E427559}">
      <dgm:prSet/>
      <dgm:spPr/>
      <dgm:t>
        <a:bodyPr/>
        <a:lstStyle/>
        <a:p>
          <a:endParaRPr lang="en-US"/>
        </a:p>
      </dgm:t>
    </dgm:pt>
    <dgm:pt modelId="{E8CD510A-2702-4D04-BEE1-0776016040EC}">
      <dgm:prSet/>
      <dgm:spPr/>
      <dgm:t>
        <a:bodyPr/>
        <a:lstStyle/>
        <a:p>
          <a:r>
            <a:rPr lang="en-US"/>
            <a:t>Be cautious with links and Downloads</a:t>
          </a:r>
        </a:p>
      </dgm:t>
    </dgm:pt>
    <dgm:pt modelId="{074951FF-A80E-43BC-99C2-CC64D5E62405}" type="parTrans" cxnId="{2586FF5B-F2C1-4953-87A1-F72613401D6C}">
      <dgm:prSet/>
      <dgm:spPr/>
      <dgm:t>
        <a:bodyPr/>
        <a:lstStyle/>
        <a:p>
          <a:endParaRPr lang="en-US"/>
        </a:p>
      </dgm:t>
    </dgm:pt>
    <dgm:pt modelId="{5FCB2667-9CC0-4BCA-A905-C064280AAA08}" type="sibTrans" cxnId="{2586FF5B-F2C1-4953-87A1-F72613401D6C}">
      <dgm:prSet/>
      <dgm:spPr/>
      <dgm:t>
        <a:bodyPr/>
        <a:lstStyle/>
        <a:p>
          <a:endParaRPr lang="en-US"/>
        </a:p>
      </dgm:t>
    </dgm:pt>
    <dgm:pt modelId="{654D41F8-F784-4A0E-A6F5-B6BECC4EF177}">
      <dgm:prSet/>
      <dgm:spPr/>
      <dgm:t>
        <a:bodyPr/>
        <a:lstStyle/>
        <a:p>
          <a:r>
            <a:rPr lang="en-US"/>
            <a:t>Think before your click</a:t>
          </a:r>
        </a:p>
      </dgm:t>
    </dgm:pt>
    <dgm:pt modelId="{B55F1E18-1F1A-49A6-A6A9-0D6C98160875}" type="parTrans" cxnId="{4167D331-5508-48BC-9F32-B092D8C71948}">
      <dgm:prSet/>
      <dgm:spPr/>
      <dgm:t>
        <a:bodyPr/>
        <a:lstStyle/>
        <a:p>
          <a:endParaRPr lang="en-US"/>
        </a:p>
      </dgm:t>
    </dgm:pt>
    <dgm:pt modelId="{60EF64B9-64D0-4C82-9DD6-7B62B7BB9FC7}" type="sibTrans" cxnId="{4167D331-5508-48BC-9F32-B092D8C71948}">
      <dgm:prSet/>
      <dgm:spPr/>
      <dgm:t>
        <a:bodyPr/>
        <a:lstStyle/>
        <a:p>
          <a:endParaRPr lang="en-US"/>
        </a:p>
      </dgm:t>
    </dgm:pt>
    <dgm:pt modelId="{C27597A0-B1B7-4699-83D9-33FCB9C51269}">
      <dgm:prSet/>
      <dgm:spPr/>
      <dgm:t>
        <a:bodyPr/>
        <a:lstStyle/>
        <a:p>
          <a:r>
            <a:rPr lang="en-US"/>
            <a:t>Avoid Clicking on suspicious pop-ups</a:t>
          </a:r>
        </a:p>
      </dgm:t>
    </dgm:pt>
    <dgm:pt modelId="{B9816F73-CE38-4855-BA67-5F8BF5F1E2FF}" type="parTrans" cxnId="{60C28241-55F3-4F5B-B6AB-86DDCE6D92B3}">
      <dgm:prSet/>
      <dgm:spPr/>
      <dgm:t>
        <a:bodyPr/>
        <a:lstStyle/>
        <a:p>
          <a:endParaRPr lang="en-US"/>
        </a:p>
      </dgm:t>
    </dgm:pt>
    <dgm:pt modelId="{C948D4B6-45DC-4CDB-8BDD-3A9F671AFC92}" type="sibTrans" cxnId="{60C28241-55F3-4F5B-B6AB-86DDCE6D92B3}">
      <dgm:prSet/>
      <dgm:spPr/>
      <dgm:t>
        <a:bodyPr/>
        <a:lstStyle/>
        <a:p>
          <a:endParaRPr lang="en-US"/>
        </a:p>
      </dgm:t>
    </dgm:pt>
    <dgm:pt modelId="{AEC6FFAD-1452-4391-BB2C-207ADEE6E7B3}">
      <dgm:prSet/>
      <dgm:spPr/>
      <dgm:t>
        <a:bodyPr/>
        <a:lstStyle/>
        <a:p>
          <a:r>
            <a:rPr lang="en-US"/>
            <a:t>Identify</a:t>
          </a:r>
        </a:p>
      </dgm:t>
    </dgm:pt>
    <dgm:pt modelId="{A2B089B5-2AA2-4FC9-AA00-B32F34639738}" type="parTrans" cxnId="{F292F71B-867F-4673-9E98-BC391638212B}">
      <dgm:prSet/>
      <dgm:spPr/>
      <dgm:t>
        <a:bodyPr/>
        <a:lstStyle/>
        <a:p>
          <a:endParaRPr lang="en-US"/>
        </a:p>
      </dgm:t>
    </dgm:pt>
    <dgm:pt modelId="{9954EC97-B457-44A9-80AD-6A89A5FF2C72}" type="sibTrans" cxnId="{F292F71B-867F-4673-9E98-BC391638212B}">
      <dgm:prSet/>
      <dgm:spPr/>
      <dgm:t>
        <a:bodyPr/>
        <a:lstStyle/>
        <a:p>
          <a:endParaRPr lang="en-US"/>
        </a:p>
      </dgm:t>
    </dgm:pt>
    <dgm:pt modelId="{8384DC96-DB8E-45B5-AC4E-73FD5F3652EC}">
      <dgm:prSet/>
      <dgm:spPr/>
      <dgm:t>
        <a:bodyPr/>
        <a:lstStyle/>
        <a:p>
          <a:r>
            <a:rPr lang="en-US"/>
            <a:t>Identify Secure Websites</a:t>
          </a:r>
        </a:p>
      </dgm:t>
    </dgm:pt>
    <dgm:pt modelId="{C600983D-95C9-4F86-8C85-BDF2579434F2}" type="parTrans" cxnId="{8E0610B5-97CD-4F14-ACFE-86CC8E710646}">
      <dgm:prSet/>
      <dgm:spPr/>
      <dgm:t>
        <a:bodyPr/>
        <a:lstStyle/>
        <a:p>
          <a:endParaRPr lang="en-US"/>
        </a:p>
      </dgm:t>
    </dgm:pt>
    <dgm:pt modelId="{E2C0541C-EAF3-46E3-9ED4-548F5F2D17E0}" type="sibTrans" cxnId="{8E0610B5-97CD-4F14-ACFE-86CC8E710646}">
      <dgm:prSet/>
      <dgm:spPr/>
      <dgm:t>
        <a:bodyPr/>
        <a:lstStyle/>
        <a:p>
          <a:endParaRPr lang="en-US"/>
        </a:p>
      </dgm:t>
    </dgm:pt>
    <dgm:pt modelId="{D0AABC0D-2CE4-460C-AE8B-326A8B32D3EA}">
      <dgm:prSet/>
      <dgm:spPr/>
      <dgm:t>
        <a:bodyPr/>
        <a:lstStyle/>
        <a:p>
          <a:r>
            <a:rPr lang="en-US"/>
            <a:t>HTTPS! (Port 443)</a:t>
          </a:r>
        </a:p>
      </dgm:t>
    </dgm:pt>
    <dgm:pt modelId="{7C19EB0F-0DC4-4F17-8837-A45628399E63}" type="parTrans" cxnId="{F25399A7-928A-4FEF-A64D-6EA028E31EA3}">
      <dgm:prSet/>
      <dgm:spPr/>
      <dgm:t>
        <a:bodyPr/>
        <a:lstStyle/>
        <a:p>
          <a:endParaRPr lang="en-US"/>
        </a:p>
      </dgm:t>
    </dgm:pt>
    <dgm:pt modelId="{D6AD410E-A1B9-49F4-A58F-35C42F3E6D94}" type="sibTrans" cxnId="{F25399A7-928A-4FEF-A64D-6EA028E31EA3}">
      <dgm:prSet/>
      <dgm:spPr/>
      <dgm:t>
        <a:bodyPr/>
        <a:lstStyle/>
        <a:p>
          <a:endParaRPr lang="en-US"/>
        </a:p>
      </dgm:t>
    </dgm:pt>
    <dgm:pt modelId="{A2D2160A-BF87-4A05-8E67-87482813F193}">
      <dgm:prSet/>
      <dgm:spPr/>
      <dgm:t>
        <a:bodyPr/>
        <a:lstStyle/>
        <a:p>
          <a:r>
            <a:rPr lang="en-US"/>
            <a:t>Unser Certificates (Paddle lock!)</a:t>
          </a:r>
        </a:p>
      </dgm:t>
    </dgm:pt>
    <dgm:pt modelId="{271DC430-F6E5-41FF-8E73-6784E236BF78}" type="parTrans" cxnId="{6F8C2FB4-5D55-47BA-8D9E-FA3736ADFB5D}">
      <dgm:prSet/>
      <dgm:spPr/>
      <dgm:t>
        <a:bodyPr/>
        <a:lstStyle/>
        <a:p>
          <a:endParaRPr lang="en-US"/>
        </a:p>
      </dgm:t>
    </dgm:pt>
    <dgm:pt modelId="{1763AE88-2948-4ACC-AE64-F3A37D1714AC}" type="sibTrans" cxnId="{6F8C2FB4-5D55-47BA-8D9E-FA3736ADFB5D}">
      <dgm:prSet/>
      <dgm:spPr/>
      <dgm:t>
        <a:bodyPr/>
        <a:lstStyle/>
        <a:p>
          <a:endParaRPr lang="en-US"/>
        </a:p>
      </dgm:t>
    </dgm:pt>
    <dgm:pt modelId="{10EEFE8F-0E19-44FF-B3FE-2D78AA21AB0D}">
      <dgm:prSet/>
      <dgm:spPr/>
      <dgm:t>
        <a:bodyPr/>
        <a:lstStyle/>
        <a:p>
          <a:r>
            <a:rPr lang="en-US"/>
            <a:t>Recognize and Avoid</a:t>
          </a:r>
        </a:p>
      </dgm:t>
    </dgm:pt>
    <dgm:pt modelId="{0B788A1D-B12A-4361-BA3D-1D50605F7CB8}" type="parTrans" cxnId="{3FF35E76-A5B2-4640-8D09-F28FA513295D}">
      <dgm:prSet/>
      <dgm:spPr/>
      <dgm:t>
        <a:bodyPr/>
        <a:lstStyle/>
        <a:p>
          <a:endParaRPr lang="en-US"/>
        </a:p>
      </dgm:t>
    </dgm:pt>
    <dgm:pt modelId="{7E3A7E75-D0C1-443C-89C4-96B3B6EDA9A5}" type="sibTrans" cxnId="{3FF35E76-A5B2-4640-8D09-F28FA513295D}">
      <dgm:prSet/>
      <dgm:spPr/>
      <dgm:t>
        <a:bodyPr/>
        <a:lstStyle/>
        <a:p>
          <a:endParaRPr lang="en-US"/>
        </a:p>
      </dgm:t>
    </dgm:pt>
    <dgm:pt modelId="{F7105839-09D4-48F1-9056-07619752272E}">
      <dgm:prSet/>
      <dgm:spPr/>
      <dgm:t>
        <a:bodyPr/>
        <a:lstStyle/>
        <a:p>
          <a:r>
            <a:rPr lang="en-US"/>
            <a:t>Recognize and Avoid Phishing and Social Engineering</a:t>
          </a:r>
        </a:p>
      </dgm:t>
    </dgm:pt>
    <dgm:pt modelId="{7F95560F-18CD-401C-86CE-8D7CD67C78E6}" type="parTrans" cxnId="{43B9156E-5074-4E45-A8B7-0B3B6D76114D}">
      <dgm:prSet/>
      <dgm:spPr/>
      <dgm:t>
        <a:bodyPr/>
        <a:lstStyle/>
        <a:p>
          <a:endParaRPr lang="en-US"/>
        </a:p>
      </dgm:t>
    </dgm:pt>
    <dgm:pt modelId="{274001A7-97E4-4A02-90EA-FCDF89D27E66}" type="sibTrans" cxnId="{43B9156E-5074-4E45-A8B7-0B3B6D76114D}">
      <dgm:prSet/>
      <dgm:spPr/>
      <dgm:t>
        <a:bodyPr/>
        <a:lstStyle/>
        <a:p>
          <a:endParaRPr lang="en-US"/>
        </a:p>
      </dgm:t>
    </dgm:pt>
    <dgm:pt modelId="{8BB25E5C-7B4C-4DAD-A9A7-9082A4B87F18}">
      <dgm:prSet/>
      <dgm:spPr/>
      <dgm:t>
        <a:bodyPr/>
        <a:lstStyle/>
        <a:p>
          <a:r>
            <a:rPr lang="en-US"/>
            <a:t>Phishing tricks you into revealing sensitive information</a:t>
          </a:r>
        </a:p>
      </dgm:t>
    </dgm:pt>
    <dgm:pt modelId="{5372287D-196D-4CB2-B832-2B2A31BC18AF}" type="parTrans" cxnId="{B5C44472-0408-4FFB-9A7E-AC6D65038FE1}">
      <dgm:prSet/>
      <dgm:spPr/>
      <dgm:t>
        <a:bodyPr/>
        <a:lstStyle/>
        <a:p>
          <a:endParaRPr lang="en-US"/>
        </a:p>
      </dgm:t>
    </dgm:pt>
    <dgm:pt modelId="{EAEAEE35-75A0-47FB-AD99-22EB86D1B311}" type="sibTrans" cxnId="{B5C44472-0408-4FFB-9A7E-AC6D65038FE1}">
      <dgm:prSet/>
      <dgm:spPr/>
      <dgm:t>
        <a:bodyPr/>
        <a:lstStyle/>
        <a:p>
          <a:endParaRPr lang="en-US"/>
        </a:p>
      </dgm:t>
    </dgm:pt>
    <dgm:pt modelId="{74DF9CC6-CC07-4DD3-99E5-6D5EF16B0EF5}">
      <dgm:prSet/>
      <dgm:spPr/>
      <dgm:t>
        <a:bodyPr/>
        <a:lstStyle/>
        <a:p>
          <a:r>
            <a:rPr lang="en-US"/>
            <a:t>Be skeptical of unsolicited communication</a:t>
          </a:r>
        </a:p>
      </dgm:t>
    </dgm:pt>
    <dgm:pt modelId="{E0F57F70-6845-42A7-A2B4-3AF614B3BE69}" type="parTrans" cxnId="{81161A23-5720-4E1B-B8B9-259DF57B858E}">
      <dgm:prSet/>
      <dgm:spPr/>
      <dgm:t>
        <a:bodyPr/>
        <a:lstStyle/>
        <a:p>
          <a:endParaRPr lang="en-US"/>
        </a:p>
      </dgm:t>
    </dgm:pt>
    <dgm:pt modelId="{6D412369-E105-489E-AC52-7BDDA6F4D3CC}" type="sibTrans" cxnId="{81161A23-5720-4E1B-B8B9-259DF57B858E}">
      <dgm:prSet/>
      <dgm:spPr/>
      <dgm:t>
        <a:bodyPr/>
        <a:lstStyle/>
        <a:p>
          <a:endParaRPr lang="en-US"/>
        </a:p>
      </dgm:t>
    </dgm:pt>
    <dgm:pt modelId="{80111B70-7CFC-40AE-9C3C-3B341FEDAC60}" type="pres">
      <dgm:prSet presAssocID="{FD0A4301-D6FF-437B-9FCC-1B0A70D7E9E9}" presName="Name0" presStyleCnt="0">
        <dgm:presLayoutVars>
          <dgm:dir/>
          <dgm:animLvl val="lvl"/>
          <dgm:resizeHandles val="exact"/>
        </dgm:presLayoutVars>
      </dgm:prSet>
      <dgm:spPr/>
    </dgm:pt>
    <dgm:pt modelId="{ECE54753-ECBB-49B7-8709-404F0F4F2FF2}" type="pres">
      <dgm:prSet presAssocID="{DDF5DD6B-427C-4BA0-BED8-3626D689007D}" presName="linNode" presStyleCnt="0"/>
      <dgm:spPr/>
    </dgm:pt>
    <dgm:pt modelId="{97509FEA-F352-4639-8CF9-9ED03C33C159}" type="pres">
      <dgm:prSet presAssocID="{DDF5DD6B-427C-4BA0-BED8-3626D689007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534F0D1-8407-4754-964E-1CE5DDB88CE9}" type="pres">
      <dgm:prSet presAssocID="{DDF5DD6B-427C-4BA0-BED8-3626D689007D}" presName="descendantText" presStyleLbl="alignAccFollowNode1" presStyleIdx="0" presStyleCnt="3">
        <dgm:presLayoutVars>
          <dgm:bulletEnabled val="1"/>
        </dgm:presLayoutVars>
      </dgm:prSet>
      <dgm:spPr/>
    </dgm:pt>
    <dgm:pt modelId="{4A56867F-555A-40F1-9E43-A3A69C75117E}" type="pres">
      <dgm:prSet presAssocID="{458939F5-5D7D-438A-8884-EE3BD80C53DE}" presName="sp" presStyleCnt="0"/>
      <dgm:spPr/>
    </dgm:pt>
    <dgm:pt modelId="{B37DBB01-C9B2-4BF9-A39A-778C8B4FA095}" type="pres">
      <dgm:prSet presAssocID="{AEC6FFAD-1452-4391-BB2C-207ADEE6E7B3}" presName="linNode" presStyleCnt="0"/>
      <dgm:spPr/>
    </dgm:pt>
    <dgm:pt modelId="{B64975BF-7A8D-4F43-BB57-A6B951B7995F}" type="pres">
      <dgm:prSet presAssocID="{AEC6FFAD-1452-4391-BB2C-207ADEE6E7B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4B7F469-DC81-4AD4-AF8F-EBF520F1DA99}" type="pres">
      <dgm:prSet presAssocID="{AEC6FFAD-1452-4391-BB2C-207ADEE6E7B3}" presName="descendantText" presStyleLbl="alignAccFollowNode1" presStyleIdx="1" presStyleCnt="3">
        <dgm:presLayoutVars>
          <dgm:bulletEnabled val="1"/>
        </dgm:presLayoutVars>
      </dgm:prSet>
      <dgm:spPr/>
    </dgm:pt>
    <dgm:pt modelId="{6AA12588-629B-426F-82DA-7B07DACD0936}" type="pres">
      <dgm:prSet presAssocID="{9954EC97-B457-44A9-80AD-6A89A5FF2C72}" presName="sp" presStyleCnt="0"/>
      <dgm:spPr/>
    </dgm:pt>
    <dgm:pt modelId="{6BEF3B77-AF0C-41DC-A02E-01F120542AAD}" type="pres">
      <dgm:prSet presAssocID="{10EEFE8F-0E19-44FF-B3FE-2D78AA21AB0D}" presName="linNode" presStyleCnt="0"/>
      <dgm:spPr/>
    </dgm:pt>
    <dgm:pt modelId="{1C368F20-6174-4FFB-99A9-7889135B7668}" type="pres">
      <dgm:prSet presAssocID="{10EEFE8F-0E19-44FF-B3FE-2D78AA21AB0D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5B20958-1A60-47E9-9ECB-0B6C30220A12}" type="pres">
      <dgm:prSet presAssocID="{10EEFE8F-0E19-44FF-B3FE-2D78AA21AB0D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2C31B806-6B6E-43E7-A0E6-BC16BC6C9340}" type="presOf" srcId="{DDF5DD6B-427C-4BA0-BED8-3626D689007D}" destId="{97509FEA-F352-4639-8CF9-9ED03C33C159}" srcOrd="0" destOrd="0" presId="urn:microsoft.com/office/officeart/2005/8/layout/vList5"/>
    <dgm:cxn modelId="{F292F71B-867F-4673-9E98-BC391638212B}" srcId="{FD0A4301-D6FF-437B-9FCC-1B0A70D7E9E9}" destId="{AEC6FFAD-1452-4391-BB2C-207ADEE6E7B3}" srcOrd="1" destOrd="0" parTransId="{A2B089B5-2AA2-4FC9-AA00-B32F34639738}" sibTransId="{9954EC97-B457-44A9-80AD-6A89A5FF2C72}"/>
    <dgm:cxn modelId="{81161A23-5720-4E1B-B8B9-259DF57B858E}" srcId="{F7105839-09D4-48F1-9056-07619752272E}" destId="{74DF9CC6-CC07-4DD3-99E5-6D5EF16B0EF5}" srcOrd="1" destOrd="0" parTransId="{E0F57F70-6845-42A7-A2B4-3AF614B3BE69}" sibTransId="{6D412369-E105-489E-AC52-7BDDA6F4D3CC}"/>
    <dgm:cxn modelId="{4167D331-5508-48BC-9F32-B092D8C71948}" srcId="{E8CD510A-2702-4D04-BEE1-0776016040EC}" destId="{654D41F8-F784-4A0E-A6F5-B6BECC4EF177}" srcOrd="0" destOrd="0" parTransId="{B55F1E18-1F1A-49A6-A6A9-0D6C98160875}" sibTransId="{60EF64B9-64D0-4C82-9DD6-7B62B7BB9FC7}"/>
    <dgm:cxn modelId="{4ECEEE3F-F87A-4D21-8123-23C749C29442}" type="presOf" srcId="{D0AABC0D-2CE4-460C-AE8B-326A8B32D3EA}" destId="{74B7F469-DC81-4AD4-AF8F-EBF520F1DA99}" srcOrd="0" destOrd="1" presId="urn:microsoft.com/office/officeart/2005/8/layout/vList5"/>
    <dgm:cxn modelId="{2586FF5B-F2C1-4953-87A1-F72613401D6C}" srcId="{DDF5DD6B-427C-4BA0-BED8-3626D689007D}" destId="{E8CD510A-2702-4D04-BEE1-0776016040EC}" srcOrd="0" destOrd="0" parTransId="{074951FF-A80E-43BC-99C2-CC64D5E62405}" sibTransId="{5FCB2667-9CC0-4BCA-A905-C064280AAA08}"/>
    <dgm:cxn modelId="{16F2E75D-5920-4DF7-8025-4FB041749159}" type="presOf" srcId="{E8CD510A-2702-4D04-BEE1-0776016040EC}" destId="{A534F0D1-8407-4754-964E-1CE5DDB88CE9}" srcOrd="0" destOrd="0" presId="urn:microsoft.com/office/officeart/2005/8/layout/vList5"/>
    <dgm:cxn modelId="{60C28241-55F3-4F5B-B6AB-86DDCE6D92B3}" srcId="{E8CD510A-2702-4D04-BEE1-0776016040EC}" destId="{C27597A0-B1B7-4699-83D9-33FCB9C51269}" srcOrd="1" destOrd="0" parTransId="{B9816F73-CE38-4855-BA67-5F8BF5F1E2FF}" sibTransId="{C948D4B6-45DC-4CDB-8BDD-3A9F671AFC92}"/>
    <dgm:cxn modelId="{5026574A-7B30-4654-9733-DE58C167BA9F}" type="presOf" srcId="{10EEFE8F-0E19-44FF-B3FE-2D78AA21AB0D}" destId="{1C368F20-6174-4FFB-99A9-7889135B7668}" srcOrd="0" destOrd="0" presId="urn:microsoft.com/office/officeart/2005/8/layout/vList5"/>
    <dgm:cxn modelId="{C3C25B6D-EC31-4C0B-8047-1C5298753A0B}" type="presOf" srcId="{C27597A0-B1B7-4699-83D9-33FCB9C51269}" destId="{A534F0D1-8407-4754-964E-1CE5DDB88CE9}" srcOrd="0" destOrd="2" presId="urn:microsoft.com/office/officeart/2005/8/layout/vList5"/>
    <dgm:cxn modelId="{43B9156E-5074-4E45-A8B7-0B3B6D76114D}" srcId="{10EEFE8F-0E19-44FF-B3FE-2D78AA21AB0D}" destId="{F7105839-09D4-48F1-9056-07619752272E}" srcOrd="0" destOrd="0" parTransId="{7F95560F-18CD-401C-86CE-8D7CD67C78E6}" sibTransId="{274001A7-97E4-4A02-90EA-FCDF89D27E66}"/>
    <dgm:cxn modelId="{B5C44472-0408-4FFB-9A7E-AC6D65038FE1}" srcId="{F7105839-09D4-48F1-9056-07619752272E}" destId="{8BB25E5C-7B4C-4DAD-A9A7-9082A4B87F18}" srcOrd="0" destOrd="0" parTransId="{5372287D-196D-4CB2-B832-2B2A31BC18AF}" sibTransId="{EAEAEE35-75A0-47FB-AD99-22EB86D1B311}"/>
    <dgm:cxn modelId="{054AC753-7C31-4B3A-AA4B-F8A2A498C093}" type="presOf" srcId="{74DF9CC6-CC07-4DD3-99E5-6D5EF16B0EF5}" destId="{95B20958-1A60-47E9-9ECB-0B6C30220A12}" srcOrd="0" destOrd="2" presId="urn:microsoft.com/office/officeart/2005/8/layout/vList5"/>
    <dgm:cxn modelId="{3FF35E76-A5B2-4640-8D09-F28FA513295D}" srcId="{FD0A4301-D6FF-437B-9FCC-1B0A70D7E9E9}" destId="{10EEFE8F-0E19-44FF-B3FE-2D78AA21AB0D}" srcOrd="2" destOrd="0" parTransId="{0B788A1D-B12A-4361-BA3D-1D50605F7CB8}" sibTransId="{7E3A7E75-D0C1-443C-89C4-96B3B6EDA9A5}"/>
    <dgm:cxn modelId="{DBF2E97F-C1FC-4A90-A052-3C2ECD1D5439}" type="presOf" srcId="{AEC6FFAD-1452-4391-BB2C-207ADEE6E7B3}" destId="{B64975BF-7A8D-4F43-BB57-A6B951B7995F}" srcOrd="0" destOrd="0" presId="urn:microsoft.com/office/officeart/2005/8/layout/vList5"/>
    <dgm:cxn modelId="{95547C9C-3428-4B20-AD8B-AE78335F060A}" type="presOf" srcId="{654D41F8-F784-4A0E-A6F5-B6BECC4EF177}" destId="{A534F0D1-8407-4754-964E-1CE5DDB88CE9}" srcOrd="0" destOrd="1" presId="urn:microsoft.com/office/officeart/2005/8/layout/vList5"/>
    <dgm:cxn modelId="{F25399A7-928A-4FEF-A64D-6EA028E31EA3}" srcId="{8384DC96-DB8E-45B5-AC4E-73FD5F3652EC}" destId="{D0AABC0D-2CE4-460C-AE8B-326A8B32D3EA}" srcOrd="0" destOrd="0" parTransId="{7C19EB0F-0DC4-4F17-8837-A45628399E63}" sibTransId="{D6AD410E-A1B9-49F4-A58F-35C42F3E6D94}"/>
    <dgm:cxn modelId="{6F8C2FB4-5D55-47BA-8D9E-FA3736ADFB5D}" srcId="{8384DC96-DB8E-45B5-AC4E-73FD5F3652EC}" destId="{A2D2160A-BF87-4A05-8E67-87482813F193}" srcOrd="1" destOrd="0" parTransId="{271DC430-F6E5-41FF-8E73-6784E236BF78}" sibTransId="{1763AE88-2948-4ACC-AE64-F3A37D1714AC}"/>
    <dgm:cxn modelId="{8E0610B5-97CD-4F14-ACFE-86CC8E710646}" srcId="{AEC6FFAD-1452-4391-BB2C-207ADEE6E7B3}" destId="{8384DC96-DB8E-45B5-AC4E-73FD5F3652EC}" srcOrd="0" destOrd="0" parTransId="{C600983D-95C9-4F86-8C85-BDF2579434F2}" sibTransId="{E2C0541C-EAF3-46E3-9ED4-548F5F2D17E0}"/>
    <dgm:cxn modelId="{3E0FDBBB-9178-4097-ACF3-D3948D2D3031}" type="presOf" srcId="{FD0A4301-D6FF-437B-9FCC-1B0A70D7E9E9}" destId="{80111B70-7CFC-40AE-9C3C-3B341FEDAC60}" srcOrd="0" destOrd="0" presId="urn:microsoft.com/office/officeart/2005/8/layout/vList5"/>
    <dgm:cxn modelId="{3198A3C4-AC7A-4C8C-9B55-1C69EB3617BC}" type="presOf" srcId="{8384DC96-DB8E-45B5-AC4E-73FD5F3652EC}" destId="{74B7F469-DC81-4AD4-AF8F-EBF520F1DA99}" srcOrd="0" destOrd="0" presId="urn:microsoft.com/office/officeart/2005/8/layout/vList5"/>
    <dgm:cxn modelId="{C7E07CC5-AEED-43A2-9AD6-B27F7E427559}" srcId="{FD0A4301-D6FF-437B-9FCC-1B0A70D7E9E9}" destId="{DDF5DD6B-427C-4BA0-BED8-3626D689007D}" srcOrd="0" destOrd="0" parTransId="{F0AA74C0-C216-4C7C-8329-B892CD9B6A04}" sibTransId="{458939F5-5D7D-438A-8884-EE3BD80C53DE}"/>
    <dgm:cxn modelId="{7E8B8BD4-8DC7-4B40-A78E-710CA41CAE08}" type="presOf" srcId="{A2D2160A-BF87-4A05-8E67-87482813F193}" destId="{74B7F469-DC81-4AD4-AF8F-EBF520F1DA99}" srcOrd="0" destOrd="2" presId="urn:microsoft.com/office/officeart/2005/8/layout/vList5"/>
    <dgm:cxn modelId="{E707ECD6-0917-49FD-B6B6-103362D8CCF7}" type="presOf" srcId="{8BB25E5C-7B4C-4DAD-A9A7-9082A4B87F18}" destId="{95B20958-1A60-47E9-9ECB-0B6C30220A12}" srcOrd="0" destOrd="1" presId="urn:microsoft.com/office/officeart/2005/8/layout/vList5"/>
    <dgm:cxn modelId="{B58D97E5-296B-4443-B4F3-B6C38EB3F164}" type="presOf" srcId="{F7105839-09D4-48F1-9056-07619752272E}" destId="{95B20958-1A60-47E9-9ECB-0B6C30220A12}" srcOrd="0" destOrd="0" presId="urn:microsoft.com/office/officeart/2005/8/layout/vList5"/>
    <dgm:cxn modelId="{7DAB5F16-6005-4692-A6CA-B836C5B1272F}" type="presParOf" srcId="{80111B70-7CFC-40AE-9C3C-3B341FEDAC60}" destId="{ECE54753-ECBB-49B7-8709-404F0F4F2FF2}" srcOrd="0" destOrd="0" presId="urn:microsoft.com/office/officeart/2005/8/layout/vList5"/>
    <dgm:cxn modelId="{B665D667-845C-48CB-BCBA-42158F840C38}" type="presParOf" srcId="{ECE54753-ECBB-49B7-8709-404F0F4F2FF2}" destId="{97509FEA-F352-4639-8CF9-9ED03C33C159}" srcOrd="0" destOrd="0" presId="urn:microsoft.com/office/officeart/2005/8/layout/vList5"/>
    <dgm:cxn modelId="{6C4A1DF2-76FB-407D-A60D-CC32BF07852F}" type="presParOf" srcId="{ECE54753-ECBB-49B7-8709-404F0F4F2FF2}" destId="{A534F0D1-8407-4754-964E-1CE5DDB88CE9}" srcOrd="1" destOrd="0" presId="urn:microsoft.com/office/officeart/2005/8/layout/vList5"/>
    <dgm:cxn modelId="{59B2C65B-6044-4140-A0EE-D83141A1FA6C}" type="presParOf" srcId="{80111B70-7CFC-40AE-9C3C-3B341FEDAC60}" destId="{4A56867F-555A-40F1-9E43-A3A69C75117E}" srcOrd="1" destOrd="0" presId="urn:microsoft.com/office/officeart/2005/8/layout/vList5"/>
    <dgm:cxn modelId="{0C39C675-95A9-4DDD-9DB0-BA22A6EA4BBF}" type="presParOf" srcId="{80111B70-7CFC-40AE-9C3C-3B341FEDAC60}" destId="{B37DBB01-C9B2-4BF9-A39A-778C8B4FA095}" srcOrd="2" destOrd="0" presId="urn:microsoft.com/office/officeart/2005/8/layout/vList5"/>
    <dgm:cxn modelId="{5771A7AC-A0B2-46CB-A757-1D9BAD00EE84}" type="presParOf" srcId="{B37DBB01-C9B2-4BF9-A39A-778C8B4FA095}" destId="{B64975BF-7A8D-4F43-BB57-A6B951B7995F}" srcOrd="0" destOrd="0" presId="urn:microsoft.com/office/officeart/2005/8/layout/vList5"/>
    <dgm:cxn modelId="{1685BBFF-AD82-4723-99DE-05C5CB529A8F}" type="presParOf" srcId="{B37DBB01-C9B2-4BF9-A39A-778C8B4FA095}" destId="{74B7F469-DC81-4AD4-AF8F-EBF520F1DA99}" srcOrd="1" destOrd="0" presId="urn:microsoft.com/office/officeart/2005/8/layout/vList5"/>
    <dgm:cxn modelId="{717FDDB1-B147-4931-91DA-358C07B01D62}" type="presParOf" srcId="{80111B70-7CFC-40AE-9C3C-3B341FEDAC60}" destId="{6AA12588-629B-426F-82DA-7B07DACD0936}" srcOrd="3" destOrd="0" presId="urn:microsoft.com/office/officeart/2005/8/layout/vList5"/>
    <dgm:cxn modelId="{35FEAA7B-99E4-47F2-9973-B6059A7ED5BE}" type="presParOf" srcId="{80111B70-7CFC-40AE-9C3C-3B341FEDAC60}" destId="{6BEF3B77-AF0C-41DC-A02E-01F120542AAD}" srcOrd="4" destOrd="0" presId="urn:microsoft.com/office/officeart/2005/8/layout/vList5"/>
    <dgm:cxn modelId="{00C5DD9A-A314-4DDA-927D-403B997FE57A}" type="presParOf" srcId="{6BEF3B77-AF0C-41DC-A02E-01F120542AAD}" destId="{1C368F20-6174-4FFB-99A9-7889135B7668}" srcOrd="0" destOrd="0" presId="urn:microsoft.com/office/officeart/2005/8/layout/vList5"/>
    <dgm:cxn modelId="{A49CF894-A76F-4BF7-9A0C-7E123A613559}" type="presParOf" srcId="{6BEF3B77-AF0C-41DC-A02E-01F120542AAD}" destId="{95B20958-1A60-47E9-9ECB-0B6C30220A1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B6938A-3FC3-45B7-A990-50BAF5A50DED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C57CCB3-D656-421D-A9F9-47D0FF84CB37}">
      <dgm:prSet/>
      <dgm:spPr/>
      <dgm:t>
        <a:bodyPr/>
        <a:lstStyle/>
        <a:p>
          <a:r>
            <a:rPr lang="en-US"/>
            <a:t>User Strong, Unique Passwords</a:t>
          </a:r>
        </a:p>
      </dgm:t>
    </dgm:pt>
    <dgm:pt modelId="{CEA70E6B-0974-4C48-BA93-6B7278751B82}" type="parTrans" cxnId="{D59B407A-E178-4A3A-A336-B22FF747BB81}">
      <dgm:prSet/>
      <dgm:spPr/>
      <dgm:t>
        <a:bodyPr/>
        <a:lstStyle/>
        <a:p>
          <a:endParaRPr lang="en-US"/>
        </a:p>
      </dgm:t>
    </dgm:pt>
    <dgm:pt modelId="{E4131AAA-B211-4526-BE40-D960F4A75233}" type="sibTrans" cxnId="{D59B407A-E178-4A3A-A336-B22FF747BB81}">
      <dgm:prSet/>
      <dgm:spPr/>
      <dgm:t>
        <a:bodyPr/>
        <a:lstStyle/>
        <a:p>
          <a:endParaRPr lang="en-US"/>
        </a:p>
      </dgm:t>
    </dgm:pt>
    <dgm:pt modelId="{DD41B617-15D8-43C4-86B2-760315F39175}">
      <dgm:prSet/>
      <dgm:spPr/>
      <dgm:t>
        <a:bodyPr/>
        <a:lstStyle/>
        <a:p>
          <a:r>
            <a:rPr lang="en-US"/>
            <a:t>Follow Best Practices for passwords</a:t>
          </a:r>
        </a:p>
      </dgm:t>
    </dgm:pt>
    <dgm:pt modelId="{84DFC113-955E-4DB6-9CEF-9DE43C058E2A}" type="parTrans" cxnId="{A89E98E8-383E-47C3-9AAE-7F6BFF7095E7}">
      <dgm:prSet/>
      <dgm:spPr/>
      <dgm:t>
        <a:bodyPr/>
        <a:lstStyle/>
        <a:p>
          <a:endParaRPr lang="en-US"/>
        </a:p>
      </dgm:t>
    </dgm:pt>
    <dgm:pt modelId="{BFF6671E-FF87-41EA-9026-5FBADDFE254A}" type="sibTrans" cxnId="{A89E98E8-383E-47C3-9AAE-7F6BFF7095E7}">
      <dgm:prSet/>
      <dgm:spPr/>
      <dgm:t>
        <a:bodyPr/>
        <a:lstStyle/>
        <a:p>
          <a:endParaRPr lang="en-US"/>
        </a:p>
      </dgm:t>
    </dgm:pt>
    <dgm:pt modelId="{77E4F6C2-D662-4904-AB70-F60A2A1DC24F}">
      <dgm:prSet/>
      <dgm:spPr/>
      <dgm:t>
        <a:bodyPr/>
        <a:lstStyle/>
        <a:p>
          <a:r>
            <a:rPr lang="en-US"/>
            <a:t>Use dedicated password manager</a:t>
          </a:r>
        </a:p>
      </dgm:t>
    </dgm:pt>
    <dgm:pt modelId="{088FFB83-FA6D-42F4-82F6-BA8FC937C04B}" type="parTrans" cxnId="{1E02738F-3D28-40EF-91ED-D5C5F7CA8ECB}">
      <dgm:prSet/>
      <dgm:spPr/>
      <dgm:t>
        <a:bodyPr/>
        <a:lstStyle/>
        <a:p>
          <a:endParaRPr lang="en-US"/>
        </a:p>
      </dgm:t>
    </dgm:pt>
    <dgm:pt modelId="{CB4A604C-F249-46B7-B005-A19C5F5C4310}" type="sibTrans" cxnId="{1E02738F-3D28-40EF-91ED-D5C5F7CA8ECB}">
      <dgm:prSet/>
      <dgm:spPr/>
      <dgm:t>
        <a:bodyPr/>
        <a:lstStyle/>
        <a:p>
          <a:endParaRPr lang="en-US"/>
        </a:p>
      </dgm:t>
    </dgm:pt>
    <dgm:pt modelId="{2C838F71-0CE4-4992-881D-4817DEC28882}">
      <dgm:prSet/>
      <dgm:spPr/>
      <dgm:t>
        <a:bodyPr/>
        <a:lstStyle/>
        <a:p>
          <a:r>
            <a:rPr lang="en-US"/>
            <a:t>Keep your Browser UPDATED</a:t>
          </a:r>
        </a:p>
      </dgm:t>
    </dgm:pt>
    <dgm:pt modelId="{13E5243B-501A-4621-9178-CF50BEE9B3EA}" type="parTrans" cxnId="{9C9F9C65-E676-4FAE-9228-087DC71D199D}">
      <dgm:prSet/>
      <dgm:spPr/>
      <dgm:t>
        <a:bodyPr/>
        <a:lstStyle/>
        <a:p>
          <a:endParaRPr lang="en-US"/>
        </a:p>
      </dgm:t>
    </dgm:pt>
    <dgm:pt modelId="{286E884F-E017-4234-82AF-F255CCB8C1C9}" type="sibTrans" cxnId="{9C9F9C65-E676-4FAE-9228-087DC71D199D}">
      <dgm:prSet/>
      <dgm:spPr/>
      <dgm:t>
        <a:bodyPr/>
        <a:lstStyle/>
        <a:p>
          <a:endParaRPr lang="en-US"/>
        </a:p>
      </dgm:t>
    </dgm:pt>
    <dgm:pt modelId="{92EA9C1E-5DC4-45B7-B10B-A490B1599AE7}">
      <dgm:prSet/>
      <dgm:spPr/>
      <dgm:t>
        <a:bodyPr/>
        <a:lstStyle/>
        <a:p>
          <a:r>
            <a:rPr lang="en-US"/>
            <a:t>Security Patches keep you safe</a:t>
          </a:r>
        </a:p>
      </dgm:t>
    </dgm:pt>
    <dgm:pt modelId="{79976C28-304D-4D21-8C61-B3A8F73BE554}" type="parTrans" cxnId="{5573711F-0E74-4FA9-8F0C-5192A6D6967D}">
      <dgm:prSet/>
      <dgm:spPr/>
      <dgm:t>
        <a:bodyPr/>
        <a:lstStyle/>
        <a:p>
          <a:endParaRPr lang="en-US"/>
        </a:p>
      </dgm:t>
    </dgm:pt>
    <dgm:pt modelId="{8F1559C4-DC2E-4A25-8692-A2927296445D}" type="sibTrans" cxnId="{5573711F-0E74-4FA9-8F0C-5192A6D6967D}">
      <dgm:prSet/>
      <dgm:spPr/>
      <dgm:t>
        <a:bodyPr/>
        <a:lstStyle/>
        <a:p>
          <a:endParaRPr lang="en-US"/>
        </a:p>
      </dgm:t>
    </dgm:pt>
    <dgm:pt modelId="{F84F6339-CD17-4918-BF99-FC1869BF7E86}">
      <dgm:prSet/>
      <dgm:spPr/>
      <dgm:t>
        <a:bodyPr/>
        <a:lstStyle/>
        <a:p>
          <a:r>
            <a:rPr lang="en-US"/>
            <a:t>Enable Automatic Updates</a:t>
          </a:r>
        </a:p>
      </dgm:t>
    </dgm:pt>
    <dgm:pt modelId="{67A69F91-233C-4AF6-8705-3C0B97D72833}" type="parTrans" cxnId="{809F6213-57A8-4EB2-A844-EF8592B9B8A9}">
      <dgm:prSet/>
      <dgm:spPr/>
      <dgm:t>
        <a:bodyPr/>
        <a:lstStyle/>
        <a:p>
          <a:endParaRPr lang="en-US"/>
        </a:p>
      </dgm:t>
    </dgm:pt>
    <dgm:pt modelId="{E8AA0FE8-2C7E-4D5E-A209-8E324F10C500}" type="sibTrans" cxnId="{809F6213-57A8-4EB2-A844-EF8592B9B8A9}">
      <dgm:prSet/>
      <dgm:spPr/>
      <dgm:t>
        <a:bodyPr/>
        <a:lstStyle/>
        <a:p>
          <a:endParaRPr lang="en-US"/>
        </a:p>
      </dgm:t>
    </dgm:pt>
    <dgm:pt modelId="{052715AA-536E-43F6-87CD-2B235F62CDC4}">
      <dgm:prSet/>
      <dgm:spPr/>
      <dgm:t>
        <a:bodyPr/>
        <a:lstStyle/>
        <a:p>
          <a:r>
            <a:rPr lang="en-US"/>
            <a:t>Use Reputable Anti-malware Software</a:t>
          </a:r>
        </a:p>
      </dgm:t>
    </dgm:pt>
    <dgm:pt modelId="{0FF16ED9-C453-4738-B82E-BF92865EE383}" type="parTrans" cxnId="{CB7FB822-23CC-49EA-BB3D-F45167FE16B2}">
      <dgm:prSet/>
      <dgm:spPr/>
      <dgm:t>
        <a:bodyPr/>
        <a:lstStyle/>
        <a:p>
          <a:endParaRPr lang="en-US"/>
        </a:p>
      </dgm:t>
    </dgm:pt>
    <dgm:pt modelId="{B11826A8-3A65-45B5-8D01-8F52EA4173D2}" type="sibTrans" cxnId="{CB7FB822-23CC-49EA-BB3D-F45167FE16B2}">
      <dgm:prSet/>
      <dgm:spPr/>
      <dgm:t>
        <a:bodyPr/>
        <a:lstStyle/>
        <a:p>
          <a:endParaRPr lang="en-US"/>
        </a:p>
      </dgm:t>
    </dgm:pt>
    <dgm:pt modelId="{B7206AAE-38B7-49B5-9683-70F20A1B4C9F}">
      <dgm:prSet/>
      <dgm:spPr/>
      <dgm:t>
        <a:bodyPr/>
        <a:lstStyle/>
        <a:p>
          <a:r>
            <a:rPr lang="en-US"/>
            <a:t>Install Anti-malware software</a:t>
          </a:r>
        </a:p>
      </dgm:t>
    </dgm:pt>
    <dgm:pt modelId="{98F69907-5340-445F-A977-3FACD2187C49}" type="parTrans" cxnId="{2BCD3FD6-A8B3-4F50-9FFB-C0BCB0548A6D}">
      <dgm:prSet/>
      <dgm:spPr/>
      <dgm:t>
        <a:bodyPr/>
        <a:lstStyle/>
        <a:p>
          <a:endParaRPr lang="en-US"/>
        </a:p>
      </dgm:t>
    </dgm:pt>
    <dgm:pt modelId="{95E3A6C7-41A9-4AD1-A6D3-45F9F3C97F3E}" type="sibTrans" cxnId="{2BCD3FD6-A8B3-4F50-9FFB-C0BCB0548A6D}">
      <dgm:prSet/>
      <dgm:spPr/>
      <dgm:t>
        <a:bodyPr/>
        <a:lstStyle/>
        <a:p>
          <a:endParaRPr lang="en-US"/>
        </a:p>
      </dgm:t>
    </dgm:pt>
    <dgm:pt modelId="{A527904E-FD76-4C76-8E60-9597646EADC9}">
      <dgm:prSet/>
      <dgm:spPr/>
      <dgm:t>
        <a:bodyPr/>
        <a:lstStyle/>
        <a:p>
          <a:r>
            <a:rPr lang="en-US"/>
            <a:t>Keep it updated!</a:t>
          </a:r>
        </a:p>
      </dgm:t>
    </dgm:pt>
    <dgm:pt modelId="{12FA17AE-515B-4E98-919E-9E0ADEC4B023}" type="parTrans" cxnId="{1DA4B5CA-08D2-43C6-8EAB-5069D56F001C}">
      <dgm:prSet/>
      <dgm:spPr/>
      <dgm:t>
        <a:bodyPr/>
        <a:lstStyle/>
        <a:p>
          <a:endParaRPr lang="en-US"/>
        </a:p>
      </dgm:t>
    </dgm:pt>
    <dgm:pt modelId="{3B87A42A-D193-4E7A-90E4-3576645F6329}" type="sibTrans" cxnId="{1DA4B5CA-08D2-43C6-8EAB-5069D56F001C}">
      <dgm:prSet/>
      <dgm:spPr/>
      <dgm:t>
        <a:bodyPr/>
        <a:lstStyle/>
        <a:p>
          <a:endParaRPr lang="en-US"/>
        </a:p>
      </dgm:t>
    </dgm:pt>
    <dgm:pt modelId="{09AEB6C6-5A9A-41CD-8426-7FBFAFBF65D5}" type="pres">
      <dgm:prSet presAssocID="{41B6938A-3FC3-45B7-A990-50BAF5A50DED}" presName="Name0" presStyleCnt="0">
        <dgm:presLayoutVars>
          <dgm:dir/>
          <dgm:animLvl val="lvl"/>
          <dgm:resizeHandles val="exact"/>
        </dgm:presLayoutVars>
      </dgm:prSet>
      <dgm:spPr/>
    </dgm:pt>
    <dgm:pt modelId="{4C3BA24F-C997-4F58-B45B-0F0B97D58E4E}" type="pres">
      <dgm:prSet presAssocID="{2C57CCB3-D656-421D-A9F9-47D0FF84CB37}" presName="linNode" presStyleCnt="0"/>
      <dgm:spPr/>
    </dgm:pt>
    <dgm:pt modelId="{FDC6A6CE-4514-47CD-AB22-C4D1B484DBCD}" type="pres">
      <dgm:prSet presAssocID="{2C57CCB3-D656-421D-A9F9-47D0FF84CB3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5B1CAD9-7F2E-476D-B144-3C38233E78A2}" type="pres">
      <dgm:prSet presAssocID="{2C57CCB3-D656-421D-A9F9-47D0FF84CB37}" presName="descendantText" presStyleLbl="alignAccFollowNode1" presStyleIdx="0" presStyleCnt="3">
        <dgm:presLayoutVars>
          <dgm:bulletEnabled val="1"/>
        </dgm:presLayoutVars>
      </dgm:prSet>
      <dgm:spPr/>
    </dgm:pt>
    <dgm:pt modelId="{27DCD6BA-F618-41A4-846F-49B24C4F495E}" type="pres">
      <dgm:prSet presAssocID="{E4131AAA-B211-4526-BE40-D960F4A75233}" presName="sp" presStyleCnt="0"/>
      <dgm:spPr/>
    </dgm:pt>
    <dgm:pt modelId="{8F1B98BE-099F-46C4-A0D8-CD19E0F88A05}" type="pres">
      <dgm:prSet presAssocID="{2C838F71-0CE4-4992-881D-4817DEC28882}" presName="linNode" presStyleCnt="0"/>
      <dgm:spPr/>
    </dgm:pt>
    <dgm:pt modelId="{E609730E-C521-49EF-91BD-47C7B3E48414}" type="pres">
      <dgm:prSet presAssocID="{2C838F71-0CE4-4992-881D-4817DEC2888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D809B39-8553-4B8A-A8C0-41FACEE66D70}" type="pres">
      <dgm:prSet presAssocID="{2C838F71-0CE4-4992-881D-4817DEC28882}" presName="descendantText" presStyleLbl="alignAccFollowNode1" presStyleIdx="1" presStyleCnt="3">
        <dgm:presLayoutVars>
          <dgm:bulletEnabled val="1"/>
        </dgm:presLayoutVars>
      </dgm:prSet>
      <dgm:spPr/>
    </dgm:pt>
    <dgm:pt modelId="{FB0E2A7E-E2FD-44A8-9232-83B9493732C9}" type="pres">
      <dgm:prSet presAssocID="{286E884F-E017-4234-82AF-F255CCB8C1C9}" presName="sp" presStyleCnt="0"/>
      <dgm:spPr/>
    </dgm:pt>
    <dgm:pt modelId="{0E3158A5-B3E0-47BF-89AC-96D029FD2DA4}" type="pres">
      <dgm:prSet presAssocID="{052715AA-536E-43F6-87CD-2B235F62CDC4}" presName="linNode" presStyleCnt="0"/>
      <dgm:spPr/>
    </dgm:pt>
    <dgm:pt modelId="{AE3CEF30-BA3B-42BB-836A-6CC6DA1CC3E5}" type="pres">
      <dgm:prSet presAssocID="{052715AA-536E-43F6-87CD-2B235F62CDC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F3FDA94-3E64-464A-BD87-6D080E8EC5B6}" type="pres">
      <dgm:prSet presAssocID="{052715AA-536E-43F6-87CD-2B235F62CDC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5FCE208-4B15-46D1-81A8-EB2EEC0F5BBF}" type="presOf" srcId="{2C57CCB3-D656-421D-A9F9-47D0FF84CB37}" destId="{FDC6A6CE-4514-47CD-AB22-C4D1B484DBCD}" srcOrd="0" destOrd="0" presId="urn:microsoft.com/office/officeart/2005/8/layout/vList5"/>
    <dgm:cxn modelId="{1B984110-8BA6-4749-885E-711068B5B485}" type="presOf" srcId="{F84F6339-CD17-4918-BF99-FC1869BF7E86}" destId="{0D809B39-8553-4B8A-A8C0-41FACEE66D70}" srcOrd="0" destOrd="1" presId="urn:microsoft.com/office/officeart/2005/8/layout/vList5"/>
    <dgm:cxn modelId="{809F6213-57A8-4EB2-A844-EF8592B9B8A9}" srcId="{2C838F71-0CE4-4992-881D-4817DEC28882}" destId="{F84F6339-CD17-4918-BF99-FC1869BF7E86}" srcOrd="1" destOrd="0" parTransId="{67A69F91-233C-4AF6-8705-3C0B97D72833}" sibTransId="{E8AA0FE8-2C7E-4D5E-A209-8E324F10C500}"/>
    <dgm:cxn modelId="{5573711F-0E74-4FA9-8F0C-5192A6D6967D}" srcId="{2C838F71-0CE4-4992-881D-4817DEC28882}" destId="{92EA9C1E-5DC4-45B7-B10B-A490B1599AE7}" srcOrd="0" destOrd="0" parTransId="{79976C28-304D-4D21-8C61-B3A8F73BE554}" sibTransId="{8F1559C4-DC2E-4A25-8692-A2927296445D}"/>
    <dgm:cxn modelId="{CB7FB822-23CC-49EA-BB3D-F45167FE16B2}" srcId="{41B6938A-3FC3-45B7-A990-50BAF5A50DED}" destId="{052715AA-536E-43F6-87CD-2B235F62CDC4}" srcOrd="2" destOrd="0" parTransId="{0FF16ED9-C453-4738-B82E-BF92865EE383}" sibTransId="{B11826A8-3A65-45B5-8D01-8F52EA4173D2}"/>
    <dgm:cxn modelId="{087E3443-DF41-4069-B1CF-DF06D7D7F208}" type="presOf" srcId="{77E4F6C2-D662-4904-AB70-F60A2A1DC24F}" destId="{C5B1CAD9-7F2E-476D-B144-3C38233E78A2}" srcOrd="0" destOrd="1" presId="urn:microsoft.com/office/officeart/2005/8/layout/vList5"/>
    <dgm:cxn modelId="{9C9F9C65-E676-4FAE-9228-087DC71D199D}" srcId="{41B6938A-3FC3-45B7-A990-50BAF5A50DED}" destId="{2C838F71-0CE4-4992-881D-4817DEC28882}" srcOrd="1" destOrd="0" parTransId="{13E5243B-501A-4621-9178-CF50BEE9B3EA}" sibTransId="{286E884F-E017-4234-82AF-F255CCB8C1C9}"/>
    <dgm:cxn modelId="{A33BCA49-518E-42F3-993C-2487AF0BB093}" type="presOf" srcId="{92EA9C1E-5DC4-45B7-B10B-A490B1599AE7}" destId="{0D809B39-8553-4B8A-A8C0-41FACEE66D70}" srcOrd="0" destOrd="0" presId="urn:microsoft.com/office/officeart/2005/8/layout/vList5"/>
    <dgm:cxn modelId="{D59B407A-E178-4A3A-A336-B22FF747BB81}" srcId="{41B6938A-3FC3-45B7-A990-50BAF5A50DED}" destId="{2C57CCB3-D656-421D-A9F9-47D0FF84CB37}" srcOrd="0" destOrd="0" parTransId="{CEA70E6B-0974-4C48-BA93-6B7278751B82}" sibTransId="{E4131AAA-B211-4526-BE40-D960F4A75233}"/>
    <dgm:cxn modelId="{368BA58B-6E2F-4DFA-848F-DE1A8045CD77}" type="presOf" srcId="{2C838F71-0CE4-4992-881D-4817DEC28882}" destId="{E609730E-C521-49EF-91BD-47C7B3E48414}" srcOrd="0" destOrd="0" presId="urn:microsoft.com/office/officeart/2005/8/layout/vList5"/>
    <dgm:cxn modelId="{1E02738F-3D28-40EF-91ED-D5C5F7CA8ECB}" srcId="{2C57CCB3-D656-421D-A9F9-47D0FF84CB37}" destId="{77E4F6C2-D662-4904-AB70-F60A2A1DC24F}" srcOrd="1" destOrd="0" parTransId="{088FFB83-FA6D-42F4-82F6-BA8FC937C04B}" sibTransId="{CB4A604C-F249-46B7-B005-A19C5F5C4310}"/>
    <dgm:cxn modelId="{AD57DFA2-DDD4-4E5B-B97E-1A42C27AA901}" type="presOf" srcId="{052715AA-536E-43F6-87CD-2B235F62CDC4}" destId="{AE3CEF30-BA3B-42BB-836A-6CC6DA1CC3E5}" srcOrd="0" destOrd="0" presId="urn:microsoft.com/office/officeart/2005/8/layout/vList5"/>
    <dgm:cxn modelId="{75DCAEB1-4550-4C00-B506-0C2465DBFB71}" type="presOf" srcId="{41B6938A-3FC3-45B7-A990-50BAF5A50DED}" destId="{09AEB6C6-5A9A-41CD-8426-7FBFAFBF65D5}" srcOrd="0" destOrd="0" presId="urn:microsoft.com/office/officeart/2005/8/layout/vList5"/>
    <dgm:cxn modelId="{5AC792C8-2A0D-461B-94B4-5DC79548D6B3}" type="presOf" srcId="{DD41B617-15D8-43C4-86B2-760315F39175}" destId="{C5B1CAD9-7F2E-476D-B144-3C38233E78A2}" srcOrd="0" destOrd="0" presId="urn:microsoft.com/office/officeart/2005/8/layout/vList5"/>
    <dgm:cxn modelId="{1DA4B5CA-08D2-43C6-8EAB-5069D56F001C}" srcId="{052715AA-536E-43F6-87CD-2B235F62CDC4}" destId="{A527904E-FD76-4C76-8E60-9597646EADC9}" srcOrd="1" destOrd="0" parTransId="{12FA17AE-515B-4E98-919E-9E0ADEC4B023}" sibTransId="{3B87A42A-D193-4E7A-90E4-3576645F6329}"/>
    <dgm:cxn modelId="{2BCD3FD6-A8B3-4F50-9FFB-C0BCB0548A6D}" srcId="{052715AA-536E-43F6-87CD-2B235F62CDC4}" destId="{B7206AAE-38B7-49B5-9683-70F20A1B4C9F}" srcOrd="0" destOrd="0" parTransId="{98F69907-5340-445F-A977-3FACD2187C49}" sibTransId="{95E3A6C7-41A9-4AD1-A6D3-45F9F3C97F3E}"/>
    <dgm:cxn modelId="{EC4F10DD-F740-4A47-851B-E072D3B0E82F}" type="presOf" srcId="{B7206AAE-38B7-49B5-9683-70F20A1B4C9F}" destId="{5F3FDA94-3E64-464A-BD87-6D080E8EC5B6}" srcOrd="0" destOrd="0" presId="urn:microsoft.com/office/officeart/2005/8/layout/vList5"/>
    <dgm:cxn modelId="{A89E98E8-383E-47C3-9AAE-7F6BFF7095E7}" srcId="{2C57CCB3-D656-421D-A9F9-47D0FF84CB37}" destId="{DD41B617-15D8-43C4-86B2-760315F39175}" srcOrd="0" destOrd="0" parTransId="{84DFC113-955E-4DB6-9CEF-9DE43C058E2A}" sibTransId="{BFF6671E-FF87-41EA-9026-5FBADDFE254A}"/>
    <dgm:cxn modelId="{40331BF2-EBD0-4EEA-B7F6-79310C2541A8}" type="presOf" srcId="{A527904E-FD76-4C76-8E60-9597646EADC9}" destId="{5F3FDA94-3E64-464A-BD87-6D080E8EC5B6}" srcOrd="0" destOrd="1" presId="urn:microsoft.com/office/officeart/2005/8/layout/vList5"/>
    <dgm:cxn modelId="{33BDF337-1DE2-4FF6-9468-39318ADDE5B2}" type="presParOf" srcId="{09AEB6C6-5A9A-41CD-8426-7FBFAFBF65D5}" destId="{4C3BA24F-C997-4F58-B45B-0F0B97D58E4E}" srcOrd="0" destOrd="0" presId="urn:microsoft.com/office/officeart/2005/8/layout/vList5"/>
    <dgm:cxn modelId="{29C395A6-2E72-4B86-8170-44C4EA2BC250}" type="presParOf" srcId="{4C3BA24F-C997-4F58-B45B-0F0B97D58E4E}" destId="{FDC6A6CE-4514-47CD-AB22-C4D1B484DBCD}" srcOrd="0" destOrd="0" presId="urn:microsoft.com/office/officeart/2005/8/layout/vList5"/>
    <dgm:cxn modelId="{E2494BD8-A4B1-43D0-A73D-30A6CCCC7CD1}" type="presParOf" srcId="{4C3BA24F-C997-4F58-B45B-0F0B97D58E4E}" destId="{C5B1CAD9-7F2E-476D-B144-3C38233E78A2}" srcOrd="1" destOrd="0" presId="urn:microsoft.com/office/officeart/2005/8/layout/vList5"/>
    <dgm:cxn modelId="{A7CF8EAC-F65F-4505-99A8-C17BC7D09BE0}" type="presParOf" srcId="{09AEB6C6-5A9A-41CD-8426-7FBFAFBF65D5}" destId="{27DCD6BA-F618-41A4-846F-49B24C4F495E}" srcOrd="1" destOrd="0" presId="urn:microsoft.com/office/officeart/2005/8/layout/vList5"/>
    <dgm:cxn modelId="{7D5298AD-83DE-4630-8543-A20648B27040}" type="presParOf" srcId="{09AEB6C6-5A9A-41CD-8426-7FBFAFBF65D5}" destId="{8F1B98BE-099F-46C4-A0D8-CD19E0F88A05}" srcOrd="2" destOrd="0" presId="urn:microsoft.com/office/officeart/2005/8/layout/vList5"/>
    <dgm:cxn modelId="{CC52494F-0FEE-40C0-8744-B4E3D7DFE161}" type="presParOf" srcId="{8F1B98BE-099F-46C4-A0D8-CD19E0F88A05}" destId="{E609730E-C521-49EF-91BD-47C7B3E48414}" srcOrd="0" destOrd="0" presId="urn:microsoft.com/office/officeart/2005/8/layout/vList5"/>
    <dgm:cxn modelId="{A118BAF4-4B07-4EFD-BCAB-A6B0CB8CB1CA}" type="presParOf" srcId="{8F1B98BE-099F-46C4-A0D8-CD19E0F88A05}" destId="{0D809B39-8553-4B8A-A8C0-41FACEE66D70}" srcOrd="1" destOrd="0" presId="urn:microsoft.com/office/officeart/2005/8/layout/vList5"/>
    <dgm:cxn modelId="{CAA39358-A5D3-41A7-8B78-F72A476F08E1}" type="presParOf" srcId="{09AEB6C6-5A9A-41CD-8426-7FBFAFBF65D5}" destId="{FB0E2A7E-E2FD-44A8-9232-83B9493732C9}" srcOrd="3" destOrd="0" presId="urn:microsoft.com/office/officeart/2005/8/layout/vList5"/>
    <dgm:cxn modelId="{1DA24E9C-41A2-49AC-8CDF-614EBE591834}" type="presParOf" srcId="{09AEB6C6-5A9A-41CD-8426-7FBFAFBF65D5}" destId="{0E3158A5-B3E0-47BF-89AC-96D029FD2DA4}" srcOrd="4" destOrd="0" presId="urn:microsoft.com/office/officeart/2005/8/layout/vList5"/>
    <dgm:cxn modelId="{47F1B883-67BE-467B-8617-1E6B4DF5C46F}" type="presParOf" srcId="{0E3158A5-B3E0-47BF-89AC-96D029FD2DA4}" destId="{AE3CEF30-BA3B-42BB-836A-6CC6DA1CC3E5}" srcOrd="0" destOrd="0" presId="urn:microsoft.com/office/officeart/2005/8/layout/vList5"/>
    <dgm:cxn modelId="{99D60517-3AB4-4139-BB63-72BCAD8857F2}" type="presParOf" srcId="{0E3158A5-B3E0-47BF-89AC-96D029FD2DA4}" destId="{5F3FDA94-3E64-464A-BD87-6D080E8EC5B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416479-3516-4B62-B5F7-F65B79E4866B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6BB0DBA-506F-47A7-86E1-AB17982B98D9}">
      <dgm:prSet/>
      <dgm:spPr/>
      <dgm:t>
        <a:bodyPr/>
        <a:lstStyle/>
        <a:p>
          <a:r>
            <a:rPr lang="en-US"/>
            <a:t>Manage</a:t>
          </a:r>
        </a:p>
      </dgm:t>
    </dgm:pt>
    <dgm:pt modelId="{A2876B58-8DAF-4E26-BBEB-4ED026CE64B6}" type="parTrans" cxnId="{780A4D14-210C-4671-BD4B-38D0C1849387}">
      <dgm:prSet/>
      <dgm:spPr/>
      <dgm:t>
        <a:bodyPr/>
        <a:lstStyle/>
        <a:p>
          <a:endParaRPr lang="en-US"/>
        </a:p>
      </dgm:t>
    </dgm:pt>
    <dgm:pt modelId="{BF8F2066-0F5F-4627-80BE-0B68673237C7}" type="sibTrans" cxnId="{780A4D14-210C-4671-BD4B-38D0C1849387}">
      <dgm:prSet/>
      <dgm:spPr/>
      <dgm:t>
        <a:bodyPr/>
        <a:lstStyle/>
        <a:p>
          <a:endParaRPr lang="en-US"/>
        </a:p>
      </dgm:t>
    </dgm:pt>
    <dgm:pt modelId="{30354A4F-0890-428E-8329-99E29036A22B}">
      <dgm:prSet/>
      <dgm:spPr/>
      <dgm:t>
        <a:bodyPr/>
        <a:lstStyle/>
        <a:p>
          <a:r>
            <a:rPr lang="en-US"/>
            <a:t>Manage Browser Settings</a:t>
          </a:r>
        </a:p>
      </dgm:t>
    </dgm:pt>
    <dgm:pt modelId="{0A95C7E2-A1A5-40EE-A4C9-DBCEF02E1062}" type="parTrans" cxnId="{F42CEEAC-4BA1-4033-AED7-A94BE17618C2}">
      <dgm:prSet/>
      <dgm:spPr/>
      <dgm:t>
        <a:bodyPr/>
        <a:lstStyle/>
        <a:p>
          <a:endParaRPr lang="en-US"/>
        </a:p>
      </dgm:t>
    </dgm:pt>
    <dgm:pt modelId="{5B466295-F5C0-41C4-8643-DC0AA5E3C9C2}" type="sibTrans" cxnId="{F42CEEAC-4BA1-4033-AED7-A94BE17618C2}">
      <dgm:prSet/>
      <dgm:spPr/>
      <dgm:t>
        <a:bodyPr/>
        <a:lstStyle/>
        <a:p>
          <a:endParaRPr lang="en-US"/>
        </a:p>
      </dgm:t>
    </dgm:pt>
    <dgm:pt modelId="{ABD7A892-579D-4ED3-B192-4170A7C017DD}">
      <dgm:prSet/>
      <dgm:spPr/>
      <dgm:t>
        <a:bodyPr/>
        <a:lstStyle/>
        <a:p>
          <a:r>
            <a:rPr lang="en-US"/>
            <a:t>Enable Pop-up blockers</a:t>
          </a:r>
        </a:p>
      </dgm:t>
    </dgm:pt>
    <dgm:pt modelId="{7A69D44E-8899-4EDC-B1B0-563F52AA2688}" type="parTrans" cxnId="{997F0634-13D7-4405-B81A-8F7676A45861}">
      <dgm:prSet/>
      <dgm:spPr/>
      <dgm:t>
        <a:bodyPr/>
        <a:lstStyle/>
        <a:p>
          <a:endParaRPr lang="en-US"/>
        </a:p>
      </dgm:t>
    </dgm:pt>
    <dgm:pt modelId="{69B5D2E7-5650-4951-B6D6-1B237B1C6974}" type="sibTrans" cxnId="{997F0634-13D7-4405-B81A-8F7676A45861}">
      <dgm:prSet/>
      <dgm:spPr/>
      <dgm:t>
        <a:bodyPr/>
        <a:lstStyle/>
        <a:p>
          <a:endParaRPr lang="en-US"/>
        </a:p>
      </dgm:t>
    </dgm:pt>
    <dgm:pt modelId="{909E84C2-A597-448C-A98C-9EE6C0075637}">
      <dgm:prSet/>
      <dgm:spPr/>
      <dgm:t>
        <a:bodyPr/>
        <a:lstStyle/>
        <a:p>
          <a:r>
            <a:rPr lang="en-US"/>
            <a:t>Use reputable browser add-ons</a:t>
          </a:r>
        </a:p>
      </dgm:t>
    </dgm:pt>
    <dgm:pt modelId="{153FFA3C-0B74-4DD8-8C43-26633E59E185}" type="parTrans" cxnId="{F4D8CD1C-3242-42E1-AF32-87EF1E08B698}">
      <dgm:prSet/>
      <dgm:spPr/>
      <dgm:t>
        <a:bodyPr/>
        <a:lstStyle/>
        <a:p>
          <a:endParaRPr lang="en-US"/>
        </a:p>
      </dgm:t>
    </dgm:pt>
    <dgm:pt modelId="{DF01D929-ABDF-4CC3-81EF-D70BADCDBE7E}" type="sibTrans" cxnId="{F4D8CD1C-3242-42E1-AF32-87EF1E08B698}">
      <dgm:prSet/>
      <dgm:spPr/>
      <dgm:t>
        <a:bodyPr/>
        <a:lstStyle/>
        <a:p>
          <a:endParaRPr lang="en-US"/>
        </a:p>
      </dgm:t>
    </dgm:pt>
    <dgm:pt modelId="{A5DDDE7B-1B13-467E-99B1-2415EFA2B573}">
      <dgm:prSet/>
      <dgm:spPr/>
      <dgm:t>
        <a:bodyPr/>
        <a:lstStyle/>
        <a:p>
          <a:r>
            <a:rPr lang="en-US"/>
            <a:t>Be</a:t>
          </a:r>
        </a:p>
      </dgm:t>
    </dgm:pt>
    <dgm:pt modelId="{1EA73851-2B7C-4431-9E95-F65FF435219D}" type="parTrans" cxnId="{0BA9D8B4-41E6-46F9-85A4-67E6FF81B5F5}">
      <dgm:prSet/>
      <dgm:spPr/>
      <dgm:t>
        <a:bodyPr/>
        <a:lstStyle/>
        <a:p>
          <a:endParaRPr lang="en-US"/>
        </a:p>
      </dgm:t>
    </dgm:pt>
    <dgm:pt modelId="{F304309A-808B-4A5C-988D-64439932359F}" type="sibTrans" cxnId="{0BA9D8B4-41E6-46F9-85A4-67E6FF81B5F5}">
      <dgm:prSet/>
      <dgm:spPr/>
      <dgm:t>
        <a:bodyPr/>
        <a:lstStyle/>
        <a:p>
          <a:endParaRPr lang="en-US"/>
        </a:p>
      </dgm:t>
    </dgm:pt>
    <dgm:pt modelId="{5139CFCB-036D-4E57-835F-F0906680EBC1}">
      <dgm:prSet/>
      <dgm:spPr/>
      <dgm:t>
        <a:bodyPr/>
        <a:lstStyle/>
        <a:p>
          <a:r>
            <a:rPr lang="en-US"/>
            <a:t>Be Mindful of Privacy</a:t>
          </a:r>
        </a:p>
      </dgm:t>
    </dgm:pt>
    <dgm:pt modelId="{D1AD801B-5CE4-417B-993A-E22E9F6D8DD1}" type="parTrans" cxnId="{7A4E1F42-045F-4C47-9E6A-6F5C18631792}">
      <dgm:prSet/>
      <dgm:spPr/>
      <dgm:t>
        <a:bodyPr/>
        <a:lstStyle/>
        <a:p>
          <a:endParaRPr lang="en-US"/>
        </a:p>
      </dgm:t>
    </dgm:pt>
    <dgm:pt modelId="{CB6CE4E3-A69D-498F-8A1C-264BF28BC5B8}" type="sibTrans" cxnId="{7A4E1F42-045F-4C47-9E6A-6F5C18631792}">
      <dgm:prSet/>
      <dgm:spPr/>
      <dgm:t>
        <a:bodyPr/>
        <a:lstStyle/>
        <a:p>
          <a:endParaRPr lang="en-US"/>
        </a:p>
      </dgm:t>
    </dgm:pt>
    <dgm:pt modelId="{C1B875D5-3D6D-47B1-A826-25C1F9701602}">
      <dgm:prSet/>
      <dgm:spPr/>
      <dgm:t>
        <a:bodyPr/>
        <a:lstStyle/>
        <a:p>
          <a:r>
            <a:rPr lang="en-US"/>
            <a:t>Be careful what you share on “Social Networking”</a:t>
          </a:r>
        </a:p>
      </dgm:t>
    </dgm:pt>
    <dgm:pt modelId="{63DB0149-A975-439F-9A59-A3104C1028FE}" type="parTrans" cxnId="{A57DF7F5-978C-488C-A983-EECA3C75CB8C}">
      <dgm:prSet/>
      <dgm:spPr/>
      <dgm:t>
        <a:bodyPr/>
        <a:lstStyle/>
        <a:p>
          <a:endParaRPr lang="en-US"/>
        </a:p>
      </dgm:t>
    </dgm:pt>
    <dgm:pt modelId="{24F07788-A9D2-4C96-8A44-946A0FFD0EE5}" type="sibTrans" cxnId="{A57DF7F5-978C-488C-A983-EECA3C75CB8C}">
      <dgm:prSet/>
      <dgm:spPr/>
      <dgm:t>
        <a:bodyPr/>
        <a:lstStyle/>
        <a:p>
          <a:endParaRPr lang="en-US"/>
        </a:p>
      </dgm:t>
    </dgm:pt>
    <dgm:pt modelId="{F4494656-260C-4DE0-8965-2074C9DF4FC8}">
      <dgm:prSet/>
      <dgm:spPr/>
      <dgm:t>
        <a:bodyPr/>
        <a:lstStyle/>
        <a:p>
          <a:r>
            <a:rPr lang="en-US"/>
            <a:t>Be careful what you share with AI</a:t>
          </a:r>
        </a:p>
      </dgm:t>
    </dgm:pt>
    <dgm:pt modelId="{9FDECA72-44C1-42D8-8329-1B56109EECEF}" type="parTrans" cxnId="{4EB33D0F-DF2F-4042-844B-1A0C32A0DE5F}">
      <dgm:prSet/>
      <dgm:spPr/>
      <dgm:t>
        <a:bodyPr/>
        <a:lstStyle/>
        <a:p>
          <a:endParaRPr lang="en-US"/>
        </a:p>
      </dgm:t>
    </dgm:pt>
    <dgm:pt modelId="{0F66B8AB-CB64-4AC7-9642-26DC944C1770}" type="sibTrans" cxnId="{4EB33D0F-DF2F-4042-844B-1A0C32A0DE5F}">
      <dgm:prSet/>
      <dgm:spPr/>
      <dgm:t>
        <a:bodyPr/>
        <a:lstStyle/>
        <a:p>
          <a:endParaRPr lang="en-US"/>
        </a:p>
      </dgm:t>
    </dgm:pt>
    <dgm:pt modelId="{9125A933-993A-44B1-B809-FBD2D5684997}">
      <dgm:prSet/>
      <dgm:spPr/>
      <dgm:t>
        <a:bodyPr/>
        <a:lstStyle/>
        <a:p>
          <a:r>
            <a:rPr lang="en-US"/>
            <a:t>Avoid</a:t>
          </a:r>
        </a:p>
      </dgm:t>
    </dgm:pt>
    <dgm:pt modelId="{139F5510-38BE-4DDD-9577-BD7F98CEF06B}" type="parTrans" cxnId="{BA7AF7A6-5C2C-488C-BAFC-E031EFD758AB}">
      <dgm:prSet/>
      <dgm:spPr/>
      <dgm:t>
        <a:bodyPr/>
        <a:lstStyle/>
        <a:p>
          <a:endParaRPr lang="en-US"/>
        </a:p>
      </dgm:t>
    </dgm:pt>
    <dgm:pt modelId="{FB3D74A7-A83A-4BFE-8CCA-5A7DE74CB1D8}" type="sibTrans" cxnId="{BA7AF7A6-5C2C-488C-BAFC-E031EFD758AB}">
      <dgm:prSet/>
      <dgm:spPr/>
      <dgm:t>
        <a:bodyPr/>
        <a:lstStyle/>
        <a:p>
          <a:endParaRPr lang="en-US"/>
        </a:p>
      </dgm:t>
    </dgm:pt>
    <dgm:pt modelId="{242699C3-C4F0-4CC1-97CD-390F722284D5}">
      <dgm:prSet/>
      <dgm:spPr/>
      <dgm:t>
        <a:bodyPr/>
        <a:lstStyle/>
        <a:p>
          <a:r>
            <a:rPr lang="en-US"/>
            <a:t>Avoid Unsecured Wi-Fi</a:t>
          </a:r>
        </a:p>
      </dgm:t>
    </dgm:pt>
    <dgm:pt modelId="{4DD14254-2018-4FBD-90B7-C6068B2BE442}" type="parTrans" cxnId="{335060CB-16A9-4A5A-886B-2020F11AC1D4}">
      <dgm:prSet/>
      <dgm:spPr/>
      <dgm:t>
        <a:bodyPr/>
        <a:lstStyle/>
        <a:p>
          <a:endParaRPr lang="en-US"/>
        </a:p>
      </dgm:t>
    </dgm:pt>
    <dgm:pt modelId="{81075B10-C0DE-44B2-9995-CF452BB267B0}" type="sibTrans" cxnId="{335060CB-16A9-4A5A-886B-2020F11AC1D4}">
      <dgm:prSet/>
      <dgm:spPr/>
      <dgm:t>
        <a:bodyPr/>
        <a:lstStyle/>
        <a:p>
          <a:endParaRPr lang="en-US"/>
        </a:p>
      </dgm:t>
    </dgm:pt>
    <dgm:pt modelId="{333FD110-8519-4439-9ECC-5D54E0A19365}">
      <dgm:prSet/>
      <dgm:spPr/>
      <dgm:t>
        <a:bodyPr/>
        <a:lstStyle/>
        <a:p>
          <a:r>
            <a:rPr lang="en-US"/>
            <a:t>Public Wi-Fi like in cafes or airports are often fake</a:t>
          </a:r>
        </a:p>
      </dgm:t>
    </dgm:pt>
    <dgm:pt modelId="{47F7CCB0-6A51-42D9-9FD2-54D409BFC5E9}" type="parTrans" cxnId="{1B5F9E25-CFE8-4919-9A78-A3FEE852CD0D}">
      <dgm:prSet/>
      <dgm:spPr/>
      <dgm:t>
        <a:bodyPr/>
        <a:lstStyle/>
        <a:p>
          <a:endParaRPr lang="en-US"/>
        </a:p>
      </dgm:t>
    </dgm:pt>
    <dgm:pt modelId="{41903FBA-6B0E-47A3-BF3F-2E95EC9B13BC}" type="sibTrans" cxnId="{1B5F9E25-CFE8-4919-9A78-A3FEE852CD0D}">
      <dgm:prSet/>
      <dgm:spPr/>
      <dgm:t>
        <a:bodyPr/>
        <a:lstStyle/>
        <a:p>
          <a:endParaRPr lang="en-US"/>
        </a:p>
      </dgm:t>
    </dgm:pt>
    <dgm:pt modelId="{9F39F312-95FB-4527-AF51-DA7B65083056}">
      <dgm:prSet/>
      <dgm:spPr/>
      <dgm:t>
        <a:bodyPr/>
        <a:lstStyle/>
        <a:p>
          <a:r>
            <a:rPr lang="en-US"/>
            <a:t>Use VPN’s to keep your traffic safe</a:t>
          </a:r>
        </a:p>
      </dgm:t>
    </dgm:pt>
    <dgm:pt modelId="{8634A318-96F2-429B-975B-AFF0F44DA836}" type="parTrans" cxnId="{2BFA630F-6803-4258-BBA2-A42C206A39DD}">
      <dgm:prSet/>
      <dgm:spPr/>
      <dgm:t>
        <a:bodyPr/>
        <a:lstStyle/>
        <a:p>
          <a:endParaRPr lang="en-US"/>
        </a:p>
      </dgm:t>
    </dgm:pt>
    <dgm:pt modelId="{E5D637EF-F216-453C-87EB-57960B23DC01}" type="sibTrans" cxnId="{2BFA630F-6803-4258-BBA2-A42C206A39DD}">
      <dgm:prSet/>
      <dgm:spPr/>
      <dgm:t>
        <a:bodyPr/>
        <a:lstStyle/>
        <a:p>
          <a:endParaRPr lang="en-US"/>
        </a:p>
      </dgm:t>
    </dgm:pt>
    <dgm:pt modelId="{83A7EAE5-EF49-4640-AD9C-76BD690572C7}" type="pres">
      <dgm:prSet presAssocID="{CA416479-3516-4B62-B5F7-F65B79E4866B}" presName="Name0" presStyleCnt="0">
        <dgm:presLayoutVars>
          <dgm:dir/>
          <dgm:animLvl val="lvl"/>
          <dgm:resizeHandles val="exact"/>
        </dgm:presLayoutVars>
      </dgm:prSet>
      <dgm:spPr/>
    </dgm:pt>
    <dgm:pt modelId="{60DD1786-0085-4EE1-B03C-EAFD8589B87B}" type="pres">
      <dgm:prSet presAssocID="{66BB0DBA-506F-47A7-86E1-AB17982B98D9}" presName="linNode" presStyleCnt="0"/>
      <dgm:spPr/>
    </dgm:pt>
    <dgm:pt modelId="{3133813C-D2DA-4ECA-9EAD-3E396067F0F5}" type="pres">
      <dgm:prSet presAssocID="{66BB0DBA-506F-47A7-86E1-AB17982B98D9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1D4C79A0-5C3A-4787-BE25-3DD9F7168AB4}" type="pres">
      <dgm:prSet presAssocID="{66BB0DBA-506F-47A7-86E1-AB17982B98D9}" presName="descendantText" presStyleLbl="alignNode1" presStyleIdx="0" presStyleCnt="3">
        <dgm:presLayoutVars>
          <dgm:bulletEnabled/>
        </dgm:presLayoutVars>
      </dgm:prSet>
      <dgm:spPr/>
    </dgm:pt>
    <dgm:pt modelId="{DEDACB23-F7F2-4939-9B6F-4E23BD28E1C0}" type="pres">
      <dgm:prSet presAssocID="{BF8F2066-0F5F-4627-80BE-0B68673237C7}" presName="sp" presStyleCnt="0"/>
      <dgm:spPr/>
    </dgm:pt>
    <dgm:pt modelId="{A59EB0AB-074D-4BFD-A7A0-E77DF1B48786}" type="pres">
      <dgm:prSet presAssocID="{A5DDDE7B-1B13-467E-99B1-2415EFA2B573}" presName="linNode" presStyleCnt="0"/>
      <dgm:spPr/>
    </dgm:pt>
    <dgm:pt modelId="{62E4F12E-CD35-4CA6-A753-05FDF456E267}" type="pres">
      <dgm:prSet presAssocID="{A5DDDE7B-1B13-467E-99B1-2415EFA2B573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BF58326D-DD18-426E-9CF1-2FB137F60340}" type="pres">
      <dgm:prSet presAssocID="{A5DDDE7B-1B13-467E-99B1-2415EFA2B573}" presName="descendantText" presStyleLbl="alignNode1" presStyleIdx="1" presStyleCnt="3">
        <dgm:presLayoutVars>
          <dgm:bulletEnabled/>
        </dgm:presLayoutVars>
      </dgm:prSet>
      <dgm:spPr/>
    </dgm:pt>
    <dgm:pt modelId="{85FDE52D-81B7-49FE-84B0-62A5EC8B3ED8}" type="pres">
      <dgm:prSet presAssocID="{F304309A-808B-4A5C-988D-64439932359F}" presName="sp" presStyleCnt="0"/>
      <dgm:spPr/>
    </dgm:pt>
    <dgm:pt modelId="{7AA2627B-26DE-494F-8ED5-0F5DB35424F8}" type="pres">
      <dgm:prSet presAssocID="{9125A933-993A-44B1-B809-FBD2D5684997}" presName="linNode" presStyleCnt="0"/>
      <dgm:spPr/>
    </dgm:pt>
    <dgm:pt modelId="{D9D71F78-44AF-479E-AD26-A6BE4243C86D}" type="pres">
      <dgm:prSet presAssocID="{9125A933-993A-44B1-B809-FBD2D5684997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871B7535-8C13-4643-8C06-054C1ACD916D}" type="pres">
      <dgm:prSet presAssocID="{9125A933-993A-44B1-B809-FBD2D5684997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4EB33D0F-DF2F-4042-844B-1A0C32A0DE5F}" srcId="{5139CFCB-036D-4E57-835F-F0906680EBC1}" destId="{F4494656-260C-4DE0-8965-2074C9DF4FC8}" srcOrd="1" destOrd="0" parTransId="{9FDECA72-44C1-42D8-8329-1B56109EECEF}" sibTransId="{0F66B8AB-CB64-4AC7-9642-26DC944C1770}"/>
    <dgm:cxn modelId="{2BFA630F-6803-4258-BBA2-A42C206A39DD}" srcId="{242699C3-C4F0-4CC1-97CD-390F722284D5}" destId="{9F39F312-95FB-4527-AF51-DA7B65083056}" srcOrd="1" destOrd="0" parTransId="{8634A318-96F2-429B-975B-AFF0F44DA836}" sibTransId="{E5D637EF-F216-453C-87EB-57960B23DC01}"/>
    <dgm:cxn modelId="{780A4D14-210C-4671-BD4B-38D0C1849387}" srcId="{CA416479-3516-4B62-B5F7-F65B79E4866B}" destId="{66BB0DBA-506F-47A7-86E1-AB17982B98D9}" srcOrd="0" destOrd="0" parTransId="{A2876B58-8DAF-4E26-BBEB-4ED026CE64B6}" sibTransId="{BF8F2066-0F5F-4627-80BE-0B68673237C7}"/>
    <dgm:cxn modelId="{F4D8CD1C-3242-42E1-AF32-87EF1E08B698}" srcId="{30354A4F-0890-428E-8329-99E29036A22B}" destId="{909E84C2-A597-448C-A98C-9EE6C0075637}" srcOrd="1" destOrd="0" parTransId="{153FFA3C-0B74-4DD8-8C43-26633E59E185}" sibTransId="{DF01D929-ABDF-4CC3-81EF-D70BADCDBE7E}"/>
    <dgm:cxn modelId="{0828461D-EDDD-481A-A57E-D9148C409F2B}" type="presOf" srcId="{242699C3-C4F0-4CC1-97CD-390F722284D5}" destId="{871B7535-8C13-4643-8C06-054C1ACD916D}" srcOrd="0" destOrd="0" presId="urn:microsoft.com/office/officeart/2016/7/layout/VerticalHollowActionList"/>
    <dgm:cxn modelId="{1B5F9E25-CFE8-4919-9A78-A3FEE852CD0D}" srcId="{242699C3-C4F0-4CC1-97CD-390F722284D5}" destId="{333FD110-8519-4439-9ECC-5D54E0A19365}" srcOrd="0" destOrd="0" parTransId="{47F7CCB0-6A51-42D9-9FD2-54D409BFC5E9}" sibTransId="{41903FBA-6B0E-47A3-BF3F-2E95EC9B13BC}"/>
    <dgm:cxn modelId="{52F8E227-69EB-40BB-9153-749652D44649}" type="presOf" srcId="{30354A4F-0890-428E-8329-99E29036A22B}" destId="{1D4C79A0-5C3A-4787-BE25-3DD9F7168AB4}" srcOrd="0" destOrd="0" presId="urn:microsoft.com/office/officeart/2016/7/layout/VerticalHollowActionList"/>
    <dgm:cxn modelId="{86EFDF2B-0A88-40B9-824A-7919F4BEABCA}" type="presOf" srcId="{5139CFCB-036D-4E57-835F-F0906680EBC1}" destId="{BF58326D-DD18-426E-9CF1-2FB137F60340}" srcOrd="0" destOrd="0" presId="urn:microsoft.com/office/officeart/2016/7/layout/VerticalHollowActionList"/>
    <dgm:cxn modelId="{EC42FB2C-09A9-44EB-A71A-5E3877F10D9D}" type="presOf" srcId="{9125A933-993A-44B1-B809-FBD2D5684997}" destId="{D9D71F78-44AF-479E-AD26-A6BE4243C86D}" srcOrd="0" destOrd="0" presId="urn:microsoft.com/office/officeart/2016/7/layout/VerticalHollowActionList"/>
    <dgm:cxn modelId="{210E792F-F615-45D1-A12A-DA189F06C0C9}" type="presOf" srcId="{333FD110-8519-4439-9ECC-5D54E0A19365}" destId="{871B7535-8C13-4643-8C06-054C1ACD916D}" srcOrd="0" destOrd="1" presId="urn:microsoft.com/office/officeart/2016/7/layout/VerticalHollowActionList"/>
    <dgm:cxn modelId="{997F0634-13D7-4405-B81A-8F7676A45861}" srcId="{30354A4F-0890-428E-8329-99E29036A22B}" destId="{ABD7A892-579D-4ED3-B192-4170A7C017DD}" srcOrd="0" destOrd="0" parTransId="{7A69D44E-8899-4EDC-B1B0-563F52AA2688}" sibTransId="{69B5D2E7-5650-4951-B6D6-1B237B1C6974}"/>
    <dgm:cxn modelId="{A862303B-9EE0-4064-BCD4-4DBB3E14485A}" type="presOf" srcId="{CA416479-3516-4B62-B5F7-F65B79E4866B}" destId="{83A7EAE5-EF49-4640-AD9C-76BD690572C7}" srcOrd="0" destOrd="0" presId="urn:microsoft.com/office/officeart/2016/7/layout/VerticalHollowActionList"/>
    <dgm:cxn modelId="{7A4E1F42-045F-4C47-9E6A-6F5C18631792}" srcId="{A5DDDE7B-1B13-467E-99B1-2415EFA2B573}" destId="{5139CFCB-036D-4E57-835F-F0906680EBC1}" srcOrd="0" destOrd="0" parTransId="{D1AD801B-5CE4-417B-993A-E22E9F6D8DD1}" sibTransId="{CB6CE4E3-A69D-498F-8A1C-264BF28BC5B8}"/>
    <dgm:cxn modelId="{F31E4A4F-F863-404E-B402-04B6F51CC031}" type="presOf" srcId="{909E84C2-A597-448C-A98C-9EE6C0075637}" destId="{1D4C79A0-5C3A-4787-BE25-3DD9F7168AB4}" srcOrd="0" destOrd="2" presId="urn:microsoft.com/office/officeart/2016/7/layout/VerticalHollowActionList"/>
    <dgm:cxn modelId="{1C8A7470-03C1-4A98-B359-C5EDB8F42CFD}" type="presOf" srcId="{C1B875D5-3D6D-47B1-A826-25C1F9701602}" destId="{BF58326D-DD18-426E-9CF1-2FB137F60340}" srcOrd="0" destOrd="1" presId="urn:microsoft.com/office/officeart/2016/7/layout/VerticalHollowActionList"/>
    <dgm:cxn modelId="{DB7CD280-CF3D-4811-9166-C40FD4066531}" type="presOf" srcId="{A5DDDE7B-1B13-467E-99B1-2415EFA2B573}" destId="{62E4F12E-CD35-4CA6-A753-05FDF456E267}" srcOrd="0" destOrd="0" presId="urn:microsoft.com/office/officeart/2016/7/layout/VerticalHollowActionList"/>
    <dgm:cxn modelId="{1003C091-D09F-4A18-A29A-5732867625B5}" type="presOf" srcId="{F4494656-260C-4DE0-8965-2074C9DF4FC8}" destId="{BF58326D-DD18-426E-9CF1-2FB137F60340}" srcOrd="0" destOrd="2" presId="urn:microsoft.com/office/officeart/2016/7/layout/VerticalHollowActionList"/>
    <dgm:cxn modelId="{DA359397-7D4F-4BCF-BF76-983612BD5EB7}" type="presOf" srcId="{66BB0DBA-506F-47A7-86E1-AB17982B98D9}" destId="{3133813C-D2DA-4ECA-9EAD-3E396067F0F5}" srcOrd="0" destOrd="0" presId="urn:microsoft.com/office/officeart/2016/7/layout/VerticalHollowActionList"/>
    <dgm:cxn modelId="{07E530A1-9D07-4F47-9D28-1322B75CBF99}" type="presOf" srcId="{9F39F312-95FB-4527-AF51-DA7B65083056}" destId="{871B7535-8C13-4643-8C06-054C1ACD916D}" srcOrd="0" destOrd="2" presId="urn:microsoft.com/office/officeart/2016/7/layout/VerticalHollowActionList"/>
    <dgm:cxn modelId="{BA7AF7A6-5C2C-488C-BAFC-E031EFD758AB}" srcId="{CA416479-3516-4B62-B5F7-F65B79E4866B}" destId="{9125A933-993A-44B1-B809-FBD2D5684997}" srcOrd="2" destOrd="0" parTransId="{139F5510-38BE-4DDD-9577-BD7F98CEF06B}" sibTransId="{FB3D74A7-A83A-4BFE-8CCA-5A7DE74CB1D8}"/>
    <dgm:cxn modelId="{5F3CB2A9-B277-4D39-9F2D-30263622386A}" type="presOf" srcId="{ABD7A892-579D-4ED3-B192-4170A7C017DD}" destId="{1D4C79A0-5C3A-4787-BE25-3DD9F7168AB4}" srcOrd="0" destOrd="1" presId="urn:microsoft.com/office/officeart/2016/7/layout/VerticalHollowActionList"/>
    <dgm:cxn modelId="{F42CEEAC-4BA1-4033-AED7-A94BE17618C2}" srcId="{66BB0DBA-506F-47A7-86E1-AB17982B98D9}" destId="{30354A4F-0890-428E-8329-99E29036A22B}" srcOrd="0" destOrd="0" parTransId="{0A95C7E2-A1A5-40EE-A4C9-DBCEF02E1062}" sibTransId="{5B466295-F5C0-41C4-8643-DC0AA5E3C9C2}"/>
    <dgm:cxn modelId="{0BA9D8B4-41E6-46F9-85A4-67E6FF81B5F5}" srcId="{CA416479-3516-4B62-B5F7-F65B79E4866B}" destId="{A5DDDE7B-1B13-467E-99B1-2415EFA2B573}" srcOrd="1" destOrd="0" parTransId="{1EA73851-2B7C-4431-9E95-F65FF435219D}" sibTransId="{F304309A-808B-4A5C-988D-64439932359F}"/>
    <dgm:cxn modelId="{335060CB-16A9-4A5A-886B-2020F11AC1D4}" srcId="{9125A933-993A-44B1-B809-FBD2D5684997}" destId="{242699C3-C4F0-4CC1-97CD-390F722284D5}" srcOrd="0" destOrd="0" parTransId="{4DD14254-2018-4FBD-90B7-C6068B2BE442}" sibTransId="{81075B10-C0DE-44B2-9995-CF452BB267B0}"/>
    <dgm:cxn modelId="{A57DF7F5-978C-488C-A983-EECA3C75CB8C}" srcId="{5139CFCB-036D-4E57-835F-F0906680EBC1}" destId="{C1B875D5-3D6D-47B1-A826-25C1F9701602}" srcOrd="0" destOrd="0" parTransId="{63DB0149-A975-439F-9A59-A3104C1028FE}" sibTransId="{24F07788-A9D2-4C96-8A44-946A0FFD0EE5}"/>
    <dgm:cxn modelId="{36ADC5FA-09FD-4495-8F83-36B906EBA12C}" type="presParOf" srcId="{83A7EAE5-EF49-4640-AD9C-76BD690572C7}" destId="{60DD1786-0085-4EE1-B03C-EAFD8589B87B}" srcOrd="0" destOrd="0" presId="urn:microsoft.com/office/officeart/2016/7/layout/VerticalHollowActionList"/>
    <dgm:cxn modelId="{DE85FE4B-DACC-4984-8295-E0F7EF9C5263}" type="presParOf" srcId="{60DD1786-0085-4EE1-B03C-EAFD8589B87B}" destId="{3133813C-D2DA-4ECA-9EAD-3E396067F0F5}" srcOrd="0" destOrd="0" presId="urn:microsoft.com/office/officeart/2016/7/layout/VerticalHollowActionList"/>
    <dgm:cxn modelId="{9366FE98-4859-4208-A04B-9808D73B8C58}" type="presParOf" srcId="{60DD1786-0085-4EE1-B03C-EAFD8589B87B}" destId="{1D4C79A0-5C3A-4787-BE25-3DD9F7168AB4}" srcOrd="1" destOrd="0" presId="urn:microsoft.com/office/officeart/2016/7/layout/VerticalHollowActionList"/>
    <dgm:cxn modelId="{D1E85AE5-A66F-4A93-BAAF-0BC3D3FEBF98}" type="presParOf" srcId="{83A7EAE5-EF49-4640-AD9C-76BD690572C7}" destId="{DEDACB23-F7F2-4939-9B6F-4E23BD28E1C0}" srcOrd="1" destOrd="0" presId="urn:microsoft.com/office/officeart/2016/7/layout/VerticalHollowActionList"/>
    <dgm:cxn modelId="{5B1F97D4-3B22-4489-819C-CE64B015F766}" type="presParOf" srcId="{83A7EAE5-EF49-4640-AD9C-76BD690572C7}" destId="{A59EB0AB-074D-4BFD-A7A0-E77DF1B48786}" srcOrd="2" destOrd="0" presId="urn:microsoft.com/office/officeart/2016/7/layout/VerticalHollowActionList"/>
    <dgm:cxn modelId="{BEB2E4A2-60A2-4336-A521-4ED0A941E824}" type="presParOf" srcId="{A59EB0AB-074D-4BFD-A7A0-E77DF1B48786}" destId="{62E4F12E-CD35-4CA6-A753-05FDF456E267}" srcOrd="0" destOrd="0" presId="urn:microsoft.com/office/officeart/2016/7/layout/VerticalHollowActionList"/>
    <dgm:cxn modelId="{80916BEF-3C7F-4D54-864B-00CBB8FE2D75}" type="presParOf" srcId="{A59EB0AB-074D-4BFD-A7A0-E77DF1B48786}" destId="{BF58326D-DD18-426E-9CF1-2FB137F60340}" srcOrd="1" destOrd="0" presId="urn:microsoft.com/office/officeart/2016/7/layout/VerticalHollowActionList"/>
    <dgm:cxn modelId="{0F4123D1-0526-43DA-8774-0BC568829905}" type="presParOf" srcId="{83A7EAE5-EF49-4640-AD9C-76BD690572C7}" destId="{85FDE52D-81B7-49FE-84B0-62A5EC8B3ED8}" srcOrd="3" destOrd="0" presId="urn:microsoft.com/office/officeart/2016/7/layout/VerticalHollowActionList"/>
    <dgm:cxn modelId="{0B623A70-C012-46FD-8F91-F4F4ED534A24}" type="presParOf" srcId="{83A7EAE5-EF49-4640-AD9C-76BD690572C7}" destId="{7AA2627B-26DE-494F-8ED5-0F5DB35424F8}" srcOrd="4" destOrd="0" presId="urn:microsoft.com/office/officeart/2016/7/layout/VerticalHollowActionList"/>
    <dgm:cxn modelId="{F557E3B1-42BB-44F9-8C59-228A2ECA25B7}" type="presParOf" srcId="{7AA2627B-26DE-494F-8ED5-0F5DB35424F8}" destId="{D9D71F78-44AF-479E-AD26-A6BE4243C86D}" srcOrd="0" destOrd="0" presId="urn:microsoft.com/office/officeart/2016/7/layout/VerticalHollowActionList"/>
    <dgm:cxn modelId="{35EE01C1-FA28-4088-808E-4D0656E4054F}" type="presParOf" srcId="{7AA2627B-26DE-494F-8ED5-0F5DB35424F8}" destId="{871B7535-8C13-4643-8C06-054C1ACD916D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32BF324-D9AC-47AF-AFD9-BE938A053A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F62BF1-510F-4A45-9B4C-7864DB3D9FD9}">
      <dgm:prSet/>
      <dgm:spPr/>
      <dgm:t>
        <a:bodyPr/>
        <a:lstStyle/>
        <a:p>
          <a:r>
            <a:rPr lang="en-US"/>
            <a:t>Tabbed Browsing</a:t>
          </a:r>
        </a:p>
      </dgm:t>
    </dgm:pt>
    <dgm:pt modelId="{3AE42151-C0CC-4833-9C83-D350DCDC74FA}" type="parTrans" cxnId="{8BCA8C44-982C-41C6-B052-DE39468111CE}">
      <dgm:prSet/>
      <dgm:spPr/>
      <dgm:t>
        <a:bodyPr/>
        <a:lstStyle/>
        <a:p>
          <a:endParaRPr lang="en-US"/>
        </a:p>
      </dgm:t>
    </dgm:pt>
    <dgm:pt modelId="{D725A2D6-9941-4D98-A372-8646C8DBF212}" type="sibTrans" cxnId="{8BCA8C44-982C-41C6-B052-DE39468111CE}">
      <dgm:prSet/>
      <dgm:spPr/>
      <dgm:t>
        <a:bodyPr/>
        <a:lstStyle/>
        <a:p>
          <a:endParaRPr lang="en-US"/>
        </a:p>
      </dgm:t>
    </dgm:pt>
    <dgm:pt modelId="{850E81F4-48A6-4314-A84A-42A14C382FB9}">
      <dgm:prSet/>
      <dgm:spPr/>
      <dgm:t>
        <a:bodyPr/>
        <a:lstStyle/>
        <a:p>
          <a:r>
            <a:rPr lang="en-US"/>
            <a:t>Organized Features</a:t>
          </a:r>
        </a:p>
      </dgm:t>
    </dgm:pt>
    <dgm:pt modelId="{8997F13B-9402-4D05-8017-9A6C961FE9EA}" type="parTrans" cxnId="{59C9F7E2-2939-48C8-AA6E-018F8310332D}">
      <dgm:prSet/>
      <dgm:spPr/>
      <dgm:t>
        <a:bodyPr/>
        <a:lstStyle/>
        <a:p>
          <a:endParaRPr lang="en-US"/>
        </a:p>
      </dgm:t>
    </dgm:pt>
    <dgm:pt modelId="{3A23DF4D-5008-48CB-89F3-4E0126DC935C}" type="sibTrans" cxnId="{59C9F7E2-2939-48C8-AA6E-018F8310332D}">
      <dgm:prSet/>
      <dgm:spPr/>
      <dgm:t>
        <a:bodyPr/>
        <a:lstStyle/>
        <a:p>
          <a:endParaRPr lang="en-US"/>
        </a:p>
      </dgm:t>
    </dgm:pt>
    <dgm:pt modelId="{D1EAFD65-C2D3-4E86-BFF0-67EFD21F3A64}">
      <dgm:prSet/>
      <dgm:spPr/>
      <dgm:t>
        <a:bodyPr/>
        <a:lstStyle/>
        <a:p>
          <a:r>
            <a:rPr lang="en-US"/>
            <a:t>Address Bar and Search Integration</a:t>
          </a:r>
        </a:p>
      </dgm:t>
    </dgm:pt>
    <dgm:pt modelId="{D365D49F-8681-4D7B-BA91-748AFA585842}" type="parTrans" cxnId="{810A126D-1CAD-4167-8A95-6789B2A8FBA8}">
      <dgm:prSet/>
      <dgm:spPr/>
      <dgm:t>
        <a:bodyPr/>
        <a:lstStyle/>
        <a:p>
          <a:endParaRPr lang="en-US"/>
        </a:p>
      </dgm:t>
    </dgm:pt>
    <dgm:pt modelId="{9E3558F5-55C0-4D6F-B15F-F96DB3A76A85}" type="sibTrans" cxnId="{810A126D-1CAD-4167-8A95-6789B2A8FBA8}">
      <dgm:prSet/>
      <dgm:spPr/>
      <dgm:t>
        <a:bodyPr/>
        <a:lstStyle/>
        <a:p>
          <a:endParaRPr lang="en-US"/>
        </a:p>
      </dgm:t>
    </dgm:pt>
    <dgm:pt modelId="{51E9915B-28A8-4B4D-A7E2-FDCA94F5F9A3}">
      <dgm:prSet/>
      <dgm:spPr/>
      <dgm:t>
        <a:bodyPr/>
        <a:lstStyle/>
        <a:p>
          <a:r>
            <a:rPr lang="en-US"/>
            <a:t>Pop-up Blockers</a:t>
          </a:r>
        </a:p>
      </dgm:t>
    </dgm:pt>
    <dgm:pt modelId="{B0CC37FB-24EF-40EF-AF7B-391C7546652E}" type="parTrans" cxnId="{6BCEA061-D1B3-480B-A138-FE6519D9E8A4}">
      <dgm:prSet/>
      <dgm:spPr/>
      <dgm:t>
        <a:bodyPr/>
        <a:lstStyle/>
        <a:p>
          <a:endParaRPr lang="en-US"/>
        </a:p>
      </dgm:t>
    </dgm:pt>
    <dgm:pt modelId="{042226B2-BF0B-4E13-8AE3-4768F010A66F}" type="sibTrans" cxnId="{6BCEA061-D1B3-480B-A138-FE6519D9E8A4}">
      <dgm:prSet/>
      <dgm:spPr/>
      <dgm:t>
        <a:bodyPr/>
        <a:lstStyle/>
        <a:p>
          <a:endParaRPr lang="en-US"/>
        </a:p>
      </dgm:t>
    </dgm:pt>
    <dgm:pt modelId="{10DA4B71-1B98-4B0B-8699-2AF81293CDE5}">
      <dgm:prSet/>
      <dgm:spPr/>
      <dgm:t>
        <a:bodyPr/>
        <a:lstStyle/>
        <a:p>
          <a:r>
            <a:rPr lang="en-US"/>
            <a:t>Private Browsing</a:t>
          </a:r>
        </a:p>
      </dgm:t>
    </dgm:pt>
    <dgm:pt modelId="{E85DF11B-661F-4594-B92C-AEC562727FB0}" type="parTrans" cxnId="{911DF2EC-3540-4E17-8C3B-9751F0DBA8CD}">
      <dgm:prSet/>
      <dgm:spPr/>
      <dgm:t>
        <a:bodyPr/>
        <a:lstStyle/>
        <a:p>
          <a:endParaRPr lang="en-US"/>
        </a:p>
      </dgm:t>
    </dgm:pt>
    <dgm:pt modelId="{97637FAB-7A73-42AC-AD86-CC9C3D54BE19}" type="sibTrans" cxnId="{911DF2EC-3540-4E17-8C3B-9751F0DBA8CD}">
      <dgm:prSet/>
      <dgm:spPr/>
      <dgm:t>
        <a:bodyPr/>
        <a:lstStyle/>
        <a:p>
          <a:endParaRPr lang="en-US"/>
        </a:p>
      </dgm:t>
    </dgm:pt>
    <dgm:pt modelId="{016D614A-A9A9-48A5-A02F-8DA2B7F364C5}">
      <dgm:prSet/>
      <dgm:spPr/>
      <dgm:t>
        <a:bodyPr/>
        <a:lstStyle/>
        <a:p>
          <a:r>
            <a:rPr lang="en-US"/>
            <a:t>Add-ons/Extensions</a:t>
          </a:r>
        </a:p>
      </dgm:t>
    </dgm:pt>
    <dgm:pt modelId="{3F792DC3-618F-41B8-B3C0-EA12383FE84F}" type="parTrans" cxnId="{344F8EA9-0A76-4E51-9C40-ACE3761004B0}">
      <dgm:prSet/>
      <dgm:spPr/>
      <dgm:t>
        <a:bodyPr/>
        <a:lstStyle/>
        <a:p>
          <a:endParaRPr lang="en-US"/>
        </a:p>
      </dgm:t>
    </dgm:pt>
    <dgm:pt modelId="{C8D4BA8E-AB6A-48C6-B92D-32EBCDAAB823}" type="sibTrans" cxnId="{344F8EA9-0A76-4E51-9C40-ACE3761004B0}">
      <dgm:prSet/>
      <dgm:spPr/>
      <dgm:t>
        <a:bodyPr/>
        <a:lstStyle/>
        <a:p>
          <a:endParaRPr lang="en-US"/>
        </a:p>
      </dgm:t>
    </dgm:pt>
    <dgm:pt modelId="{498B5443-234B-47DA-A275-64D459719E8B}" type="pres">
      <dgm:prSet presAssocID="{D32BF324-D9AC-47AF-AFD9-BE938A053A73}" presName="linear" presStyleCnt="0">
        <dgm:presLayoutVars>
          <dgm:animLvl val="lvl"/>
          <dgm:resizeHandles val="exact"/>
        </dgm:presLayoutVars>
      </dgm:prSet>
      <dgm:spPr/>
    </dgm:pt>
    <dgm:pt modelId="{A8619B6A-0904-4FEB-8E06-0AF5F7BFA98B}" type="pres">
      <dgm:prSet presAssocID="{3DF62BF1-510F-4A45-9B4C-7864DB3D9FD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76F22B2-52A8-4D26-9687-697355AB0701}" type="pres">
      <dgm:prSet presAssocID="{D725A2D6-9941-4D98-A372-8646C8DBF212}" presName="spacer" presStyleCnt="0"/>
      <dgm:spPr/>
    </dgm:pt>
    <dgm:pt modelId="{78D7BEB9-1CD6-4015-9F42-2FFAE8665C9C}" type="pres">
      <dgm:prSet presAssocID="{850E81F4-48A6-4314-A84A-42A14C382FB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C50279B-B024-4CD9-9F24-D9C9195A0331}" type="pres">
      <dgm:prSet presAssocID="{3A23DF4D-5008-48CB-89F3-4E0126DC935C}" presName="spacer" presStyleCnt="0"/>
      <dgm:spPr/>
    </dgm:pt>
    <dgm:pt modelId="{B6DB8331-3939-4F3F-AA0F-CE10C97D6EE5}" type="pres">
      <dgm:prSet presAssocID="{D1EAFD65-C2D3-4E86-BFF0-67EFD21F3A6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25807E3-78EE-49EC-B31C-7775470DB4EB}" type="pres">
      <dgm:prSet presAssocID="{9E3558F5-55C0-4D6F-B15F-F96DB3A76A85}" presName="spacer" presStyleCnt="0"/>
      <dgm:spPr/>
    </dgm:pt>
    <dgm:pt modelId="{11E122F8-F726-41D5-92EE-5CE23EF13BAD}" type="pres">
      <dgm:prSet presAssocID="{51E9915B-28A8-4B4D-A7E2-FDCA94F5F9A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7205769-CB5E-4BDD-AB0A-B946A5729D8B}" type="pres">
      <dgm:prSet presAssocID="{042226B2-BF0B-4E13-8AE3-4768F010A66F}" presName="spacer" presStyleCnt="0"/>
      <dgm:spPr/>
    </dgm:pt>
    <dgm:pt modelId="{E9A1919C-AD50-471E-B498-E3BAD0AE7976}" type="pres">
      <dgm:prSet presAssocID="{10DA4B71-1B98-4B0B-8699-2AF81293CDE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4717483-316C-4982-991F-A22B31A2BACF}" type="pres">
      <dgm:prSet presAssocID="{97637FAB-7A73-42AC-AD86-CC9C3D54BE19}" presName="spacer" presStyleCnt="0"/>
      <dgm:spPr/>
    </dgm:pt>
    <dgm:pt modelId="{E65EAD63-CE9D-4B32-AF88-2A1D934EA821}" type="pres">
      <dgm:prSet presAssocID="{016D614A-A9A9-48A5-A02F-8DA2B7F364C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BCEA061-D1B3-480B-A138-FE6519D9E8A4}" srcId="{D32BF324-D9AC-47AF-AFD9-BE938A053A73}" destId="{51E9915B-28A8-4B4D-A7E2-FDCA94F5F9A3}" srcOrd="3" destOrd="0" parTransId="{B0CC37FB-24EF-40EF-AF7B-391C7546652E}" sibTransId="{042226B2-BF0B-4E13-8AE3-4768F010A66F}"/>
    <dgm:cxn modelId="{8BCA8C44-982C-41C6-B052-DE39468111CE}" srcId="{D32BF324-D9AC-47AF-AFD9-BE938A053A73}" destId="{3DF62BF1-510F-4A45-9B4C-7864DB3D9FD9}" srcOrd="0" destOrd="0" parTransId="{3AE42151-C0CC-4833-9C83-D350DCDC74FA}" sibTransId="{D725A2D6-9941-4D98-A372-8646C8DBF212}"/>
    <dgm:cxn modelId="{810A126D-1CAD-4167-8A95-6789B2A8FBA8}" srcId="{D32BF324-D9AC-47AF-AFD9-BE938A053A73}" destId="{D1EAFD65-C2D3-4E86-BFF0-67EFD21F3A64}" srcOrd="2" destOrd="0" parTransId="{D365D49F-8681-4D7B-BA91-748AFA585842}" sibTransId="{9E3558F5-55C0-4D6F-B15F-F96DB3A76A85}"/>
    <dgm:cxn modelId="{F933664D-EBF6-4BC8-8CF0-ED1FEFE59E80}" type="presOf" srcId="{3DF62BF1-510F-4A45-9B4C-7864DB3D9FD9}" destId="{A8619B6A-0904-4FEB-8E06-0AF5F7BFA98B}" srcOrd="0" destOrd="0" presId="urn:microsoft.com/office/officeart/2005/8/layout/vList2"/>
    <dgm:cxn modelId="{344F8EA9-0A76-4E51-9C40-ACE3761004B0}" srcId="{D32BF324-D9AC-47AF-AFD9-BE938A053A73}" destId="{016D614A-A9A9-48A5-A02F-8DA2B7F364C5}" srcOrd="5" destOrd="0" parTransId="{3F792DC3-618F-41B8-B3C0-EA12383FE84F}" sibTransId="{C8D4BA8E-AB6A-48C6-B92D-32EBCDAAB823}"/>
    <dgm:cxn modelId="{7BFAEBA9-3CCC-4891-BE08-267DBC996AA0}" type="presOf" srcId="{016D614A-A9A9-48A5-A02F-8DA2B7F364C5}" destId="{E65EAD63-CE9D-4B32-AF88-2A1D934EA821}" srcOrd="0" destOrd="0" presId="urn:microsoft.com/office/officeart/2005/8/layout/vList2"/>
    <dgm:cxn modelId="{91FF78BD-F8A5-47F5-9CF2-C903D3EBD7E0}" type="presOf" srcId="{51E9915B-28A8-4B4D-A7E2-FDCA94F5F9A3}" destId="{11E122F8-F726-41D5-92EE-5CE23EF13BAD}" srcOrd="0" destOrd="0" presId="urn:microsoft.com/office/officeart/2005/8/layout/vList2"/>
    <dgm:cxn modelId="{BCA3D5D3-E99D-4035-AD5F-DEB6E7EE9CA1}" type="presOf" srcId="{D1EAFD65-C2D3-4E86-BFF0-67EFD21F3A64}" destId="{B6DB8331-3939-4F3F-AA0F-CE10C97D6EE5}" srcOrd="0" destOrd="0" presId="urn:microsoft.com/office/officeart/2005/8/layout/vList2"/>
    <dgm:cxn modelId="{823FFDDE-C4E3-46AF-B6A8-C814A8378C1D}" type="presOf" srcId="{850E81F4-48A6-4314-A84A-42A14C382FB9}" destId="{78D7BEB9-1CD6-4015-9F42-2FFAE8665C9C}" srcOrd="0" destOrd="0" presId="urn:microsoft.com/office/officeart/2005/8/layout/vList2"/>
    <dgm:cxn modelId="{F609B3E2-34C0-4DF3-B41E-02B6169D4DC7}" type="presOf" srcId="{10DA4B71-1B98-4B0B-8699-2AF81293CDE5}" destId="{E9A1919C-AD50-471E-B498-E3BAD0AE7976}" srcOrd="0" destOrd="0" presId="urn:microsoft.com/office/officeart/2005/8/layout/vList2"/>
    <dgm:cxn modelId="{59C9F7E2-2939-48C8-AA6E-018F8310332D}" srcId="{D32BF324-D9AC-47AF-AFD9-BE938A053A73}" destId="{850E81F4-48A6-4314-A84A-42A14C382FB9}" srcOrd="1" destOrd="0" parTransId="{8997F13B-9402-4D05-8017-9A6C961FE9EA}" sibTransId="{3A23DF4D-5008-48CB-89F3-4E0126DC935C}"/>
    <dgm:cxn modelId="{91548EE5-8602-47DD-B9FF-1A4C3D2D3D23}" type="presOf" srcId="{D32BF324-D9AC-47AF-AFD9-BE938A053A73}" destId="{498B5443-234B-47DA-A275-64D459719E8B}" srcOrd="0" destOrd="0" presId="urn:microsoft.com/office/officeart/2005/8/layout/vList2"/>
    <dgm:cxn modelId="{911DF2EC-3540-4E17-8C3B-9751F0DBA8CD}" srcId="{D32BF324-D9AC-47AF-AFD9-BE938A053A73}" destId="{10DA4B71-1B98-4B0B-8699-2AF81293CDE5}" srcOrd="4" destOrd="0" parTransId="{E85DF11B-661F-4594-B92C-AEC562727FB0}" sibTransId="{97637FAB-7A73-42AC-AD86-CC9C3D54BE19}"/>
    <dgm:cxn modelId="{2B2F2904-669E-4E46-973A-0DF452E907DE}" type="presParOf" srcId="{498B5443-234B-47DA-A275-64D459719E8B}" destId="{A8619B6A-0904-4FEB-8E06-0AF5F7BFA98B}" srcOrd="0" destOrd="0" presId="urn:microsoft.com/office/officeart/2005/8/layout/vList2"/>
    <dgm:cxn modelId="{DDB46743-F4AC-4EEB-A328-3B8D0EC7F4C3}" type="presParOf" srcId="{498B5443-234B-47DA-A275-64D459719E8B}" destId="{C76F22B2-52A8-4D26-9687-697355AB0701}" srcOrd="1" destOrd="0" presId="urn:microsoft.com/office/officeart/2005/8/layout/vList2"/>
    <dgm:cxn modelId="{2A575C04-C341-46FD-B584-74694D91F74A}" type="presParOf" srcId="{498B5443-234B-47DA-A275-64D459719E8B}" destId="{78D7BEB9-1CD6-4015-9F42-2FFAE8665C9C}" srcOrd="2" destOrd="0" presId="urn:microsoft.com/office/officeart/2005/8/layout/vList2"/>
    <dgm:cxn modelId="{D9FE4D09-4212-458B-9A6A-3C952F827B27}" type="presParOf" srcId="{498B5443-234B-47DA-A275-64D459719E8B}" destId="{DC50279B-B024-4CD9-9F24-D9C9195A0331}" srcOrd="3" destOrd="0" presId="urn:microsoft.com/office/officeart/2005/8/layout/vList2"/>
    <dgm:cxn modelId="{DE08958E-73C3-4624-910E-5F57AB7EA6D6}" type="presParOf" srcId="{498B5443-234B-47DA-A275-64D459719E8B}" destId="{B6DB8331-3939-4F3F-AA0F-CE10C97D6EE5}" srcOrd="4" destOrd="0" presId="urn:microsoft.com/office/officeart/2005/8/layout/vList2"/>
    <dgm:cxn modelId="{BF21CF1F-53F3-45D3-AC63-4C3770E6A2CC}" type="presParOf" srcId="{498B5443-234B-47DA-A275-64D459719E8B}" destId="{A25807E3-78EE-49EC-B31C-7775470DB4EB}" srcOrd="5" destOrd="0" presId="urn:microsoft.com/office/officeart/2005/8/layout/vList2"/>
    <dgm:cxn modelId="{DB80B0B5-40B5-4415-B8D9-A047F837FD6D}" type="presParOf" srcId="{498B5443-234B-47DA-A275-64D459719E8B}" destId="{11E122F8-F726-41D5-92EE-5CE23EF13BAD}" srcOrd="6" destOrd="0" presId="urn:microsoft.com/office/officeart/2005/8/layout/vList2"/>
    <dgm:cxn modelId="{332893DA-D11A-46C8-8711-B83318F6E2C7}" type="presParOf" srcId="{498B5443-234B-47DA-A275-64D459719E8B}" destId="{97205769-CB5E-4BDD-AB0A-B946A5729D8B}" srcOrd="7" destOrd="0" presId="urn:microsoft.com/office/officeart/2005/8/layout/vList2"/>
    <dgm:cxn modelId="{00239D61-8C85-4BBD-8A58-69E94B3AF91A}" type="presParOf" srcId="{498B5443-234B-47DA-A275-64D459719E8B}" destId="{E9A1919C-AD50-471E-B498-E3BAD0AE7976}" srcOrd="8" destOrd="0" presId="urn:microsoft.com/office/officeart/2005/8/layout/vList2"/>
    <dgm:cxn modelId="{484F90C4-57F6-42DF-9AB6-928AB68F5E8E}" type="presParOf" srcId="{498B5443-234B-47DA-A275-64D459719E8B}" destId="{74717483-316C-4982-991F-A22B31A2BACF}" srcOrd="9" destOrd="0" presId="urn:microsoft.com/office/officeart/2005/8/layout/vList2"/>
    <dgm:cxn modelId="{3CDF674C-3C42-4986-B97B-DE6FB9A372E3}" type="presParOf" srcId="{498B5443-234B-47DA-A275-64D459719E8B}" destId="{E65EAD63-CE9D-4B32-AF88-2A1D934EA82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1D5E41E-D5E5-4D09-B98C-9B4658F0A6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9C7CDF-4615-4258-B8D0-70E818C2BE66}">
      <dgm:prSet/>
      <dgm:spPr/>
      <dgm:t>
        <a:bodyPr/>
        <a:lstStyle/>
        <a:p>
          <a:r>
            <a:rPr lang="en-US"/>
            <a:t>Caching</a:t>
          </a:r>
        </a:p>
      </dgm:t>
    </dgm:pt>
    <dgm:pt modelId="{B39DD8CC-5B26-4DF1-A19B-301FEE60B33D}" type="parTrans" cxnId="{4F388A05-1C3B-4999-8154-AFB2E149CFFB}">
      <dgm:prSet/>
      <dgm:spPr/>
      <dgm:t>
        <a:bodyPr/>
        <a:lstStyle/>
        <a:p>
          <a:endParaRPr lang="en-US"/>
        </a:p>
      </dgm:t>
    </dgm:pt>
    <dgm:pt modelId="{AEC9633B-80C6-4AA3-8978-A7AC92EC968A}" type="sibTrans" cxnId="{4F388A05-1C3B-4999-8154-AFB2E149CFFB}">
      <dgm:prSet/>
      <dgm:spPr/>
      <dgm:t>
        <a:bodyPr/>
        <a:lstStyle/>
        <a:p>
          <a:endParaRPr lang="en-US"/>
        </a:p>
      </dgm:t>
    </dgm:pt>
    <dgm:pt modelId="{AAB5222D-54B2-4E18-8369-17D76DCA68DF}">
      <dgm:prSet/>
      <dgm:spPr/>
      <dgm:t>
        <a:bodyPr/>
        <a:lstStyle/>
        <a:p>
          <a:r>
            <a:rPr lang="en-US"/>
            <a:t>Password Management</a:t>
          </a:r>
        </a:p>
      </dgm:t>
    </dgm:pt>
    <dgm:pt modelId="{F7360EEF-F0C5-4278-86AA-96E6DA72C3DF}" type="parTrans" cxnId="{AB62704E-3A21-4D31-B6D2-EE762C33DAB6}">
      <dgm:prSet/>
      <dgm:spPr/>
      <dgm:t>
        <a:bodyPr/>
        <a:lstStyle/>
        <a:p>
          <a:endParaRPr lang="en-US"/>
        </a:p>
      </dgm:t>
    </dgm:pt>
    <dgm:pt modelId="{555BF36A-B967-4E45-8CD4-9AD766A5C46B}" type="sibTrans" cxnId="{AB62704E-3A21-4D31-B6D2-EE762C33DAB6}">
      <dgm:prSet/>
      <dgm:spPr/>
      <dgm:t>
        <a:bodyPr/>
        <a:lstStyle/>
        <a:p>
          <a:endParaRPr lang="en-US"/>
        </a:p>
      </dgm:t>
    </dgm:pt>
    <dgm:pt modelId="{96734F76-0E99-46EC-AC4F-7E2A2983BDAA}">
      <dgm:prSet/>
      <dgm:spPr/>
      <dgm:t>
        <a:bodyPr/>
        <a:lstStyle/>
        <a:p>
          <a:r>
            <a:rPr lang="en-US"/>
            <a:t>Profile Synchronization</a:t>
          </a:r>
        </a:p>
      </dgm:t>
    </dgm:pt>
    <dgm:pt modelId="{920538E8-4CC7-48FE-B469-274D67C1E50D}" type="parTrans" cxnId="{091D8885-1682-4F4F-834B-1A542F11F84C}">
      <dgm:prSet/>
      <dgm:spPr/>
      <dgm:t>
        <a:bodyPr/>
        <a:lstStyle/>
        <a:p>
          <a:endParaRPr lang="en-US"/>
        </a:p>
      </dgm:t>
    </dgm:pt>
    <dgm:pt modelId="{C8ED0D68-C9C8-4575-8A90-2590E5A91F51}" type="sibTrans" cxnId="{091D8885-1682-4F4F-834B-1A542F11F84C}">
      <dgm:prSet/>
      <dgm:spPr/>
      <dgm:t>
        <a:bodyPr/>
        <a:lstStyle/>
        <a:p>
          <a:endParaRPr lang="en-US"/>
        </a:p>
      </dgm:t>
    </dgm:pt>
    <dgm:pt modelId="{7CBA7550-D88B-4628-B8E1-7CF70E31182E}">
      <dgm:prSet/>
      <dgm:spPr/>
      <dgm:t>
        <a:bodyPr/>
        <a:lstStyle/>
        <a:p>
          <a:r>
            <a:rPr lang="en-US"/>
            <a:t>Accessibility Features</a:t>
          </a:r>
        </a:p>
      </dgm:t>
    </dgm:pt>
    <dgm:pt modelId="{BB318AC5-940F-4A1A-8F44-9768DAAFDFE5}" type="parTrans" cxnId="{63528D73-98EE-4D49-B839-C4AC5D57E491}">
      <dgm:prSet/>
      <dgm:spPr/>
      <dgm:t>
        <a:bodyPr/>
        <a:lstStyle/>
        <a:p>
          <a:endParaRPr lang="en-US"/>
        </a:p>
      </dgm:t>
    </dgm:pt>
    <dgm:pt modelId="{51D13838-84F5-47C9-965F-D2DA0E5385DD}" type="sibTrans" cxnId="{63528D73-98EE-4D49-B839-C4AC5D57E491}">
      <dgm:prSet/>
      <dgm:spPr/>
      <dgm:t>
        <a:bodyPr/>
        <a:lstStyle/>
        <a:p>
          <a:endParaRPr lang="en-US"/>
        </a:p>
      </dgm:t>
    </dgm:pt>
    <dgm:pt modelId="{72C559A1-DC37-4A9C-BF2C-2A9685DF7C55}">
      <dgm:prSet/>
      <dgm:spPr/>
      <dgm:t>
        <a:bodyPr/>
        <a:lstStyle/>
        <a:p>
          <a:r>
            <a:rPr lang="en-US"/>
            <a:t>Appearance Customization</a:t>
          </a:r>
        </a:p>
      </dgm:t>
    </dgm:pt>
    <dgm:pt modelId="{5A71493A-2758-4D69-9412-2EF4A6296B23}" type="parTrans" cxnId="{C8A153B8-8E77-4A5B-81D8-085064168180}">
      <dgm:prSet/>
      <dgm:spPr/>
      <dgm:t>
        <a:bodyPr/>
        <a:lstStyle/>
        <a:p>
          <a:endParaRPr lang="en-US"/>
        </a:p>
      </dgm:t>
    </dgm:pt>
    <dgm:pt modelId="{6B81179B-F49E-45D7-82FF-06016CD15CDB}" type="sibTrans" cxnId="{C8A153B8-8E77-4A5B-81D8-085064168180}">
      <dgm:prSet/>
      <dgm:spPr/>
      <dgm:t>
        <a:bodyPr/>
        <a:lstStyle/>
        <a:p>
          <a:endParaRPr lang="en-US"/>
        </a:p>
      </dgm:t>
    </dgm:pt>
    <dgm:pt modelId="{7B3F0483-655D-4D08-B856-9F3A974C0054}">
      <dgm:prSet/>
      <dgm:spPr/>
      <dgm:t>
        <a:bodyPr/>
        <a:lstStyle/>
        <a:p>
          <a:r>
            <a:rPr lang="en-US"/>
            <a:t>Developer Tools</a:t>
          </a:r>
        </a:p>
      </dgm:t>
    </dgm:pt>
    <dgm:pt modelId="{7A3E13D4-1F61-44FC-80FF-69578F71BBF9}" type="parTrans" cxnId="{BF6211F6-69C6-45C2-942F-6C55DD4E6264}">
      <dgm:prSet/>
      <dgm:spPr/>
      <dgm:t>
        <a:bodyPr/>
        <a:lstStyle/>
        <a:p>
          <a:endParaRPr lang="en-US"/>
        </a:p>
      </dgm:t>
    </dgm:pt>
    <dgm:pt modelId="{50DC998B-8FBD-4E11-895D-B79FB8B7E3AC}" type="sibTrans" cxnId="{BF6211F6-69C6-45C2-942F-6C55DD4E6264}">
      <dgm:prSet/>
      <dgm:spPr/>
      <dgm:t>
        <a:bodyPr/>
        <a:lstStyle/>
        <a:p>
          <a:endParaRPr lang="en-US"/>
        </a:p>
      </dgm:t>
    </dgm:pt>
    <dgm:pt modelId="{C0980D15-9624-4559-9667-86C790CF358A}">
      <dgm:prSet/>
      <dgm:spPr/>
      <dgm:t>
        <a:bodyPr/>
        <a:lstStyle/>
        <a:p>
          <a:r>
            <a:rPr lang="en-US"/>
            <a:t>Security and Privacy Controls</a:t>
          </a:r>
        </a:p>
      </dgm:t>
    </dgm:pt>
    <dgm:pt modelId="{11598387-FF6E-4BDA-BBA5-1D19517AC05B}" type="parTrans" cxnId="{B8730604-CE3A-46A5-A883-3DA47F1E58D6}">
      <dgm:prSet/>
      <dgm:spPr/>
      <dgm:t>
        <a:bodyPr/>
        <a:lstStyle/>
        <a:p>
          <a:endParaRPr lang="en-US"/>
        </a:p>
      </dgm:t>
    </dgm:pt>
    <dgm:pt modelId="{9A9704A1-ED3A-4479-95B0-555BE646AF76}" type="sibTrans" cxnId="{B8730604-CE3A-46A5-A883-3DA47F1E58D6}">
      <dgm:prSet/>
      <dgm:spPr/>
      <dgm:t>
        <a:bodyPr/>
        <a:lstStyle/>
        <a:p>
          <a:endParaRPr lang="en-US"/>
        </a:p>
      </dgm:t>
    </dgm:pt>
    <dgm:pt modelId="{F1B7B8AE-F749-48E7-9096-DB1DA5B38361}" type="pres">
      <dgm:prSet presAssocID="{E1D5E41E-D5E5-4D09-B98C-9B4658F0A6EE}" presName="linear" presStyleCnt="0">
        <dgm:presLayoutVars>
          <dgm:animLvl val="lvl"/>
          <dgm:resizeHandles val="exact"/>
        </dgm:presLayoutVars>
      </dgm:prSet>
      <dgm:spPr/>
    </dgm:pt>
    <dgm:pt modelId="{A7E4950B-D1C3-4678-B27E-F7E6AB24BA7E}" type="pres">
      <dgm:prSet presAssocID="{B49C7CDF-4615-4258-B8D0-70E818C2BE6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16267FF-2C05-4DF6-A2EC-411B437DC0D8}" type="pres">
      <dgm:prSet presAssocID="{AEC9633B-80C6-4AA3-8978-A7AC92EC968A}" presName="spacer" presStyleCnt="0"/>
      <dgm:spPr/>
    </dgm:pt>
    <dgm:pt modelId="{F950472B-95BE-4CF7-90C1-C836BEEFF0C8}" type="pres">
      <dgm:prSet presAssocID="{AAB5222D-54B2-4E18-8369-17D76DCA68D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AF1A526-2CD5-46C2-8F56-00661D2C7E17}" type="pres">
      <dgm:prSet presAssocID="{555BF36A-B967-4E45-8CD4-9AD766A5C46B}" presName="spacer" presStyleCnt="0"/>
      <dgm:spPr/>
    </dgm:pt>
    <dgm:pt modelId="{D6A6BCF8-6207-4D97-92BB-9F699C9CBE7B}" type="pres">
      <dgm:prSet presAssocID="{96734F76-0E99-46EC-AC4F-7E2A2983BDA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0E5C810C-4401-4799-9DB1-01149C993028}" type="pres">
      <dgm:prSet presAssocID="{C8ED0D68-C9C8-4575-8A90-2590E5A91F51}" presName="spacer" presStyleCnt="0"/>
      <dgm:spPr/>
    </dgm:pt>
    <dgm:pt modelId="{2B877246-765F-424A-AB9D-92AF5E77BC52}" type="pres">
      <dgm:prSet presAssocID="{7CBA7550-D88B-4628-B8E1-7CF70E31182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2436377-1FF5-4A8F-89F9-94C049DE1040}" type="pres">
      <dgm:prSet presAssocID="{51D13838-84F5-47C9-965F-D2DA0E5385DD}" presName="spacer" presStyleCnt="0"/>
      <dgm:spPr/>
    </dgm:pt>
    <dgm:pt modelId="{1EFBA572-50D7-4157-89E9-8A9FB0C34A92}" type="pres">
      <dgm:prSet presAssocID="{72C559A1-DC37-4A9C-BF2C-2A9685DF7C55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3E8862C-4729-441C-8C08-A4C5745AA971}" type="pres">
      <dgm:prSet presAssocID="{6B81179B-F49E-45D7-82FF-06016CD15CDB}" presName="spacer" presStyleCnt="0"/>
      <dgm:spPr/>
    </dgm:pt>
    <dgm:pt modelId="{FC978DB4-3270-43D0-A729-6D546A5F13DE}" type="pres">
      <dgm:prSet presAssocID="{7B3F0483-655D-4D08-B856-9F3A974C005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DF1DA69-B3D5-4A5D-9DA8-D7434896CBFC}" type="pres">
      <dgm:prSet presAssocID="{50DC998B-8FBD-4E11-895D-B79FB8B7E3AC}" presName="spacer" presStyleCnt="0"/>
      <dgm:spPr/>
    </dgm:pt>
    <dgm:pt modelId="{3B2C13AB-ED65-4ED8-9773-625F49B1E6EC}" type="pres">
      <dgm:prSet presAssocID="{C0980D15-9624-4559-9667-86C790CF358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D2488803-1F43-4D4A-9B5D-64143CB00192}" type="presOf" srcId="{AAB5222D-54B2-4E18-8369-17D76DCA68DF}" destId="{F950472B-95BE-4CF7-90C1-C836BEEFF0C8}" srcOrd="0" destOrd="0" presId="urn:microsoft.com/office/officeart/2005/8/layout/vList2"/>
    <dgm:cxn modelId="{B8730604-CE3A-46A5-A883-3DA47F1E58D6}" srcId="{E1D5E41E-D5E5-4D09-B98C-9B4658F0A6EE}" destId="{C0980D15-9624-4559-9667-86C790CF358A}" srcOrd="6" destOrd="0" parTransId="{11598387-FF6E-4BDA-BBA5-1D19517AC05B}" sibTransId="{9A9704A1-ED3A-4479-95B0-555BE646AF76}"/>
    <dgm:cxn modelId="{C8E31004-4984-4D88-8F86-6C42C8AB63A0}" type="presOf" srcId="{C0980D15-9624-4559-9667-86C790CF358A}" destId="{3B2C13AB-ED65-4ED8-9773-625F49B1E6EC}" srcOrd="0" destOrd="0" presId="urn:microsoft.com/office/officeart/2005/8/layout/vList2"/>
    <dgm:cxn modelId="{4F388A05-1C3B-4999-8154-AFB2E149CFFB}" srcId="{E1D5E41E-D5E5-4D09-B98C-9B4658F0A6EE}" destId="{B49C7CDF-4615-4258-B8D0-70E818C2BE66}" srcOrd="0" destOrd="0" parTransId="{B39DD8CC-5B26-4DF1-A19B-301FEE60B33D}" sibTransId="{AEC9633B-80C6-4AA3-8978-A7AC92EC968A}"/>
    <dgm:cxn modelId="{CB879D07-CF65-4FE0-9B76-AE53FB5A9489}" type="presOf" srcId="{72C559A1-DC37-4A9C-BF2C-2A9685DF7C55}" destId="{1EFBA572-50D7-4157-89E9-8A9FB0C34A92}" srcOrd="0" destOrd="0" presId="urn:microsoft.com/office/officeart/2005/8/layout/vList2"/>
    <dgm:cxn modelId="{F7A36D33-8D96-4EC7-99DD-B243C51129C6}" type="presOf" srcId="{96734F76-0E99-46EC-AC4F-7E2A2983BDAA}" destId="{D6A6BCF8-6207-4D97-92BB-9F699C9CBE7B}" srcOrd="0" destOrd="0" presId="urn:microsoft.com/office/officeart/2005/8/layout/vList2"/>
    <dgm:cxn modelId="{CF87403A-9B83-4824-B215-9EF954A44DD5}" type="presOf" srcId="{E1D5E41E-D5E5-4D09-B98C-9B4658F0A6EE}" destId="{F1B7B8AE-F749-48E7-9096-DB1DA5B38361}" srcOrd="0" destOrd="0" presId="urn:microsoft.com/office/officeart/2005/8/layout/vList2"/>
    <dgm:cxn modelId="{AB62704E-3A21-4D31-B6D2-EE762C33DAB6}" srcId="{E1D5E41E-D5E5-4D09-B98C-9B4658F0A6EE}" destId="{AAB5222D-54B2-4E18-8369-17D76DCA68DF}" srcOrd="1" destOrd="0" parTransId="{F7360EEF-F0C5-4278-86AA-96E6DA72C3DF}" sibTransId="{555BF36A-B967-4E45-8CD4-9AD766A5C46B}"/>
    <dgm:cxn modelId="{63528D73-98EE-4D49-B839-C4AC5D57E491}" srcId="{E1D5E41E-D5E5-4D09-B98C-9B4658F0A6EE}" destId="{7CBA7550-D88B-4628-B8E1-7CF70E31182E}" srcOrd="3" destOrd="0" parTransId="{BB318AC5-940F-4A1A-8F44-9768DAAFDFE5}" sibTransId="{51D13838-84F5-47C9-965F-D2DA0E5385DD}"/>
    <dgm:cxn modelId="{091D8885-1682-4F4F-834B-1A542F11F84C}" srcId="{E1D5E41E-D5E5-4D09-B98C-9B4658F0A6EE}" destId="{96734F76-0E99-46EC-AC4F-7E2A2983BDAA}" srcOrd="2" destOrd="0" parTransId="{920538E8-4CC7-48FE-B469-274D67C1E50D}" sibTransId="{C8ED0D68-C9C8-4575-8A90-2590E5A91F51}"/>
    <dgm:cxn modelId="{7EBF9490-7AFD-4340-B670-1B0DE36BA885}" type="presOf" srcId="{7B3F0483-655D-4D08-B856-9F3A974C0054}" destId="{FC978DB4-3270-43D0-A729-6D546A5F13DE}" srcOrd="0" destOrd="0" presId="urn:microsoft.com/office/officeart/2005/8/layout/vList2"/>
    <dgm:cxn modelId="{C8A153B8-8E77-4A5B-81D8-085064168180}" srcId="{E1D5E41E-D5E5-4D09-B98C-9B4658F0A6EE}" destId="{72C559A1-DC37-4A9C-BF2C-2A9685DF7C55}" srcOrd="4" destOrd="0" parTransId="{5A71493A-2758-4D69-9412-2EF4A6296B23}" sibTransId="{6B81179B-F49E-45D7-82FF-06016CD15CDB}"/>
    <dgm:cxn modelId="{FE62D0D0-E8DF-4334-870A-3D766EBDF000}" type="presOf" srcId="{7CBA7550-D88B-4628-B8E1-7CF70E31182E}" destId="{2B877246-765F-424A-AB9D-92AF5E77BC52}" srcOrd="0" destOrd="0" presId="urn:microsoft.com/office/officeart/2005/8/layout/vList2"/>
    <dgm:cxn modelId="{E96738E7-482F-4BCF-BF6F-FC785EC344BC}" type="presOf" srcId="{B49C7CDF-4615-4258-B8D0-70E818C2BE66}" destId="{A7E4950B-D1C3-4678-B27E-F7E6AB24BA7E}" srcOrd="0" destOrd="0" presId="urn:microsoft.com/office/officeart/2005/8/layout/vList2"/>
    <dgm:cxn modelId="{BF6211F6-69C6-45C2-942F-6C55DD4E6264}" srcId="{E1D5E41E-D5E5-4D09-B98C-9B4658F0A6EE}" destId="{7B3F0483-655D-4D08-B856-9F3A974C0054}" srcOrd="5" destOrd="0" parTransId="{7A3E13D4-1F61-44FC-80FF-69578F71BBF9}" sibTransId="{50DC998B-8FBD-4E11-895D-B79FB8B7E3AC}"/>
    <dgm:cxn modelId="{7CACE51C-8DC6-4EDF-8059-41A206FB6AD9}" type="presParOf" srcId="{F1B7B8AE-F749-48E7-9096-DB1DA5B38361}" destId="{A7E4950B-D1C3-4678-B27E-F7E6AB24BA7E}" srcOrd="0" destOrd="0" presId="urn:microsoft.com/office/officeart/2005/8/layout/vList2"/>
    <dgm:cxn modelId="{3F944768-E301-41EB-9DF4-210DC16E9C01}" type="presParOf" srcId="{F1B7B8AE-F749-48E7-9096-DB1DA5B38361}" destId="{E16267FF-2C05-4DF6-A2EC-411B437DC0D8}" srcOrd="1" destOrd="0" presId="urn:microsoft.com/office/officeart/2005/8/layout/vList2"/>
    <dgm:cxn modelId="{900807DF-DE6E-45DE-97E1-4732BD6E5E0F}" type="presParOf" srcId="{F1B7B8AE-F749-48E7-9096-DB1DA5B38361}" destId="{F950472B-95BE-4CF7-90C1-C836BEEFF0C8}" srcOrd="2" destOrd="0" presId="urn:microsoft.com/office/officeart/2005/8/layout/vList2"/>
    <dgm:cxn modelId="{9A4E8640-5601-4578-BA75-39584EF706F1}" type="presParOf" srcId="{F1B7B8AE-F749-48E7-9096-DB1DA5B38361}" destId="{4AF1A526-2CD5-46C2-8F56-00661D2C7E17}" srcOrd="3" destOrd="0" presId="urn:microsoft.com/office/officeart/2005/8/layout/vList2"/>
    <dgm:cxn modelId="{0EA831BD-3E9D-40DC-B402-FC2C3A50C423}" type="presParOf" srcId="{F1B7B8AE-F749-48E7-9096-DB1DA5B38361}" destId="{D6A6BCF8-6207-4D97-92BB-9F699C9CBE7B}" srcOrd="4" destOrd="0" presId="urn:microsoft.com/office/officeart/2005/8/layout/vList2"/>
    <dgm:cxn modelId="{8E14D57E-A993-4684-8B8A-D0D79DEF55F7}" type="presParOf" srcId="{F1B7B8AE-F749-48E7-9096-DB1DA5B38361}" destId="{0E5C810C-4401-4799-9DB1-01149C993028}" srcOrd="5" destOrd="0" presId="urn:microsoft.com/office/officeart/2005/8/layout/vList2"/>
    <dgm:cxn modelId="{43CF3A7A-7472-45F1-8107-F282105D8E5A}" type="presParOf" srcId="{F1B7B8AE-F749-48E7-9096-DB1DA5B38361}" destId="{2B877246-765F-424A-AB9D-92AF5E77BC52}" srcOrd="6" destOrd="0" presId="urn:microsoft.com/office/officeart/2005/8/layout/vList2"/>
    <dgm:cxn modelId="{FDD37BC9-A531-4E77-B02A-8C145CF7E0AB}" type="presParOf" srcId="{F1B7B8AE-F749-48E7-9096-DB1DA5B38361}" destId="{F2436377-1FF5-4A8F-89F9-94C049DE1040}" srcOrd="7" destOrd="0" presId="urn:microsoft.com/office/officeart/2005/8/layout/vList2"/>
    <dgm:cxn modelId="{CB2D0D6C-31AD-49A2-B987-6D95A8F060A8}" type="presParOf" srcId="{F1B7B8AE-F749-48E7-9096-DB1DA5B38361}" destId="{1EFBA572-50D7-4157-89E9-8A9FB0C34A92}" srcOrd="8" destOrd="0" presId="urn:microsoft.com/office/officeart/2005/8/layout/vList2"/>
    <dgm:cxn modelId="{A2F9F53E-333A-4E77-92A7-CB7BB42B14B8}" type="presParOf" srcId="{F1B7B8AE-F749-48E7-9096-DB1DA5B38361}" destId="{B3E8862C-4729-441C-8C08-A4C5745AA971}" srcOrd="9" destOrd="0" presId="urn:microsoft.com/office/officeart/2005/8/layout/vList2"/>
    <dgm:cxn modelId="{CE8BE166-C21A-429C-858C-B63A0278E194}" type="presParOf" srcId="{F1B7B8AE-F749-48E7-9096-DB1DA5B38361}" destId="{FC978DB4-3270-43D0-A729-6D546A5F13DE}" srcOrd="10" destOrd="0" presId="urn:microsoft.com/office/officeart/2005/8/layout/vList2"/>
    <dgm:cxn modelId="{2CD67BF1-A4C6-4F64-8C31-730DD917B526}" type="presParOf" srcId="{F1B7B8AE-F749-48E7-9096-DB1DA5B38361}" destId="{7DF1DA69-B3D5-4A5D-9DA8-D7434896CBFC}" srcOrd="11" destOrd="0" presId="urn:microsoft.com/office/officeart/2005/8/layout/vList2"/>
    <dgm:cxn modelId="{A178CF9E-DF4C-484D-9D48-8BB1F7D1555E}" type="presParOf" srcId="{F1B7B8AE-F749-48E7-9096-DB1DA5B38361}" destId="{3B2C13AB-ED65-4ED8-9773-625F49B1E6E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636FFB7-0DC7-4686-A7D0-453DD391766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60BD1D3-B618-4E83-96BA-6962FC0BB12E}">
      <dgm:prSet/>
      <dgm:spPr/>
      <dgm:t>
        <a:bodyPr/>
        <a:lstStyle/>
        <a:p>
          <a:pPr>
            <a:defRPr cap="all"/>
          </a:pPr>
          <a:r>
            <a:rPr lang="en-US"/>
            <a:t>Mostly widely used</a:t>
          </a:r>
        </a:p>
      </dgm:t>
    </dgm:pt>
    <dgm:pt modelId="{4D7ECF47-1903-4DD6-854C-DF9C90C5996B}" type="parTrans" cxnId="{E4C7D461-4AE4-4601-91CB-42CEDC948A4D}">
      <dgm:prSet/>
      <dgm:spPr/>
      <dgm:t>
        <a:bodyPr/>
        <a:lstStyle/>
        <a:p>
          <a:endParaRPr lang="en-US"/>
        </a:p>
      </dgm:t>
    </dgm:pt>
    <dgm:pt modelId="{4EEE8BDE-BA6C-4D34-88FF-81726D5978CE}" type="sibTrans" cxnId="{E4C7D461-4AE4-4601-91CB-42CEDC948A4D}">
      <dgm:prSet/>
      <dgm:spPr/>
      <dgm:t>
        <a:bodyPr/>
        <a:lstStyle/>
        <a:p>
          <a:endParaRPr lang="en-US"/>
        </a:p>
      </dgm:t>
    </dgm:pt>
    <dgm:pt modelId="{9B2DA463-688A-4110-8E05-CB719F64C6BB}">
      <dgm:prSet/>
      <dgm:spPr/>
      <dgm:t>
        <a:bodyPr/>
        <a:lstStyle/>
        <a:p>
          <a:pPr>
            <a:defRPr cap="all"/>
          </a:pPr>
          <a:r>
            <a:rPr lang="en-US"/>
            <a:t>Client-Side Scripting</a:t>
          </a:r>
        </a:p>
      </dgm:t>
    </dgm:pt>
    <dgm:pt modelId="{46EF347C-DAE6-498A-BCBA-FD28B844FDAF}" type="parTrans" cxnId="{0D1FB8D5-93D2-4427-B0A7-D7EBC73CAB62}">
      <dgm:prSet/>
      <dgm:spPr/>
      <dgm:t>
        <a:bodyPr/>
        <a:lstStyle/>
        <a:p>
          <a:endParaRPr lang="en-US"/>
        </a:p>
      </dgm:t>
    </dgm:pt>
    <dgm:pt modelId="{4F42057F-F9B1-4018-BE7B-66CACD093436}" type="sibTrans" cxnId="{0D1FB8D5-93D2-4427-B0A7-D7EBC73CAB62}">
      <dgm:prSet/>
      <dgm:spPr/>
      <dgm:t>
        <a:bodyPr/>
        <a:lstStyle/>
        <a:p>
          <a:endParaRPr lang="en-US"/>
        </a:p>
      </dgm:t>
    </dgm:pt>
    <dgm:pt modelId="{0B215502-BD31-4BA0-A515-C565A16B65F5}">
      <dgm:prSet/>
      <dgm:spPr/>
      <dgm:t>
        <a:bodyPr/>
        <a:lstStyle/>
        <a:p>
          <a:pPr>
            <a:defRPr cap="all"/>
          </a:pPr>
          <a:r>
            <a:rPr lang="en-US"/>
            <a:t>Embedded into websites</a:t>
          </a:r>
        </a:p>
      </dgm:t>
    </dgm:pt>
    <dgm:pt modelId="{31F7C5B8-74BE-4A78-A086-CC7A7E5F225B}" type="parTrans" cxnId="{61AC1F14-0A9D-4BE5-AF55-8CDBB9583740}">
      <dgm:prSet/>
      <dgm:spPr/>
      <dgm:t>
        <a:bodyPr/>
        <a:lstStyle/>
        <a:p>
          <a:endParaRPr lang="en-US"/>
        </a:p>
      </dgm:t>
    </dgm:pt>
    <dgm:pt modelId="{749F0920-D63F-4CE3-8C1C-E263B043BB62}" type="sibTrans" cxnId="{61AC1F14-0A9D-4BE5-AF55-8CDBB9583740}">
      <dgm:prSet/>
      <dgm:spPr/>
      <dgm:t>
        <a:bodyPr/>
        <a:lstStyle/>
        <a:p>
          <a:endParaRPr lang="en-US"/>
        </a:p>
      </dgm:t>
    </dgm:pt>
    <dgm:pt modelId="{4789732B-DDD0-4395-8DE8-8F2A524D1C2A}">
      <dgm:prSet/>
      <dgm:spPr/>
      <dgm:t>
        <a:bodyPr/>
        <a:lstStyle/>
        <a:p>
          <a:pPr>
            <a:defRPr cap="all"/>
          </a:pPr>
          <a:r>
            <a:rPr lang="en-US"/>
            <a:t>Great for forms, validating input</a:t>
          </a:r>
        </a:p>
      </dgm:t>
    </dgm:pt>
    <dgm:pt modelId="{970430FF-9ABA-4BB3-A0AA-69B4A5604565}" type="parTrans" cxnId="{F55EA0B1-FAE3-40C4-8C72-E9958222B2EF}">
      <dgm:prSet/>
      <dgm:spPr/>
      <dgm:t>
        <a:bodyPr/>
        <a:lstStyle/>
        <a:p>
          <a:endParaRPr lang="en-US"/>
        </a:p>
      </dgm:t>
    </dgm:pt>
    <dgm:pt modelId="{D60A9FB9-7F06-492D-97F8-35BF8BB7FE40}" type="sibTrans" cxnId="{F55EA0B1-FAE3-40C4-8C72-E9958222B2EF}">
      <dgm:prSet/>
      <dgm:spPr/>
      <dgm:t>
        <a:bodyPr/>
        <a:lstStyle/>
        <a:p>
          <a:endParaRPr lang="en-US"/>
        </a:p>
      </dgm:t>
    </dgm:pt>
    <dgm:pt modelId="{A2E2B3F2-180D-4C6F-B1E9-5EEC7BA6F270}" type="pres">
      <dgm:prSet presAssocID="{1636FFB7-0DC7-4686-A7D0-453DD391766C}" presName="root" presStyleCnt="0">
        <dgm:presLayoutVars>
          <dgm:dir/>
          <dgm:resizeHandles val="exact"/>
        </dgm:presLayoutVars>
      </dgm:prSet>
      <dgm:spPr/>
    </dgm:pt>
    <dgm:pt modelId="{3B9E0BDF-0BA9-45F0-A698-FB8567C47F05}" type="pres">
      <dgm:prSet presAssocID="{960BD1D3-B618-4E83-96BA-6962FC0BB12E}" presName="compNode" presStyleCnt="0"/>
      <dgm:spPr/>
    </dgm:pt>
    <dgm:pt modelId="{0EFC780E-5E29-49F0-8906-12A0B52E4695}" type="pres">
      <dgm:prSet presAssocID="{960BD1D3-B618-4E83-96BA-6962FC0BB12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595D317-E5B5-41CD-9271-F71A95461FA8}" type="pres">
      <dgm:prSet presAssocID="{960BD1D3-B618-4E83-96BA-6962FC0BB1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und(soft)"/>
        </a:ext>
      </dgm:extLst>
    </dgm:pt>
    <dgm:pt modelId="{02C9394C-521F-4D6A-8AB2-9DE173E9BA49}" type="pres">
      <dgm:prSet presAssocID="{960BD1D3-B618-4E83-96BA-6962FC0BB12E}" presName="spaceRect" presStyleCnt="0"/>
      <dgm:spPr/>
    </dgm:pt>
    <dgm:pt modelId="{9C17D79D-087B-44AD-9197-46C4A407C8B3}" type="pres">
      <dgm:prSet presAssocID="{960BD1D3-B618-4E83-96BA-6962FC0BB12E}" presName="textRect" presStyleLbl="revTx" presStyleIdx="0" presStyleCnt="4">
        <dgm:presLayoutVars>
          <dgm:chMax val="1"/>
          <dgm:chPref val="1"/>
        </dgm:presLayoutVars>
      </dgm:prSet>
      <dgm:spPr/>
    </dgm:pt>
    <dgm:pt modelId="{FD9CC600-6D43-4850-A2B3-C656F0320347}" type="pres">
      <dgm:prSet presAssocID="{4EEE8BDE-BA6C-4D34-88FF-81726D5978CE}" presName="sibTrans" presStyleCnt="0"/>
      <dgm:spPr/>
    </dgm:pt>
    <dgm:pt modelId="{27046403-313B-42C5-9959-2E2F8B765805}" type="pres">
      <dgm:prSet presAssocID="{9B2DA463-688A-4110-8E05-CB719F64C6BB}" presName="compNode" presStyleCnt="0"/>
      <dgm:spPr/>
    </dgm:pt>
    <dgm:pt modelId="{BC1A704D-F6DC-4590-9CD6-09E3C9E24E8D}" type="pres">
      <dgm:prSet presAssocID="{9B2DA463-688A-4110-8E05-CB719F64C6BB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F744FFE-0BB9-4784-8EC4-CF205C538D26}" type="pres">
      <dgm:prSet presAssocID="{9B2DA463-688A-4110-8E05-CB719F64C6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AF0EA1B-74DA-4CD0-9C37-1EC35442476B}" type="pres">
      <dgm:prSet presAssocID="{9B2DA463-688A-4110-8E05-CB719F64C6BB}" presName="spaceRect" presStyleCnt="0"/>
      <dgm:spPr/>
    </dgm:pt>
    <dgm:pt modelId="{C4A0A5D1-D880-4720-A76D-DFF0F52F14BE}" type="pres">
      <dgm:prSet presAssocID="{9B2DA463-688A-4110-8E05-CB719F64C6BB}" presName="textRect" presStyleLbl="revTx" presStyleIdx="1" presStyleCnt="4">
        <dgm:presLayoutVars>
          <dgm:chMax val="1"/>
          <dgm:chPref val="1"/>
        </dgm:presLayoutVars>
      </dgm:prSet>
      <dgm:spPr/>
    </dgm:pt>
    <dgm:pt modelId="{8AB23B72-A797-43D5-AF76-88704E815A22}" type="pres">
      <dgm:prSet presAssocID="{4F42057F-F9B1-4018-BE7B-66CACD093436}" presName="sibTrans" presStyleCnt="0"/>
      <dgm:spPr/>
    </dgm:pt>
    <dgm:pt modelId="{E7DFF49F-4F04-436B-9034-D06C9B0379CC}" type="pres">
      <dgm:prSet presAssocID="{0B215502-BD31-4BA0-A515-C565A16B65F5}" presName="compNode" presStyleCnt="0"/>
      <dgm:spPr/>
    </dgm:pt>
    <dgm:pt modelId="{B70A174E-DC97-4374-B273-A95AB756CFB7}" type="pres">
      <dgm:prSet presAssocID="{0B215502-BD31-4BA0-A515-C565A16B65F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D1D25E8-E88C-4C2C-8FAB-60FC5C6983D4}" type="pres">
      <dgm:prSet presAssocID="{0B215502-BD31-4BA0-A515-C565A16B65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3C272C4D-A132-4C97-993F-75C36300045C}" type="pres">
      <dgm:prSet presAssocID="{0B215502-BD31-4BA0-A515-C565A16B65F5}" presName="spaceRect" presStyleCnt="0"/>
      <dgm:spPr/>
    </dgm:pt>
    <dgm:pt modelId="{10E72672-1D80-4E34-B634-AFDD8E0EB643}" type="pres">
      <dgm:prSet presAssocID="{0B215502-BD31-4BA0-A515-C565A16B65F5}" presName="textRect" presStyleLbl="revTx" presStyleIdx="2" presStyleCnt="4">
        <dgm:presLayoutVars>
          <dgm:chMax val="1"/>
          <dgm:chPref val="1"/>
        </dgm:presLayoutVars>
      </dgm:prSet>
      <dgm:spPr/>
    </dgm:pt>
    <dgm:pt modelId="{DA4FB135-499D-49CE-B665-98DE171CB9C5}" type="pres">
      <dgm:prSet presAssocID="{749F0920-D63F-4CE3-8C1C-E263B043BB62}" presName="sibTrans" presStyleCnt="0"/>
      <dgm:spPr/>
    </dgm:pt>
    <dgm:pt modelId="{B08D37F6-9596-4F1B-97F7-C069AA4B32CD}" type="pres">
      <dgm:prSet presAssocID="{4789732B-DDD0-4395-8DE8-8F2A524D1C2A}" presName="compNode" presStyleCnt="0"/>
      <dgm:spPr/>
    </dgm:pt>
    <dgm:pt modelId="{AFDD243E-3946-45FE-8E8F-03BD7E1D9E30}" type="pres">
      <dgm:prSet presAssocID="{4789732B-DDD0-4395-8DE8-8F2A524D1C2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D123D41-3134-492D-A76E-9C8BA87A0759}" type="pres">
      <dgm:prSet presAssocID="{4789732B-DDD0-4395-8DE8-8F2A524D1C2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C3380E0-0EE0-4D4E-9869-43334952663F}" type="pres">
      <dgm:prSet presAssocID="{4789732B-DDD0-4395-8DE8-8F2A524D1C2A}" presName="spaceRect" presStyleCnt="0"/>
      <dgm:spPr/>
    </dgm:pt>
    <dgm:pt modelId="{875966C3-22BD-4CE7-8428-0F31E1D618B4}" type="pres">
      <dgm:prSet presAssocID="{4789732B-DDD0-4395-8DE8-8F2A524D1C2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AC1F14-0A9D-4BE5-AF55-8CDBB9583740}" srcId="{1636FFB7-0DC7-4686-A7D0-453DD391766C}" destId="{0B215502-BD31-4BA0-A515-C565A16B65F5}" srcOrd="2" destOrd="0" parTransId="{31F7C5B8-74BE-4A78-A086-CC7A7E5F225B}" sibTransId="{749F0920-D63F-4CE3-8C1C-E263B043BB62}"/>
    <dgm:cxn modelId="{6182B22F-8282-4DE4-8C3A-F733DD320359}" type="presOf" srcId="{4789732B-DDD0-4395-8DE8-8F2A524D1C2A}" destId="{875966C3-22BD-4CE7-8428-0F31E1D618B4}" srcOrd="0" destOrd="0" presId="urn:microsoft.com/office/officeart/2018/5/layout/IconLeafLabelList"/>
    <dgm:cxn modelId="{1CE5BB5C-EEB9-4853-AD96-032445C36272}" type="presOf" srcId="{1636FFB7-0DC7-4686-A7D0-453DD391766C}" destId="{A2E2B3F2-180D-4C6F-B1E9-5EEC7BA6F270}" srcOrd="0" destOrd="0" presId="urn:microsoft.com/office/officeart/2018/5/layout/IconLeafLabelList"/>
    <dgm:cxn modelId="{E4C7D461-4AE4-4601-91CB-42CEDC948A4D}" srcId="{1636FFB7-0DC7-4686-A7D0-453DD391766C}" destId="{960BD1D3-B618-4E83-96BA-6962FC0BB12E}" srcOrd="0" destOrd="0" parTransId="{4D7ECF47-1903-4DD6-854C-DF9C90C5996B}" sibTransId="{4EEE8BDE-BA6C-4D34-88FF-81726D5978CE}"/>
    <dgm:cxn modelId="{6A498F51-86B0-468D-AE73-1DB5F51DDD7F}" type="presOf" srcId="{0B215502-BD31-4BA0-A515-C565A16B65F5}" destId="{10E72672-1D80-4E34-B634-AFDD8E0EB643}" srcOrd="0" destOrd="0" presId="urn:microsoft.com/office/officeart/2018/5/layout/IconLeafLabelList"/>
    <dgm:cxn modelId="{84058D76-4C67-4E89-8E37-6572960DD0FF}" type="presOf" srcId="{960BD1D3-B618-4E83-96BA-6962FC0BB12E}" destId="{9C17D79D-087B-44AD-9197-46C4A407C8B3}" srcOrd="0" destOrd="0" presId="urn:microsoft.com/office/officeart/2018/5/layout/IconLeafLabelList"/>
    <dgm:cxn modelId="{F55EA0B1-FAE3-40C4-8C72-E9958222B2EF}" srcId="{1636FFB7-0DC7-4686-A7D0-453DD391766C}" destId="{4789732B-DDD0-4395-8DE8-8F2A524D1C2A}" srcOrd="3" destOrd="0" parTransId="{970430FF-9ABA-4BB3-A0AA-69B4A5604565}" sibTransId="{D60A9FB9-7F06-492D-97F8-35BF8BB7FE40}"/>
    <dgm:cxn modelId="{D29D5BB9-31D3-4561-9AE7-E556D9D5F642}" type="presOf" srcId="{9B2DA463-688A-4110-8E05-CB719F64C6BB}" destId="{C4A0A5D1-D880-4720-A76D-DFF0F52F14BE}" srcOrd="0" destOrd="0" presId="urn:microsoft.com/office/officeart/2018/5/layout/IconLeafLabelList"/>
    <dgm:cxn modelId="{0D1FB8D5-93D2-4427-B0A7-D7EBC73CAB62}" srcId="{1636FFB7-0DC7-4686-A7D0-453DD391766C}" destId="{9B2DA463-688A-4110-8E05-CB719F64C6BB}" srcOrd="1" destOrd="0" parTransId="{46EF347C-DAE6-498A-BCBA-FD28B844FDAF}" sibTransId="{4F42057F-F9B1-4018-BE7B-66CACD093436}"/>
    <dgm:cxn modelId="{5FA2CA3D-D18C-43AB-85E7-8B19BCA7319C}" type="presParOf" srcId="{A2E2B3F2-180D-4C6F-B1E9-5EEC7BA6F270}" destId="{3B9E0BDF-0BA9-45F0-A698-FB8567C47F05}" srcOrd="0" destOrd="0" presId="urn:microsoft.com/office/officeart/2018/5/layout/IconLeafLabelList"/>
    <dgm:cxn modelId="{64F1BFF3-72C8-45E5-9AA8-C0AB0363EE65}" type="presParOf" srcId="{3B9E0BDF-0BA9-45F0-A698-FB8567C47F05}" destId="{0EFC780E-5E29-49F0-8906-12A0B52E4695}" srcOrd="0" destOrd="0" presId="urn:microsoft.com/office/officeart/2018/5/layout/IconLeafLabelList"/>
    <dgm:cxn modelId="{A9039893-EADC-41A6-B0F1-C230002BF54A}" type="presParOf" srcId="{3B9E0BDF-0BA9-45F0-A698-FB8567C47F05}" destId="{E595D317-E5B5-41CD-9271-F71A95461FA8}" srcOrd="1" destOrd="0" presId="urn:microsoft.com/office/officeart/2018/5/layout/IconLeafLabelList"/>
    <dgm:cxn modelId="{6B2AA7FE-F11B-4A86-BE9D-CB026A10C56E}" type="presParOf" srcId="{3B9E0BDF-0BA9-45F0-A698-FB8567C47F05}" destId="{02C9394C-521F-4D6A-8AB2-9DE173E9BA49}" srcOrd="2" destOrd="0" presId="urn:microsoft.com/office/officeart/2018/5/layout/IconLeafLabelList"/>
    <dgm:cxn modelId="{03FD4C75-92EA-470F-9AB0-A5A92153D219}" type="presParOf" srcId="{3B9E0BDF-0BA9-45F0-A698-FB8567C47F05}" destId="{9C17D79D-087B-44AD-9197-46C4A407C8B3}" srcOrd="3" destOrd="0" presId="urn:microsoft.com/office/officeart/2018/5/layout/IconLeafLabelList"/>
    <dgm:cxn modelId="{DA5335FA-63AF-4C61-AF00-C4446FB6CEC5}" type="presParOf" srcId="{A2E2B3F2-180D-4C6F-B1E9-5EEC7BA6F270}" destId="{FD9CC600-6D43-4850-A2B3-C656F0320347}" srcOrd="1" destOrd="0" presId="urn:microsoft.com/office/officeart/2018/5/layout/IconLeafLabelList"/>
    <dgm:cxn modelId="{B94AFDFF-0702-4E4C-8274-DC91005E51C5}" type="presParOf" srcId="{A2E2B3F2-180D-4C6F-B1E9-5EEC7BA6F270}" destId="{27046403-313B-42C5-9959-2E2F8B765805}" srcOrd="2" destOrd="0" presId="urn:microsoft.com/office/officeart/2018/5/layout/IconLeafLabelList"/>
    <dgm:cxn modelId="{E30AF6F2-E845-4AC0-8BE2-06D1DDB7AB95}" type="presParOf" srcId="{27046403-313B-42C5-9959-2E2F8B765805}" destId="{BC1A704D-F6DC-4590-9CD6-09E3C9E24E8D}" srcOrd="0" destOrd="0" presId="urn:microsoft.com/office/officeart/2018/5/layout/IconLeafLabelList"/>
    <dgm:cxn modelId="{9746E0A9-F060-4C4A-88BA-7E0BA9F9C758}" type="presParOf" srcId="{27046403-313B-42C5-9959-2E2F8B765805}" destId="{DF744FFE-0BB9-4784-8EC4-CF205C538D26}" srcOrd="1" destOrd="0" presId="urn:microsoft.com/office/officeart/2018/5/layout/IconLeafLabelList"/>
    <dgm:cxn modelId="{81809DC8-2332-4F7C-9C95-F90A9F77536D}" type="presParOf" srcId="{27046403-313B-42C5-9959-2E2F8B765805}" destId="{6AF0EA1B-74DA-4CD0-9C37-1EC35442476B}" srcOrd="2" destOrd="0" presId="urn:microsoft.com/office/officeart/2018/5/layout/IconLeafLabelList"/>
    <dgm:cxn modelId="{41A71FF2-1469-46E1-BC4E-B13666D6B401}" type="presParOf" srcId="{27046403-313B-42C5-9959-2E2F8B765805}" destId="{C4A0A5D1-D880-4720-A76D-DFF0F52F14BE}" srcOrd="3" destOrd="0" presId="urn:microsoft.com/office/officeart/2018/5/layout/IconLeafLabelList"/>
    <dgm:cxn modelId="{56DF5AA6-4F40-460A-89CD-DB1F14DE84FA}" type="presParOf" srcId="{A2E2B3F2-180D-4C6F-B1E9-5EEC7BA6F270}" destId="{8AB23B72-A797-43D5-AF76-88704E815A22}" srcOrd="3" destOrd="0" presId="urn:microsoft.com/office/officeart/2018/5/layout/IconLeafLabelList"/>
    <dgm:cxn modelId="{8F223FEE-18F9-4F9C-A188-55F994B61810}" type="presParOf" srcId="{A2E2B3F2-180D-4C6F-B1E9-5EEC7BA6F270}" destId="{E7DFF49F-4F04-436B-9034-D06C9B0379CC}" srcOrd="4" destOrd="0" presId="urn:microsoft.com/office/officeart/2018/5/layout/IconLeafLabelList"/>
    <dgm:cxn modelId="{E2B8A270-244E-469C-BC15-F3FDF077D2C5}" type="presParOf" srcId="{E7DFF49F-4F04-436B-9034-D06C9B0379CC}" destId="{B70A174E-DC97-4374-B273-A95AB756CFB7}" srcOrd="0" destOrd="0" presId="urn:microsoft.com/office/officeart/2018/5/layout/IconLeafLabelList"/>
    <dgm:cxn modelId="{2EA81A3D-79E6-4F9F-BED9-9818BB0C5C48}" type="presParOf" srcId="{E7DFF49F-4F04-436B-9034-D06C9B0379CC}" destId="{1D1D25E8-E88C-4C2C-8FAB-60FC5C6983D4}" srcOrd="1" destOrd="0" presId="urn:microsoft.com/office/officeart/2018/5/layout/IconLeafLabelList"/>
    <dgm:cxn modelId="{72CED2C3-FFE2-4353-8BE1-5BC54CDBB29D}" type="presParOf" srcId="{E7DFF49F-4F04-436B-9034-D06C9B0379CC}" destId="{3C272C4D-A132-4C97-993F-75C36300045C}" srcOrd="2" destOrd="0" presId="urn:microsoft.com/office/officeart/2018/5/layout/IconLeafLabelList"/>
    <dgm:cxn modelId="{A397DE97-F5D3-4F24-9D56-B6294AE354E8}" type="presParOf" srcId="{E7DFF49F-4F04-436B-9034-D06C9B0379CC}" destId="{10E72672-1D80-4E34-B634-AFDD8E0EB643}" srcOrd="3" destOrd="0" presId="urn:microsoft.com/office/officeart/2018/5/layout/IconLeafLabelList"/>
    <dgm:cxn modelId="{BF1DFD92-8844-419B-9FDE-4224A92F48D0}" type="presParOf" srcId="{A2E2B3F2-180D-4C6F-B1E9-5EEC7BA6F270}" destId="{DA4FB135-499D-49CE-B665-98DE171CB9C5}" srcOrd="5" destOrd="0" presId="urn:microsoft.com/office/officeart/2018/5/layout/IconLeafLabelList"/>
    <dgm:cxn modelId="{FEE40675-1E94-4856-8213-2A20B6D7189F}" type="presParOf" srcId="{A2E2B3F2-180D-4C6F-B1E9-5EEC7BA6F270}" destId="{B08D37F6-9596-4F1B-97F7-C069AA4B32CD}" srcOrd="6" destOrd="0" presId="urn:microsoft.com/office/officeart/2018/5/layout/IconLeafLabelList"/>
    <dgm:cxn modelId="{16E6D2E4-9098-4116-9CCE-37F33415964F}" type="presParOf" srcId="{B08D37F6-9596-4F1B-97F7-C069AA4B32CD}" destId="{AFDD243E-3946-45FE-8E8F-03BD7E1D9E30}" srcOrd="0" destOrd="0" presId="urn:microsoft.com/office/officeart/2018/5/layout/IconLeafLabelList"/>
    <dgm:cxn modelId="{4305D894-405C-4D81-9F54-2D220F44CD4D}" type="presParOf" srcId="{B08D37F6-9596-4F1B-97F7-C069AA4B32CD}" destId="{ED123D41-3134-492D-A76E-9C8BA87A0759}" srcOrd="1" destOrd="0" presId="urn:microsoft.com/office/officeart/2018/5/layout/IconLeafLabelList"/>
    <dgm:cxn modelId="{901D442E-AE80-4750-B9A8-0F31BCF0007D}" type="presParOf" srcId="{B08D37F6-9596-4F1B-97F7-C069AA4B32CD}" destId="{5C3380E0-0EE0-4D4E-9869-43334952663F}" srcOrd="2" destOrd="0" presId="urn:microsoft.com/office/officeart/2018/5/layout/IconLeafLabelList"/>
    <dgm:cxn modelId="{C1F91212-43D1-44F6-898C-A17DDD850A14}" type="presParOf" srcId="{B08D37F6-9596-4F1B-97F7-C069AA4B32CD}" destId="{875966C3-22BD-4CE7-8428-0F31E1D618B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EF146F5-9E4E-40AE-B2EC-4293B4CCEC2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1D45C4D-EDA7-405A-B85C-FE3D37AF98A2}">
      <dgm:prSet/>
      <dgm:spPr/>
      <dgm:t>
        <a:bodyPr/>
        <a:lstStyle/>
        <a:p>
          <a:r>
            <a:rPr lang="en-US"/>
            <a:t>New application programming interfaces and elements</a:t>
          </a:r>
        </a:p>
      </dgm:t>
    </dgm:pt>
    <dgm:pt modelId="{DD16518D-5263-4FA4-86F0-653FF9BEA89D}" type="parTrans" cxnId="{69043AD8-008D-4B9E-80A2-27D465620004}">
      <dgm:prSet/>
      <dgm:spPr/>
      <dgm:t>
        <a:bodyPr/>
        <a:lstStyle/>
        <a:p>
          <a:endParaRPr lang="en-US"/>
        </a:p>
      </dgm:t>
    </dgm:pt>
    <dgm:pt modelId="{37C700F8-26B8-4248-884F-06F8FCAF147F}" type="sibTrans" cxnId="{69043AD8-008D-4B9E-80A2-27D465620004}">
      <dgm:prSet/>
      <dgm:spPr/>
      <dgm:t>
        <a:bodyPr/>
        <a:lstStyle/>
        <a:p>
          <a:endParaRPr lang="en-US"/>
        </a:p>
      </dgm:t>
    </dgm:pt>
    <dgm:pt modelId="{98F93EEC-DCEE-4E1A-B31F-65EB7D088E74}">
      <dgm:prSet/>
      <dgm:spPr/>
      <dgm:t>
        <a:bodyPr/>
        <a:lstStyle/>
        <a:p>
          <a:r>
            <a:rPr lang="en-US"/>
            <a:t>Helps give more dynamic content</a:t>
          </a:r>
        </a:p>
      </dgm:t>
    </dgm:pt>
    <dgm:pt modelId="{0B1F571D-1F6D-4D99-B29F-15967F15E228}" type="parTrans" cxnId="{69077A85-1CC2-4243-B01F-5DD69647A69D}">
      <dgm:prSet/>
      <dgm:spPr/>
      <dgm:t>
        <a:bodyPr/>
        <a:lstStyle/>
        <a:p>
          <a:endParaRPr lang="en-US"/>
        </a:p>
      </dgm:t>
    </dgm:pt>
    <dgm:pt modelId="{A26E116E-99EE-4608-BDD5-967943546AB0}" type="sibTrans" cxnId="{69077A85-1CC2-4243-B01F-5DD69647A69D}">
      <dgm:prSet/>
      <dgm:spPr/>
      <dgm:t>
        <a:bodyPr/>
        <a:lstStyle/>
        <a:p>
          <a:endParaRPr lang="en-US"/>
        </a:p>
      </dgm:t>
    </dgm:pt>
    <dgm:pt modelId="{05FDCDBA-B995-45B4-A279-D2C23D397933}">
      <dgm:prSet/>
      <dgm:spPr/>
      <dgm:t>
        <a:bodyPr/>
        <a:lstStyle/>
        <a:p>
          <a:r>
            <a:rPr lang="en-US"/>
            <a:t>Client-Based in Browser </a:t>
          </a:r>
        </a:p>
      </dgm:t>
    </dgm:pt>
    <dgm:pt modelId="{D18EA797-7783-492E-A745-18C7B40F323F}" type="parTrans" cxnId="{A1BEB707-26E9-4B6E-97F9-AA37738D1B9B}">
      <dgm:prSet/>
      <dgm:spPr/>
      <dgm:t>
        <a:bodyPr/>
        <a:lstStyle/>
        <a:p>
          <a:endParaRPr lang="en-US"/>
        </a:p>
      </dgm:t>
    </dgm:pt>
    <dgm:pt modelId="{30ED5D02-8A12-4A9E-BA34-5565AFFB96E3}" type="sibTrans" cxnId="{A1BEB707-26E9-4B6E-97F9-AA37738D1B9B}">
      <dgm:prSet/>
      <dgm:spPr/>
      <dgm:t>
        <a:bodyPr/>
        <a:lstStyle/>
        <a:p>
          <a:endParaRPr lang="en-US"/>
        </a:p>
      </dgm:t>
    </dgm:pt>
    <dgm:pt modelId="{A0C8A471-850D-4966-B5A0-16647C27A02F}">
      <dgm:prSet/>
      <dgm:spPr/>
      <dgm:t>
        <a:bodyPr/>
        <a:lstStyle/>
        <a:p>
          <a:r>
            <a:rPr lang="en-US"/>
            <a:t>JavaScript may enhance capabilities</a:t>
          </a:r>
        </a:p>
      </dgm:t>
    </dgm:pt>
    <dgm:pt modelId="{28234335-262A-49BA-823C-3827CFAB70BF}" type="parTrans" cxnId="{89C8D21F-6433-4D28-9831-432B9BA34252}">
      <dgm:prSet/>
      <dgm:spPr/>
      <dgm:t>
        <a:bodyPr/>
        <a:lstStyle/>
        <a:p>
          <a:endParaRPr lang="en-US"/>
        </a:p>
      </dgm:t>
    </dgm:pt>
    <dgm:pt modelId="{E469D1F6-B95B-4768-A669-F6548C5E0289}" type="sibTrans" cxnId="{89C8D21F-6433-4D28-9831-432B9BA34252}">
      <dgm:prSet/>
      <dgm:spPr/>
      <dgm:t>
        <a:bodyPr/>
        <a:lstStyle/>
        <a:p>
          <a:endParaRPr lang="en-US"/>
        </a:p>
      </dgm:t>
    </dgm:pt>
    <dgm:pt modelId="{B2DF998A-6747-414A-90F8-74F0757ED9A6}">
      <dgm:prSet/>
      <dgm:spPr/>
      <dgm:t>
        <a:bodyPr/>
        <a:lstStyle/>
        <a:p>
          <a:r>
            <a:rPr lang="en-US"/>
            <a:t>&lt;canvas&gt; or &lt;audio&gt; tags are good examples</a:t>
          </a:r>
        </a:p>
      </dgm:t>
    </dgm:pt>
    <dgm:pt modelId="{D8BBACE3-00F8-433E-8714-FB275313515D}" type="parTrans" cxnId="{BED4CA43-2DE2-4EE7-83A4-92DA196D49AA}">
      <dgm:prSet/>
      <dgm:spPr/>
      <dgm:t>
        <a:bodyPr/>
        <a:lstStyle/>
        <a:p>
          <a:endParaRPr lang="en-US"/>
        </a:p>
      </dgm:t>
    </dgm:pt>
    <dgm:pt modelId="{D6E341CA-E949-4C9E-B6F4-6ADB65D96F7B}" type="sibTrans" cxnId="{BED4CA43-2DE2-4EE7-83A4-92DA196D49AA}">
      <dgm:prSet/>
      <dgm:spPr/>
      <dgm:t>
        <a:bodyPr/>
        <a:lstStyle/>
        <a:p>
          <a:endParaRPr lang="en-US"/>
        </a:p>
      </dgm:t>
    </dgm:pt>
    <dgm:pt modelId="{C15AC363-EC86-4390-87DC-7EB6C8194021}" type="pres">
      <dgm:prSet presAssocID="{BEF146F5-9E4E-40AE-B2EC-4293B4CCEC27}" presName="diagram" presStyleCnt="0">
        <dgm:presLayoutVars>
          <dgm:dir/>
          <dgm:resizeHandles val="exact"/>
        </dgm:presLayoutVars>
      </dgm:prSet>
      <dgm:spPr/>
    </dgm:pt>
    <dgm:pt modelId="{00179963-5A7A-459D-BD0C-195A62BDCE35}" type="pres">
      <dgm:prSet presAssocID="{B1D45C4D-EDA7-405A-B85C-FE3D37AF98A2}" presName="node" presStyleLbl="node1" presStyleIdx="0" presStyleCnt="5">
        <dgm:presLayoutVars>
          <dgm:bulletEnabled val="1"/>
        </dgm:presLayoutVars>
      </dgm:prSet>
      <dgm:spPr/>
    </dgm:pt>
    <dgm:pt modelId="{645A100F-C97C-4960-A64C-3DDF59F7FDDE}" type="pres">
      <dgm:prSet presAssocID="{37C700F8-26B8-4248-884F-06F8FCAF147F}" presName="sibTrans" presStyleCnt="0"/>
      <dgm:spPr/>
    </dgm:pt>
    <dgm:pt modelId="{7FBBB86C-9930-4527-8B64-36302AE95C5C}" type="pres">
      <dgm:prSet presAssocID="{98F93EEC-DCEE-4E1A-B31F-65EB7D088E74}" presName="node" presStyleLbl="node1" presStyleIdx="1" presStyleCnt="5">
        <dgm:presLayoutVars>
          <dgm:bulletEnabled val="1"/>
        </dgm:presLayoutVars>
      </dgm:prSet>
      <dgm:spPr/>
    </dgm:pt>
    <dgm:pt modelId="{D4222CA9-79AB-4571-B4BD-0248B6878D66}" type="pres">
      <dgm:prSet presAssocID="{A26E116E-99EE-4608-BDD5-967943546AB0}" presName="sibTrans" presStyleCnt="0"/>
      <dgm:spPr/>
    </dgm:pt>
    <dgm:pt modelId="{36C703DC-19A8-4E9E-976C-6363712FADE6}" type="pres">
      <dgm:prSet presAssocID="{05FDCDBA-B995-45B4-A279-D2C23D397933}" presName="node" presStyleLbl="node1" presStyleIdx="2" presStyleCnt="5">
        <dgm:presLayoutVars>
          <dgm:bulletEnabled val="1"/>
        </dgm:presLayoutVars>
      </dgm:prSet>
      <dgm:spPr/>
    </dgm:pt>
    <dgm:pt modelId="{B6E00476-CE0C-4D3F-BF26-09A1BF82D075}" type="pres">
      <dgm:prSet presAssocID="{30ED5D02-8A12-4A9E-BA34-5565AFFB96E3}" presName="sibTrans" presStyleCnt="0"/>
      <dgm:spPr/>
    </dgm:pt>
    <dgm:pt modelId="{9B060EEB-2E0D-4A0A-853E-08B9FBBFBA12}" type="pres">
      <dgm:prSet presAssocID="{A0C8A471-850D-4966-B5A0-16647C27A02F}" presName="node" presStyleLbl="node1" presStyleIdx="3" presStyleCnt="5">
        <dgm:presLayoutVars>
          <dgm:bulletEnabled val="1"/>
        </dgm:presLayoutVars>
      </dgm:prSet>
      <dgm:spPr/>
    </dgm:pt>
    <dgm:pt modelId="{AD4FCAFB-9D23-4479-9B81-386BF4F13A8E}" type="pres">
      <dgm:prSet presAssocID="{E469D1F6-B95B-4768-A669-F6548C5E0289}" presName="sibTrans" presStyleCnt="0"/>
      <dgm:spPr/>
    </dgm:pt>
    <dgm:pt modelId="{1DD9E058-9513-4F52-9A5A-91EC41FB1D5C}" type="pres">
      <dgm:prSet presAssocID="{B2DF998A-6747-414A-90F8-74F0757ED9A6}" presName="node" presStyleLbl="node1" presStyleIdx="4" presStyleCnt="5">
        <dgm:presLayoutVars>
          <dgm:bulletEnabled val="1"/>
        </dgm:presLayoutVars>
      </dgm:prSet>
      <dgm:spPr/>
    </dgm:pt>
  </dgm:ptLst>
  <dgm:cxnLst>
    <dgm:cxn modelId="{A1BEB707-26E9-4B6E-97F9-AA37738D1B9B}" srcId="{BEF146F5-9E4E-40AE-B2EC-4293B4CCEC27}" destId="{05FDCDBA-B995-45B4-A279-D2C23D397933}" srcOrd="2" destOrd="0" parTransId="{D18EA797-7783-492E-A745-18C7B40F323F}" sibTransId="{30ED5D02-8A12-4A9E-BA34-5565AFFB96E3}"/>
    <dgm:cxn modelId="{89C8D21F-6433-4D28-9831-432B9BA34252}" srcId="{BEF146F5-9E4E-40AE-B2EC-4293B4CCEC27}" destId="{A0C8A471-850D-4966-B5A0-16647C27A02F}" srcOrd="3" destOrd="0" parTransId="{28234335-262A-49BA-823C-3827CFAB70BF}" sibTransId="{E469D1F6-B95B-4768-A669-F6548C5E0289}"/>
    <dgm:cxn modelId="{8F073523-D4DF-4003-A54B-E05875DB121F}" type="presOf" srcId="{98F93EEC-DCEE-4E1A-B31F-65EB7D088E74}" destId="{7FBBB86C-9930-4527-8B64-36302AE95C5C}" srcOrd="0" destOrd="0" presId="urn:microsoft.com/office/officeart/2005/8/layout/default"/>
    <dgm:cxn modelId="{7CDD7C2D-DDD1-4407-BBDE-D038E125CEB8}" type="presOf" srcId="{B2DF998A-6747-414A-90F8-74F0757ED9A6}" destId="{1DD9E058-9513-4F52-9A5A-91EC41FB1D5C}" srcOrd="0" destOrd="0" presId="urn:microsoft.com/office/officeart/2005/8/layout/default"/>
    <dgm:cxn modelId="{BED4CA43-2DE2-4EE7-83A4-92DA196D49AA}" srcId="{BEF146F5-9E4E-40AE-B2EC-4293B4CCEC27}" destId="{B2DF998A-6747-414A-90F8-74F0757ED9A6}" srcOrd="4" destOrd="0" parTransId="{D8BBACE3-00F8-433E-8714-FB275313515D}" sibTransId="{D6E341CA-E949-4C9E-B6F4-6ADB65D96F7B}"/>
    <dgm:cxn modelId="{69077A85-1CC2-4243-B01F-5DD69647A69D}" srcId="{BEF146F5-9E4E-40AE-B2EC-4293B4CCEC27}" destId="{98F93EEC-DCEE-4E1A-B31F-65EB7D088E74}" srcOrd="1" destOrd="0" parTransId="{0B1F571D-1F6D-4D99-B29F-15967F15E228}" sibTransId="{A26E116E-99EE-4608-BDD5-967943546AB0}"/>
    <dgm:cxn modelId="{E5FC85A3-DED4-46CD-A170-3184CE0279AE}" type="presOf" srcId="{A0C8A471-850D-4966-B5A0-16647C27A02F}" destId="{9B060EEB-2E0D-4A0A-853E-08B9FBBFBA12}" srcOrd="0" destOrd="0" presId="urn:microsoft.com/office/officeart/2005/8/layout/default"/>
    <dgm:cxn modelId="{CBBC57B3-4503-4103-8582-A1527D179D44}" type="presOf" srcId="{BEF146F5-9E4E-40AE-B2EC-4293B4CCEC27}" destId="{C15AC363-EC86-4390-87DC-7EB6C8194021}" srcOrd="0" destOrd="0" presId="urn:microsoft.com/office/officeart/2005/8/layout/default"/>
    <dgm:cxn modelId="{C1C7AEC9-A156-4C1F-BA2A-BA75B04682DF}" type="presOf" srcId="{B1D45C4D-EDA7-405A-B85C-FE3D37AF98A2}" destId="{00179963-5A7A-459D-BD0C-195A62BDCE35}" srcOrd="0" destOrd="0" presId="urn:microsoft.com/office/officeart/2005/8/layout/default"/>
    <dgm:cxn modelId="{69043AD8-008D-4B9E-80A2-27D465620004}" srcId="{BEF146F5-9E4E-40AE-B2EC-4293B4CCEC27}" destId="{B1D45C4D-EDA7-405A-B85C-FE3D37AF98A2}" srcOrd="0" destOrd="0" parTransId="{DD16518D-5263-4FA4-86F0-653FF9BEA89D}" sibTransId="{37C700F8-26B8-4248-884F-06F8FCAF147F}"/>
    <dgm:cxn modelId="{1E0ADCEC-2FF9-41A3-8107-987A24B561F8}" type="presOf" srcId="{05FDCDBA-B995-45B4-A279-D2C23D397933}" destId="{36C703DC-19A8-4E9E-976C-6363712FADE6}" srcOrd="0" destOrd="0" presId="urn:microsoft.com/office/officeart/2005/8/layout/default"/>
    <dgm:cxn modelId="{C5821E49-1E6E-4B04-9582-EFB7D31A3789}" type="presParOf" srcId="{C15AC363-EC86-4390-87DC-7EB6C8194021}" destId="{00179963-5A7A-459D-BD0C-195A62BDCE35}" srcOrd="0" destOrd="0" presId="urn:microsoft.com/office/officeart/2005/8/layout/default"/>
    <dgm:cxn modelId="{263BC777-685C-4DD8-8BAB-0D69BDD52A25}" type="presParOf" srcId="{C15AC363-EC86-4390-87DC-7EB6C8194021}" destId="{645A100F-C97C-4960-A64C-3DDF59F7FDDE}" srcOrd="1" destOrd="0" presId="urn:microsoft.com/office/officeart/2005/8/layout/default"/>
    <dgm:cxn modelId="{52DEB15C-3785-4C21-B6C7-C4003F020CB0}" type="presParOf" srcId="{C15AC363-EC86-4390-87DC-7EB6C8194021}" destId="{7FBBB86C-9930-4527-8B64-36302AE95C5C}" srcOrd="2" destOrd="0" presId="urn:microsoft.com/office/officeart/2005/8/layout/default"/>
    <dgm:cxn modelId="{579308A0-C85F-4356-94D0-BD12BF227565}" type="presParOf" srcId="{C15AC363-EC86-4390-87DC-7EB6C8194021}" destId="{D4222CA9-79AB-4571-B4BD-0248B6878D66}" srcOrd="3" destOrd="0" presId="urn:microsoft.com/office/officeart/2005/8/layout/default"/>
    <dgm:cxn modelId="{D6EE99ED-78F7-4F65-9C20-F06ED32E7F06}" type="presParOf" srcId="{C15AC363-EC86-4390-87DC-7EB6C8194021}" destId="{36C703DC-19A8-4E9E-976C-6363712FADE6}" srcOrd="4" destOrd="0" presId="urn:microsoft.com/office/officeart/2005/8/layout/default"/>
    <dgm:cxn modelId="{BD7E9145-294B-48FA-946C-78E936760DDE}" type="presParOf" srcId="{C15AC363-EC86-4390-87DC-7EB6C8194021}" destId="{B6E00476-CE0C-4D3F-BF26-09A1BF82D075}" srcOrd="5" destOrd="0" presId="urn:microsoft.com/office/officeart/2005/8/layout/default"/>
    <dgm:cxn modelId="{06AB24D3-5294-4FB0-9DD2-59757E78BB1A}" type="presParOf" srcId="{C15AC363-EC86-4390-87DC-7EB6C8194021}" destId="{9B060EEB-2E0D-4A0A-853E-08B9FBBFBA12}" srcOrd="6" destOrd="0" presId="urn:microsoft.com/office/officeart/2005/8/layout/default"/>
    <dgm:cxn modelId="{0F240A5E-5AE3-4FA2-8C85-D05F9EDBE379}" type="presParOf" srcId="{C15AC363-EC86-4390-87DC-7EB6C8194021}" destId="{AD4FCAFB-9D23-4479-9B81-386BF4F13A8E}" srcOrd="7" destOrd="0" presId="urn:microsoft.com/office/officeart/2005/8/layout/default"/>
    <dgm:cxn modelId="{427C6470-D1A4-43AB-B5C6-34D3C1D134A0}" type="presParOf" srcId="{C15AC363-EC86-4390-87DC-7EB6C8194021}" destId="{1DD9E058-9513-4F52-9A5A-91EC41FB1D5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DE6DDC2-2ED0-4958-9A1A-EED7E17B690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FF92D6F-C704-49E9-9316-1EEA923CD823}">
      <dgm:prSet/>
      <dgm:spPr/>
      <dgm:t>
        <a:bodyPr/>
        <a:lstStyle/>
        <a:p>
          <a:r>
            <a:rPr lang="en-US"/>
            <a:t>Cascading Style Sheets</a:t>
          </a:r>
        </a:p>
      </dgm:t>
    </dgm:pt>
    <dgm:pt modelId="{F5997F88-ADE1-4A3C-A5FC-E396764660B0}" type="parTrans" cxnId="{15B194C3-057F-4DC4-8C1C-DB7C35B2A564}">
      <dgm:prSet/>
      <dgm:spPr/>
      <dgm:t>
        <a:bodyPr/>
        <a:lstStyle/>
        <a:p>
          <a:endParaRPr lang="en-US"/>
        </a:p>
      </dgm:t>
    </dgm:pt>
    <dgm:pt modelId="{3FDF25F6-54BA-46CA-8224-73C1425ADE62}" type="sibTrans" cxnId="{15B194C3-057F-4DC4-8C1C-DB7C35B2A564}">
      <dgm:prSet/>
      <dgm:spPr/>
      <dgm:t>
        <a:bodyPr/>
        <a:lstStyle/>
        <a:p>
          <a:endParaRPr lang="en-US"/>
        </a:p>
      </dgm:t>
    </dgm:pt>
    <dgm:pt modelId="{E3355964-DAEB-4969-8867-45634CA310AC}">
      <dgm:prSet/>
      <dgm:spPr/>
      <dgm:t>
        <a:bodyPr/>
        <a:lstStyle/>
        <a:p>
          <a:r>
            <a:rPr lang="en-US"/>
            <a:t>Allow changing color, size, or position of an object</a:t>
          </a:r>
        </a:p>
      </dgm:t>
    </dgm:pt>
    <dgm:pt modelId="{A010F843-176D-4059-ACE4-FF20EB324765}" type="parTrans" cxnId="{4015BC21-D329-4458-862E-2880085D6C40}">
      <dgm:prSet/>
      <dgm:spPr/>
      <dgm:t>
        <a:bodyPr/>
        <a:lstStyle/>
        <a:p>
          <a:endParaRPr lang="en-US"/>
        </a:p>
      </dgm:t>
    </dgm:pt>
    <dgm:pt modelId="{6A4BC555-55F2-4845-B40D-C42BC4569485}" type="sibTrans" cxnId="{4015BC21-D329-4458-862E-2880085D6C40}">
      <dgm:prSet/>
      <dgm:spPr/>
      <dgm:t>
        <a:bodyPr/>
        <a:lstStyle/>
        <a:p>
          <a:endParaRPr lang="en-US"/>
        </a:p>
      </dgm:t>
    </dgm:pt>
    <dgm:pt modelId="{28689739-4A9D-49F5-A5E5-1E34F5C98D5B}">
      <dgm:prSet/>
      <dgm:spPr/>
      <dgm:t>
        <a:bodyPr/>
        <a:lstStyle/>
        <a:p>
          <a:r>
            <a:rPr lang="en-US"/>
            <a:t>Creates a clean looking website</a:t>
          </a:r>
        </a:p>
      </dgm:t>
    </dgm:pt>
    <dgm:pt modelId="{5981BA5A-483A-41E3-A615-AC0E48975B63}" type="parTrans" cxnId="{AA03EEC8-EDD7-4788-9CED-95B6A3437B28}">
      <dgm:prSet/>
      <dgm:spPr/>
      <dgm:t>
        <a:bodyPr/>
        <a:lstStyle/>
        <a:p>
          <a:endParaRPr lang="en-US"/>
        </a:p>
      </dgm:t>
    </dgm:pt>
    <dgm:pt modelId="{9971B693-6224-41A4-85FE-FECF7746F86F}" type="sibTrans" cxnId="{AA03EEC8-EDD7-4788-9CED-95B6A3437B28}">
      <dgm:prSet/>
      <dgm:spPr/>
      <dgm:t>
        <a:bodyPr/>
        <a:lstStyle/>
        <a:p>
          <a:endParaRPr lang="en-US"/>
        </a:p>
      </dgm:t>
    </dgm:pt>
    <dgm:pt modelId="{FDC4641B-6336-495F-BFEE-B089C176B093}">
      <dgm:prSet/>
      <dgm:spPr/>
      <dgm:t>
        <a:bodyPr/>
        <a:lstStyle/>
        <a:p>
          <a:r>
            <a:rPr lang="en-US"/>
            <a:t>Can create animations or transitions</a:t>
          </a:r>
        </a:p>
      </dgm:t>
    </dgm:pt>
    <dgm:pt modelId="{3FC29F96-4ADF-4D9A-B583-4D45AC246B82}" type="parTrans" cxnId="{CC52359F-107D-40FD-9BDD-31D1C647EA62}">
      <dgm:prSet/>
      <dgm:spPr/>
      <dgm:t>
        <a:bodyPr/>
        <a:lstStyle/>
        <a:p>
          <a:endParaRPr lang="en-US"/>
        </a:p>
      </dgm:t>
    </dgm:pt>
    <dgm:pt modelId="{B3A7292D-8210-4040-BCF9-8BA627608FC3}" type="sibTrans" cxnId="{CC52359F-107D-40FD-9BDD-31D1C647EA62}">
      <dgm:prSet/>
      <dgm:spPr/>
      <dgm:t>
        <a:bodyPr/>
        <a:lstStyle/>
        <a:p>
          <a:endParaRPr lang="en-US"/>
        </a:p>
      </dgm:t>
    </dgm:pt>
    <dgm:pt modelId="{53353B9A-941C-4C2F-B267-1A7B91586A69}" type="pres">
      <dgm:prSet presAssocID="{9DE6DDC2-2ED0-4958-9A1A-EED7E17B6904}" presName="root" presStyleCnt="0">
        <dgm:presLayoutVars>
          <dgm:dir/>
          <dgm:resizeHandles val="exact"/>
        </dgm:presLayoutVars>
      </dgm:prSet>
      <dgm:spPr/>
    </dgm:pt>
    <dgm:pt modelId="{109F24EF-B785-4BDB-B55D-9034A53E3835}" type="pres">
      <dgm:prSet presAssocID="{9DE6DDC2-2ED0-4958-9A1A-EED7E17B6904}" presName="container" presStyleCnt="0">
        <dgm:presLayoutVars>
          <dgm:dir/>
          <dgm:resizeHandles val="exact"/>
        </dgm:presLayoutVars>
      </dgm:prSet>
      <dgm:spPr/>
    </dgm:pt>
    <dgm:pt modelId="{D50ABB0C-FFAC-4896-9BE0-4EAAE56B6758}" type="pres">
      <dgm:prSet presAssocID="{1FF92D6F-C704-49E9-9316-1EEA923CD823}" presName="compNode" presStyleCnt="0"/>
      <dgm:spPr/>
    </dgm:pt>
    <dgm:pt modelId="{B08BBC85-BBD7-4F38-814E-6AF0D42774DB}" type="pres">
      <dgm:prSet presAssocID="{1FF92D6F-C704-49E9-9316-1EEA923CD823}" presName="iconBgRect" presStyleLbl="bgShp" presStyleIdx="0" presStyleCnt="4"/>
      <dgm:spPr/>
    </dgm:pt>
    <dgm:pt modelId="{D0177FA9-E0D0-4089-8A76-3BA3BEB52F97}" type="pres">
      <dgm:prSet presAssocID="{1FF92D6F-C704-49E9-9316-1EEA923CD82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658F9C4-E3C0-4B61-88B4-02DD0FC68093}" type="pres">
      <dgm:prSet presAssocID="{1FF92D6F-C704-49E9-9316-1EEA923CD823}" presName="spaceRect" presStyleCnt="0"/>
      <dgm:spPr/>
    </dgm:pt>
    <dgm:pt modelId="{A340433F-C69C-4B66-A61B-02C32A91974D}" type="pres">
      <dgm:prSet presAssocID="{1FF92D6F-C704-49E9-9316-1EEA923CD823}" presName="textRect" presStyleLbl="revTx" presStyleIdx="0" presStyleCnt="4">
        <dgm:presLayoutVars>
          <dgm:chMax val="1"/>
          <dgm:chPref val="1"/>
        </dgm:presLayoutVars>
      </dgm:prSet>
      <dgm:spPr/>
    </dgm:pt>
    <dgm:pt modelId="{90D85C8F-05D1-4E98-ABA8-E36B67FDC7DE}" type="pres">
      <dgm:prSet presAssocID="{3FDF25F6-54BA-46CA-8224-73C1425ADE62}" presName="sibTrans" presStyleLbl="sibTrans2D1" presStyleIdx="0" presStyleCnt="0"/>
      <dgm:spPr/>
    </dgm:pt>
    <dgm:pt modelId="{41ECC426-479E-4997-8CD9-482CCF327B24}" type="pres">
      <dgm:prSet presAssocID="{E3355964-DAEB-4969-8867-45634CA310AC}" presName="compNode" presStyleCnt="0"/>
      <dgm:spPr/>
    </dgm:pt>
    <dgm:pt modelId="{CE9FD1DA-8F45-416E-BA4C-AB980F78F55E}" type="pres">
      <dgm:prSet presAssocID="{E3355964-DAEB-4969-8867-45634CA310AC}" presName="iconBgRect" presStyleLbl="bgShp" presStyleIdx="1" presStyleCnt="4"/>
      <dgm:spPr/>
    </dgm:pt>
    <dgm:pt modelId="{15B84193-1174-4341-8543-F1E9A8D48948}" type="pres">
      <dgm:prSet presAssocID="{E3355964-DAEB-4969-8867-45634CA310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9258409F-E38C-49EA-AB92-AAD6E8E49849}" type="pres">
      <dgm:prSet presAssocID="{E3355964-DAEB-4969-8867-45634CA310AC}" presName="spaceRect" presStyleCnt="0"/>
      <dgm:spPr/>
    </dgm:pt>
    <dgm:pt modelId="{3BC24A6B-74E6-405A-A1FC-AF9D515D56A3}" type="pres">
      <dgm:prSet presAssocID="{E3355964-DAEB-4969-8867-45634CA310AC}" presName="textRect" presStyleLbl="revTx" presStyleIdx="1" presStyleCnt="4">
        <dgm:presLayoutVars>
          <dgm:chMax val="1"/>
          <dgm:chPref val="1"/>
        </dgm:presLayoutVars>
      </dgm:prSet>
      <dgm:spPr/>
    </dgm:pt>
    <dgm:pt modelId="{74280632-9BE8-4B43-8BAF-FEF5BCE77D3B}" type="pres">
      <dgm:prSet presAssocID="{6A4BC555-55F2-4845-B40D-C42BC4569485}" presName="sibTrans" presStyleLbl="sibTrans2D1" presStyleIdx="0" presStyleCnt="0"/>
      <dgm:spPr/>
    </dgm:pt>
    <dgm:pt modelId="{8330A768-D9B3-4763-A027-F0B55B01A414}" type="pres">
      <dgm:prSet presAssocID="{28689739-4A9D-49F5-A5E5-1E34F5C98D5B}" presName="compNode" presStyleCnt="0"/>
      <dgm:spPr/>
    </dgm:pt>
    <dgm:pt modelId="{66A4F1B5-9957-45EA-BB33-A39992780D98}" type="pres">
      <dgm:prSet presAssocID="{28689739-4A9D-49F5-A5E5-1E34F5C98D5B}" presName="iconBgRect" presStyleLbl="bgShp" presStyleIdx="2" presStyleCnt="4"/>
      <dgm:spPr/>
    </dgm:pt>
    <dgm:pt modelId="{05A7F4CD-B180-421C-83BB-96047684212B}" type="pres">
      <dgm:prSet presAssocID="{28689739-4A9D-49F5-A5E5-1E34F5C98D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A2BFD3DF-1DDF-47FB-B631-40CF2F604D0D}" type="pres">
      <dgm:prSet presAssocID="{28689739-4A9D-49F5-A5E5-1E34F5C98D5B}" presName="spaceRect" presStyleCnt="0"/>
      <dgm:spPr/>
    </dgm:pt>
    <dgm:pt modelId="{E3BBD984-0127-409E-BB8D-7247A1403C71}" type="pres">
      <dgm:prSet presAssocID="{28689739-4A9D-49F5-A5E5-1E34F5C98D5B}" presName="textRect" presStyleLbl="revTx" presStyleIdx="2" presStyleCnt="4">
        <dgm:presLayoutVars>
          <dgm:chMax val="1"/>
          <dgm:chPref val="1"/>
        </dgm:presLayoutVars>
      </dgm:prSet>
      <dgm:spPr/>
    </dgm:pt>
    <dgm:pt modelId="{19398524-B66B-4C4D-8886-5EB1B7E44909}" type="pres">
      <dgm:prSet presAssocID="{9971B693-6224-41A4-85FE-FECF7746F86F}" presName="sibTrans" presStyleLbl="sibTrans2D1" presStyleIdx="0" presStyleCnt="0"/>
      <dgm:spPr/>
    </dgm:pt>
    <dgm:pt modelId="{F49BBAAC-27D7-48CC-BD39-F584A35D2BFD}" type="pres">
      <dgm:prSet presAssocID="{FDC4641B-6336-495F-BFEE-B089C176B093}" presName="compNode" presStyleCnt="0"/>
      <dgm:spPr/>
    </dgm:pt>
    <dgm:pt modelId="{7D68C085-9BD0-46E4-B773-6E52037C33DD}" type="pres">
      <dgm:prSet presAssocID="{FDC4641B-6336-495F-BFEE-B089C176B093}" presName="iconBgRect" presStyleLbl="bgShp" presStyleIdx="3" presStyleCnt="4"/>
      <dgm:spPr/>
    </dgm:pt>
    <dgm:pt modelId="{11DABF85-0DF8-4C8C-8301-77BE9E1A1B50}" type="pres">
      <dgm:prSet presAssocID="{FDC4641B-6336-495F-BFEE-B089C176B0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5DCBEF04-D0BC-446E-AF49-66AD7CE3942A}" type="pres">
      <dgm:prSet presAssocID="{FDC4641B-6336-495F-BFEE-B089C176B093}" presName="spaceRect" presStyleCnt="0"/>
      <dgm:spPr/>
    </dgm:pt>
    <dgm:pt modelId="{A3975F5A-46FC-4431-A687-50D542343986}" type="pres">
      <dgm:prSet presAssocID="{FDC4641B-6336-495F-BFEE-B089C176B09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C571218-0FEF-425A-BD94-EE87B3538D91}" type="presOf" srcId="{1FF92D6F-C704-49E9-9316-1EEA923CD823}" destId="{A340433F-C69C-4B66-A61B-02C32A91974D}" srcOrd="0" destOrd="0" presId="urn:microsoft.com/office/officeart/2018/2/layout/IconCircleList"/>
    <dgm:cxn modelId="{4015BC21-D329-4458-862E-2880085D6C40}" srcId="{9DE6DDC2-2ED0-4958-9A1A-EED7E17B6904}" destId="{E3355964-DAEB-4969-8867-45634CA310AC}" srcOrd="1" destOrd="0" parTransId="{A010F843-176D-4059-ACE4-FF20EB324765}" sibTransId="{6A4BC555-55F2-4845-B40D-C42BC4569485}"/>
    <dgm:cxn modelId="{62E5A225-9F9F-4BD7-9C67-C2C7AF4FB908}" type="presOf" srcId="{3FDF25F6-54BA-46CA-8224-73C1425ADE62}" destId="{90D85C8F-05D1-4E98-ABA8-E36B67FDC7DE}" srcOrd="0" destOrd="0" presId="urn:microsoft.com/office/officeart/2018/2/layout/IconCircleList"/>
    <dgm:cxn modelId="{641FB83C-A3D9-4C8A-B50D-FFC86BD7063A}" type="presOf" srcId="{6A4BC555-55F2-4845-B40D-C42BC4569485}" destId="{74280632-9BE8-4B43-8BAF-FEF5BCE77D3B}" srcOrd="0" destOrd="0" presId="urn:microsoft.com/office/officeart/2018/2/layout/IconCircleList"/>
    <dgm:cxn modelId="{E4B61B4E-4ED1-4C39-940F-9C76D6D16687}" type="presOf" srcId="{9DE6DDC2-2ED0-4958-9A1A-EED7E17B6904}" destId="{53353B9A-941C-4C2F-B267-1A7B91586A69}" srcOrd="0" destOrd="0" presId="urn:microsoft.com/office/officeart/2018/2/layout/IconCircleList"/>
    <dgm:cxn modelId="{56FF4A58-3B6A-4742-8033-696826E5B6B7}" type="presOf" srcId="{9971B693-6224-41A4-85FE-FECF7746F86F}" destId="{19398524-B66B-4C4D-8886-5EB1B7E44909}" srcOrd="0" destOrd="0" presId="urn:microsoft.com/office/officeart/2018/2/layout/IconCircleList"/>
    <dgm:cxn modelId="{97FDAE9D-468D-42AE-AFCD-63242F69C536}" type="presOf" srcId="{28689739-4A9D-49F5-A5E5-1E34F5C98D5B}" destId="{E3BBD984-0127-409E-BB8D-7247A1403C71}" srcOrd="0" destOrd="0" presId="urn:microsoft.com/office/officeart/2018/2/layout/IconCircleList"/>
    <dgm:cxn modelId="{CC52359F-107D-40FD-9BDD-31D1C647EA62}" srcId="{9DE6DDC2-2ED0-4958-9A1A-EED7E17B6904}" destId="{FDC4641B-6336-495F-BFEE-B089C176B093}" srcOrd="3" destOrd="0" parTransId="{3FC29F96-4ADF-4D9A-B583-4D45AC246B82}" sibTransId="{B3A7292D-8210-4040-BCF9-8BA627608FC3}"/>
    <dgm:cxn modelId="{15B194C3-057F-4DC4-8C1C-DB7C35B2A564}" srcId="{9DE6DDC2-2ED0-4958-9A1A-EED7E17B6904}" destId="{1FF92D6F-C704-49E9-9316-1EEA923CD823}" srcOrd="0" destOrd="0" parTransId="{F5997F88-ADE1-4A3C-A5FC-E396764660B0}" sibTransId="{3FDF25F6-54BA-46CA-8224-73C1425ADE62}"/>
    <dgm:cxn modelId="{AA03EEC8-EDD7-4788-9CED-95B6A3437B28}" srcId="{9DE6DDC2-2ED0-4958-9A1A-EED7E17B6904}" destId="{28689739-4A9D-49F5-A5E5-1E34F5C98D5B}" srcOrd="2" destOrd="0" parTransId="{5981BA5A-483A-41E3-A615-AC0E48975B63}" sibTransId="{9971B693-6224-41A4-85FE-FECF7746F86F}"/>
    <dgm:cxn modelId="{99EB4DEC-833E-4E8E-9AEB-3EAC3A6C5477}" type="presOf" srcId="{E3355964-DAEB-4969-8867-45634CA310AC}" destId="{3BC24A6B-74E6-405A-A1FC-AF9D515D56A3}" srcOrd="0" destOrd="0" presId="urn:microsoft.com/office/officeart/2018/2/layout/IconCircleList"/>
    <dgm:cxn modelId="{FE1A40ED-1711-4E1A-BCD7-7ACB647C7B4D}" type="presOf" srcId="{FDC4641B-6336-495F-BFEE-B089C176B093}" destId="{A3975F5A-46FC-4431-A687-50D542343986}" srcOrd="0" destOrd="0" presId="urn:microsoft.com/office/officeart/2018/2/layout/IconCircleList"/>
    <dgm:cxn modelId="{21B7440B-5C4F-4997-BF92-DE5B76B9BF9D}" type="presParOf" srcId="{53353B9A-941C-4C2F-B267-1A7B91586A69}" destId="{109F24EF-B785-4BDB-B55D-9034A53E3835}" srcOrd="0" destOrd="0" presId="urn:microsoft.com/office/officeart/2018/2/layout/IconCircleList"/>
    <dgm:cxn modelId="{9ABDAC06-682B-453B-9A8D-1104F2667B06}" type="presParOf" srcId="{109F24EF-B785-4BDB-B55D-9034A53E3835}" destId="{D50ABB0C-FFAC-4896-9BE0-4EAAE56B6758}" srcOrd="0" destOrd="0" presId="urn:microsoft.com/office/officeart/2018/2/layout/IconCircleList"/>
    <dgm:cxn modelId="{2D90785D-DB75-46D7-BB53-BBCBDA97C0E9}" type="presParOf" srcId="{D50ABB0C-FFAC-4896-9BE0-4EAAE56B6758}" destId="{B08BBC85-BBD7-4F38-814E-6AF0D42774DB}" srcOrd="0" destOrd="0" presId="urn:microsoft.com/office/officeart/2018/2/layout/IconCircleList"/>
    <dgm:cxn modelId="{5986E9F4-F523-44C5-912B-8773C4D0B94C}" type="presParOf" srcId="{D50ABB0C-FFAC-4896-9BE0-4EAAE56B6758}" destId="{D0177FA9-E0D0-4089-8A76-3BA3BEB52F97}" srcOrd="1" destOrd="0" presId="urn:microsoft.com/office/officeart/2018/2/layout/IconCircleList"/>
    <dgm:cxn modelId="{57426BD0-D0D1-4E2F-9ED9-922562D3362D}" type="presParOf" srcId="{D50ABB0C-FFAC-4896-9BE0-4EAAE56B6758}" destId="{B658F9C4-E3C0-4B61-88B4-02DD0FC68093}" srcOrd="2" destOrd="0" presId="urn:microsoft.com/office/officeart/2018/2/layout/IconCircleList"/>
    <dgm:cxn modelId="{9DAD609C-DA4A-4D1E-B644-345527BADB03}" type="presParOf" srcId="{D50ABB0C-FFAC-4896-9BE0-4EAAE56B6758}" destId="{A340433F-C69C-4B66-A61B-02C32A91974D}" srcOrd="3" destOrd="0" presId="urn:microsoft.com/office/officeart/2018/2/layout/IconCircleList"/>
    <dgm:cxn modelId="{29169E6E-5E68-40EE-B8DC-CB75F7AB4A2F}" type="presParOf" srcId="{109F24EF-B785-4BDB-B55D-9034A53E3835}" destId="{90D85C8F-05D1-4E98-ABA8-E36B67FDC7DE}" srcOrd="1" destOrd="0" presId="urn:microsoft.com/office/officeart/2018/2/layout/IconCircleList"/>
    <dgm:cxn modelId="{E9A1C3C9-F53E-4EC5-92CE-716327D3261F}" type="presParOf" srcId="{109F24EF-B785-4BDB-B55D-9034A53E3835}" destId="{41ECC426-479E-4997-8CD9-482CCF327B24}" srcOrd="2" destOrd="0" presId="urn:microsoft.com/office/officeart/2018/2/layout/IconCircleList"/>
    <dgm:cxn modelId="{615FEE8D-9613-4650-9D8C-C89A2695B351}" type="presParOf" srcId="{41ECC426-479E-4997-8CD9-482CCF327B24}" destId="{CE9FD1DA-8F45-416E-BA4C-AB980F78F55E}" srcOrd="0" destOrd="0" presId="urn:microsoft.com/office/officeart/2018/2/layout/IconCircleList"/>
    <dgm:cxn modelId="{B2456ACE-8624-41DF-B5EB-7E4B13CD2277}" type="presParOf" srcId="{41ECC426-479E-4997-8CD9-482CCF327B24}" destId="{15B84193-1174-4341-8543-F1E9A8D48948}" srcOrd="1" destOrd="0" presId="urn:microsoft.com/office/officeart/2018/2/layout/IconCircleList"/>
    <dgm:cxn modelId="{1B9CE0EF-4D99-4754-BCC4-4CF466F869EB}" type="presParOf" srcId="{41ECC426-479E-4997-8CD9-482CCF327B24}" destId="{9258409F-E38C-49EA-AB92-AAD6E8E49849}" srcOrd="2" destOrd="0" presId="urn:microsoft.com/office/officeart/2018/2/layout/IconCircleList"/>
    <dgm:cxn modelId="{1967A3BC-79A9-4453-8A1E-5E98144848A2}" type="presParOf" srcId="{41ECC426-479E-4997-8CD9-482CCF327B24}" destId="{3BC24A6B-74E6-405A-A1FC-AF9D515D56A3}" srcOrd="3" destOrd="0" presId="urn:microsoft.com/office/officeart/2018/2/layout/IconCircleList"/>
    <dgm:cxn modelId="{0DFA6DAD-F87F-4794-8767-7D4B944BEA3F}" type="presParOf" srcId="{109F24EF-B785-4BDB-B55D-9034A53E3835}" destId="{74280632-9BE8-4B43-8BAF-FEF5BCE77D3B}" srcOrd="3" destOrd="0" presId="urn:microsoft.com/office/officeart/2018/2/layout/IconCircleList"/>
    <dgm:cxn modelId="{70D4B7D5-B581-4466-BC11-809F2DE96FE1}" type="presParOf" srcId="{109F24EF-B785-4BDB-B55D-9034A53E3835}" destId="{8330A768-D9B3-4763-A027-F0B55B01A414}" srcOrd="4" destOrd="0" presId="urn:microsoft.com/office/officeart/2018/2/layout/IconCircleList"/>
    <dgm:cxn modelId="{8EF739FD-88A7-46D7-858C-22EEFA052CA6}" type="presParOf" srcId="{8330A768-D9B3-4763-A027-F0B55B01A414}" destId="{66A4F1B5-9957-45EA-BB33-A39992780D98}" srcOrd="0" destOrd="0" presId="urn:microsoft.com/office/officeart/2018/2/layout/IconCircleList"/>
    <dgm:cxn modelId="{425181C4-A0C1-4E6F-9D3A-693DF69C3402}" type="presParOf" srcId="{8330A768-D9B3-4763-A027-F0B55B01A414}" destId="{05A7F4CD-B180-421C-83BB-96047684212B}" srcOrd="1" destOrd="0" presId="urn:microsoft.com/office/officeart/2018/2/layout/IconCircleList"/>
    <dgm:cxn modelId="{87190346-BE8A-4A1D-81E2-06EA00BB589C}" type="presParOf" srcId="{8330A768-D9B3-4763-A027-F0B55B01A414}" destId="{A2BFD3DF-1DDF-47FB-B631-40CF2F604D0D}" srcOrd="2" destOrd="0" presId="urn:microsoft.com/office/officeart/2018/2/layout/IconCircleList"/>
    <dgm:cxn modelId="{36C18F52-2222-4BB1-9D43-C4A019837062}" type="presParOf" srcId="{8330A768-D9B3-4763-A027-F0B55B01A414}" destId="{E3BBD984-0127-409E-BB8D-7247A1403C71}" srcOrd="3" destOrd="0" presId="urn:microsoft.com/office/officeart/2018/2/layout/IconCircleList"/>
    <dgm:cxn modelId="{E2A6CF71-A1E1-4324-9D71-E25603D3EF70}" type="presParOf" srcId="{109F24EF-B785-4BDB-B55D-9034A53E3835}" destId="{19398524-B66B-4C4D-8886-5EB1B7E44909}" srcOrd="5" destOrd="0" presId="urn:microsoft.com/office/officeart/2018/2/layout/IconCircleList"/>
    <dgm:cxn modelId="{211DD18A-2E22-4793-9222-B68F25FAA2E9}" type="presParOf" srcId="{109F24EF-B785-4BDB-B55D-9034A53E3835}" destId="{F49BBAAC-27D7-48CC-BD39-F584A35D2BFD}" srcOrd="6" destOrd="0" presId="urn:microsoft.com/office/officeart/2018/2/layout/IconCircleList"/>
    <dgm:cxn modelId="{02DC0282-5437-4AF5-87BC-0D0EA0A636F0}" type="presParOf" srcId="{F49BBAAC-27D7-48CC-BD39-F584A35D2BFD}" destId="{7D68C085-9BD0-46E4-B773-6E52037C33DD}" srcOrd="0" destOrd="0" presId="urn:microsoft.com/office/officeart/2018/2/layout/IconCircleList"/>
    <dgm:cxn modelId="{E9691672-AE15-4816-9976-528A424511C1}" type="presParOf" srcId="{F49BBAAC-27D7-48CC-BD39-F584A35D2BFD}" destId="{11DABF85-0DF8-4C8C-8301-77BE9E1A1B50}" srcOrd="1" destOrd="0" presId="urn:microsoft.com/office/officeart/2018/2/layout/IconCircleList"/>
    <dgm:cxn modelId="{6944DACB-A809-431F-A28E-B2E2A15F8A46}" type="presParOf" srcId="{F49BBAAC-27D7-48CC-BD39-F584A35D2BFD}" destId="{5DCBEF04-D0BC-446E-AF49-66AD7CE3942A}" srcOrd="2" destOrd="0" presId="urn:microsoft.com/office/officeart/2018/2/layout/IconCircleList"/>
    <dgm:cxn modelId="{78C3AB2F-3496-4AB3-97CA-992F9B77F4E7}" type="presParOf" srcId="{F49BBAAC-27D7-48CC-BD39-F584A35D2BFD}" destId="{A3975F5A-46FC-4431-A687-50D5423439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208C17E-9B3C-4E31-B40F-514A608CB51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94B8EB-90BF-441A-893F-9342609A03BA}">
      <dgm:prSet/>
      <dgm:spPr/>
      <dgm:t>
        <a:bodyPr/>
        <a:lstStyle/>
        <a:p>
          <a:r>
            <a:rPr lang="en-US"/>
            <a:t>Use to give browsers additional abilities</a:t>
          </a:r>
        </a:p>
      </dgm:t>
    </dgm:pt>
    <dgm:pt modelId="{CA9948FD-35E5-4864-AA76-888A15039291}" type="parTrans" cxnId="{081E8937-DED7-4579-AECD-CE21C4FDEFCF}">
      <dgm:prSet/>
      <dgm:spPr/>
      <dgm:t>
        <a:bodyPr/>
        <a:lstStyle/>
        <a:p>
          <a:endParaRPr lang="en-US"/>
        </a:p>
      </dgm:t>
    </dgm:pt>
    <dgm:pt modelId="{419359A4-CE25-4237-A1FB-5ABE0320E942}" type="sibTrans" cxnId="{081E8937-DED7-4579-AECD-CE21C4FDEFCF}">
      <dgm:prSet/>
      <dgm:spPr/>
      <dgm:t>
        <a:bodyPr/>
        <a:lstStyle/>
        <a:p>
          <a:endParaRPr lang="en-US"/>
        </a:p>
      </dgm:t>
    </dgm:pt>
    <dgm:pt modelId="{FCE98AB5-2034-49E1-A23C-2720679CC835}">
      <dgm:prSet/>
      <dgm:spPr/>
      <dgm:t>
        <a:bodyPr/>
        <a:lstStyle/>
        <a:p>
          <a:r>
            <a:rPr lang="en-US"/>
            <a:t>Can be used for many different reasons:</a:t>
          </a:r>
        </a:p>
      </dgm:t>
    </dgm:pt>
    <dgm:pt modelId="{22C735B5-1C7B-499A-A9F1-F322CC36F1A8}" type="parTrans" cxnId="{8DC7627F-68C6-4BA1-ABBF-8AA648C85FEE}">
      <dgm:prSet/>
      <dgm:spPr/>
      <dgm:t>
        <a:bodyPr/>
        <a:lstStyle/>
        <a:p>
          <a:endParaRPr lang="en-US"/>
        </a:p>
      </dgm:t>
    </dgm:pt>
    <dgm:pt modelId="{9FF9CDC7-D51E-4A14-B44A-03B4A66A4056}" type="sibTrans" cxnId="{8DC7627F-68C6-4BA1-ABBF-8AA648C85FEE}">
      <dgm:prSet/>
      <dgm:spPr/>
      <dgm:t>
        <a:bodyPr/>
        <a:lstStyle/>
        <a:p>
          <a:endParaRPr lang="en-US"/>
        </a:p>
      </dgm:t>
    </dgm:pt>
    <dgm:pt modelId="{7BB45B5E-904F-43D5-9D64-FD6AF5A18E65}">
      <dgm:prSet/>
      <dgm:spPr/>
      <dgm:t>
        <a:bodyPr/>
        <a:lstStyle/>
        <a:p>
          <a:r>
            <a:rPr lang="en-US"/>
            <a:t>Productivity Tools</a:t>
          </a:r>
        </a:p>
      </dgm:t>
    </dgm:pt>
    <dgm:pt modelId="{9989E33C-05C1-4EDE-A47C-B36D443AE515}" type="parTrans" cxnId="{5D0743EA-9388-46A8-BD90-249EE072D946}">
      <dgm:prSet/>
      <dgm:spPr/>
      <dgm:t>
        <a:bodyPr/>
        <a:lstStyle/>
        <a:p>
          <a:endParaRPr lang="en-US"/>
        </a:p>
      </dgm:t>
    </dgm:pt>
    <dgm:pt modelId="{DA5874B1-5636-4C6B-9DBB-E15E69E1BD01}" type="sibTrans" cxnId="{5D0743EA-9388-46A8-BD90-249EE072D946}">
      <dgm:prSet/>
      <dgm:spPr/>
      <dgm:t>
        <a:bodyPr/>
        <a:lstStyle/>
        <a:p>
          <a:endParaRPr lang="en-US"/>
        </a:p>
      </dgm:t>
    </dgm:pt>
    <dgm:pt modelId="{C6BA6E26-A17A-4A15-BE99-7413F5A5D91F}">
      <dgm:prSet/>
      <dgm:spPr/>
      <dgm:t>
        <a:bodyPr/>
        <a:lstStyle/>
        <a:p>
          <a:r>
            <a:rPr lang="en-US"/>
            <a:t>Security and Privacy Enhancements</a:t>
          </a:r>
        </a:p>
      </dgm:t>
    </dgm:pt>
    <dgm:pt modelId="{2A328AA4-39B6-486C-8F20-782EF9DA9EF5}" type="parTrans" cxnId="{984E5CFD-ED4E-4FED-9190-176873320E63}">
      <dgm:prSet/>
      <dgm:spPr/>
      <dgm:t>
        <a:bodyPr/>
        <a:lstStyle/>
        <a:p>
          <a:endParaRPr lang="en-US"/>
        </a:p>
      </dgm:t>
    </dgm:pt>
    <dgm:pt modelId="{E02919D2-5FC3-4716-A303-4D9FC86C63F8}" type="sibTrans" cxnId="{984E5CFD-ED4E-4FED-9190-176873320E63}">
      <dgm:prSet/>
      <dgm:spPr/>
      <dgm:t>
        <a:bodyPr/>
        <a:lstStyle/>
        <a:p>
          <a:endParaRPr lang="en-US"/>
        </a:p>
      </dgm:t>
    </dgm:pt>
    <dgm:pt modelId="{A521BD3C-4772-4052-9248-F83E979A5454}">
      <dgm:prSet/>
      <dgm:spPr/>
      <dgm:t>
        <a:bodyPr/>
        <a:lstStyle/>
        <a:p>
          <a:r>
            <a:rPr lang="en-US"/>
            <a:t>Customization</a:t>
          </a:r>
        </a:p>
      </dgm:t>
    </dgm:pt>
    <dgm:pt modelId="{4815B2CD-CBF2-48BC-8801-6DB249943A8E}" type="parTrans" cxnId="{DAFC3C87-B0A3-4FFE-8013-B88966C35258}">
      <dgm:prSet/>
      <dgm:spPr/>
      <dgm:t>
        <a:bodyPr/>
        <a:lstStyle/>
        <a:p>
          <a:endParaRPr lang="en-US"/>
        </a:p>
      </dgm:t>
    </dgm:pt>
    <dgm:pt modelId="{AC336480-534A-4426-8B90-9C46A713EE1B}" type="sibTrans" cxnId="{DAFC3C87-B0A3-4FFE-8013-B88966C35258}">
      <dgm:prSet/>
      <dgm:spPr/>
      <dgm:t>
        <a:bodyPr/>
        <a:lstStyle/>
        <a:p>
          <a:endParaRPr lang="en-US"/>
        </a:p>
      </dgm:t>
    </dgm:pt>
    <dgm:pt modelId="{ADA3EE2B-343A-4773-B630-6C3C4B8199A3}">
      <dgm:prSet/>
      <dgm:spPr/>
      <dgm:t>
        <a:bodyPr/>
        <a:lstStyle/>
        <a:p>
          <a:r>
            <a:rPr lang="en-US"/>
            <a:t>Shopping Assistants</a:t>
          </a:r>
        </a:p>
      </dgm:t>
    </dgm:pt>
    <dgm:pt modelId="{CC9173EE-D3C0-4FBA-AD40-658B3E00DD4C}" type="parTrans" cxnId="{AF8C120C-15B2-4981-AC19-84B16FD899A7}">
      <dgm:prSet/>
      <dgm:spPr/>
      <dgm:t>
        <a:bodyPr/>
        <a:lstStyle/>
        <a:p>
          <a:endParaRPr lang="en-US"/>
        </a:p>
      </dgm:t>
    </dgm:pt>
    <dgm:pt modelId="{B8EF98B5-F856-4155-842E-8B651C94444D}" type="sibTrans" cxnId="{AF8C120C-15B2-4981-AC19-84B16FD899A7}">
      <dgm:prSet/>
      <dgm:spPr/>
      <dgm:t>
        <a:bodyPr/>
        <a:lstStyle/>
        <a:p>
          <a:endParaRPr lang="en-US"/>
        </a:p>
      </dgm:t>
    </dgm:pt>
    <dgm:pt modelId="{BE9148D0-4F80-4F80-9C42-F60C351BF113}">
      <dgm:prSet/>
      <dgm:spPr/>
      <dgm:t>
        <a:bodyPr/>
        <a:lstStyle/>
        <a:p>
          <a:r>
            <a:rPr lang="en-US"/>
            <a:t>Accessibility Tools</a:t>
          </a:r>
        </a:p>
      </dgm:t>
    </dgm:pt>
    <dgm:pt modelId="{201D259D-A6CF-426D-8478-A5EB07AFD086}" type="parTrans" cxnId="{7DA37D8B-9A4F-473A-869B-665266216B92}">
      <dgm:prSet/>
      <dgm:spPr/>
      <dgm:t>
        <a:bodyPr/>
        <a:lstStyle/>
        <a:p>
          <a:endParaRPr lang="en-US"/>
        </a:p>
      </dgm:t>
    </dgm:pt>
    <dgm:pt modelId="{26B7CD24-D1B9-472A-A7C1-BC6F6FB5D269}" type="sibTrans" cxnId="{7DA37D8B-9A4F-473A-869B-665266216B92}">
      <dgm:prSet/>
      <dgm:spPr/>
      <dgm:t>
        <a:bodyPr/>
        <a:lstStyle/>
        <a:p>
          <a:endParaRPr lang="en-US"/>
        </a:p>
      </dgm:t>
    </dgm:pt>
    <dgm:pt modelId="{B8883076-092E-4AD3-82F2-E12CDC5E541B}">
      <dgm:prSet/>
      <dgm:spPr/>
      <dgm:t>
        <a:bodyPr/>
        <a:lstStyle/>
        <a:p>
          <a:r>
            <a:rPr lang="en-US"/>
            <a:t>Developer TOols</a:t>
          </a:r>
        </a:p>
      </dgm:t>
    </dgm:pt>
    <dgm:pt modelId="{DBF2D4CD-E0C8-465F-BF93-0105F48C2055}" type="parTrans" cxnId="{F42F8942-113D-43B9-9A6F-A5A39CF9BC8E}">
      <dgm:prSet/>
      <dgm:spPr/>
      <dgm:t>
        <a:bodyPr/>
        <a:lstStyle/>
        <a:p>
          <a:endParaRPr lang="en-US"/>
        </a:p>
      </dgm:t>
    </dgm:pt>
    <dgm:pt modelId="{8974262D-23DF-4A26-AD23-1E47D5C1D90E}" type="sibTrans" cxnId="{F42F8942-113D-43B9-9A6F-A5A39CF9BC8E}">
      <dgm:prSet/>
      <dgm:spPr/>
      <dgm:t>
        <a:bodyPr/>
        <a:lstStyle/>
        <a:p>
          <a:endParaRPr lang="en-US"/>
        </a:p>
      </dgm:t>
    </dgm:pt>
    <dgm:pt modelId="{19B9AB1C-1C78-4DDD-A578-BBA96B0E016B}" type="pres">
      <dgm:prSet presAssocID="{3208C17E-9B3C-4E31-B40F-514A608CB515}" presName="linear" presStyleCnt="0">
        <dgm:presLayoutVars>
          <dgm:animLvl val="lvl"/>
          <dgm:resizeHandles val="exact"/>
        </dgm:presLayoutVars>
      </dgm:prSet>
      <dgm:spPr/>
    </dgm:pt>
    <dgm:pt modelId="{6B2CE178-4914-4D91-B832-9D922BC7CAB1}" type="pres">
      <dgm:prSet presAssocID="{9D94B8EB-90BF-441A-893F-9342609A03B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CCBFF6B-268F-47E5-823E-CC4308AE1FBA}" type="pres">
      <dgm:prSet presAssocID="{419359A4-CE25-4237-A1FB-5ABE0320E942}" presName="spacer" presStyleCnt="0"/>
      <dgm:spPr/>
    </dgm:pt>
    <dgm:pt modelId="{FF6A1CC3-3D40-43E3-B7B9-CB524D031EE4}" type="pres">
      <dgm:prSet presAssocID="{FCE98AB5-2034-49E1-A23C-2720679CC83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D4E5FAE-E908-47A4-A6BE-E284C19D8460}" type="pres">
      <dgm:prSet presAssocID="{FCE98AB5-2034-49E1-A23C-2720679CC83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F1EE002-4AA2-4D3D-B6CB-AD79CECC2B7A}" type="presOf" srcId="{C6BA6E26-A17A-4A15-BE99-7413F5A5D91F}" destId="{6D4E5FAE-E908-47A4-A6BE-E284C19D8460}" srcOrd="0" destOrd="1" presId="urn:microsoft.com/office/officeart/2005/8/layout/vList2"/>
    <dgm:cxn modelId="{AF8C120C-15B2-4981-AC19-84B16FD899A7}" srcId="{FCE98AB5-2034-49E1-A23C-2720679CC835}" destId="{ADA3EE2B-343A-4773-B630-6C3C4B8199A3}" srcOrd="3" destOrd="0" parTransId="{CC9173EE-D3C0-4FBA-AD40-658B3E00DD4C}" sibTransId="{B8EF98B5-F856-4155-842E-8B651C94444D}"/>
    <dgm:cxn modelId="{87777915-76DC-475D-9B08-0C64FEE0308C}" type="presOf" srcId="{BE9148D0-4F80-4F80-9C42-F60C351BF113}" destId="{6D4E5FAE-E908-47A4-A6BE-E284C19D8460}" srcOrd="0" destOrd="4" presId="urn:microsoft.com/office/officeart/2005/8/layout/vList2"/>
    <dgm:cxn modelId="{9DECDE29-151F-4C01-951D-4BA4D4EB150C}" type="presOf" srcId="{B8883076-092E-4AD3-82F2-E12CDC5E541B}" destId="{6D4E5FAE-E908-47A4-A6BE-E284C19D8460}" srcOrd="0" destOrd="5" presId="urn:microsoft.com/office/officeart/2005/8/layout/vList2"/>
    <dgm:cxn modelId="{31EA4533-E0C0-4412-894D-B7CE7B8F66C7}" type="presOf" srcId="{3208C17E-9B3C-4E31-B40F-514A608CB515}" destId="{19B9AB1C-1C78-4DDD-A578-BBA96B0E016B}" srcOrd="0" destOrd="0" presId="urn:microsoft.com/office/officeart/2005/8/layout/vList2"/>
    <dgm:cxn modelId="{081E8937-DED7-4579-AECD-CE21C4FDEFCF}" srcId="{3208C17E-9B3C-4E31-B40F-514A608CB515}" destId="{9D94B8EB-90BF-441A-893F-9342609A03BA}" srcOrd="0" destOrd="0" parTransId="{CA9948FD-35E5-4864-AA76-888A15039291}" sibTransId="{419359A4-CE25-4237-A1FB-5ABE0320E942}"/>
    <dgm:cxn modelId="{F42F8942-113D-43B9-9A6F-A5A39CF9BC8E}" srcId="{FCE98AB5-2034-49E1-A23C-2720679CC835}" destId="{B8883076-092E-4AD3-82F2-E12CDC5E541B}" srcOrd="5" destOrd="0" parTransId="{DBF2D4CD-E0C8-465F-BF93-0105F48C2055}" sibTransId="{8974262D-23DF-4A26-AD23-1E47D5C1D90E}"/>
    <dgm:cxn modelId="{8EF38D71-565E-4FE8-B5D5-16EA4C56215D}" type="presOf" srcId="{ADA3EE2B-343A-4773-B630-6C3C4B8199A3}" destId="{6D4E5FAE-E908-47A4-A6BE-E284C19D8460}" srcOrd="0" destOrd="3" presId="urn:microsoft.com/office/officeart/2005/8/layout/vList2"/>
    <dgm:cxn modelId="{8DC7627F-68C6-4BA1-ABBF-8AA648C85FEE}" srcId="{3208C17E-9B3C-4E31-B40F-514A608CB515}" destId="{FCE98AB5-2034-49E1-A23C-2720679CC835}" srcOrd="1" destOrd="0" parTransId="{22C735B5-1C7B-499A-A9F1-F322CC36F1A8}" sibTransId="{9FF9CDC7-D51E-4A14-B44A-03B4A66A4056}"/>
    <dgm:cxn modelId="{64201487-97B7-411F-A4A1-61B359EB9F3F}" type="presOf" srcId="{A521BD3C-4772-4052-9248-F83E979A5454}" destId="{6D4E5FAE-E908-47A4-A6BE-E284C19D8460}" srcOrd="0" destOrd="2" presId="urn:microsoft.com/office/officeart/2005/8/layout/vList2"/>
    <dgm:cxn modelId="{DAFC3C87-B0A3-4FFE-8013-B88966C35258}" srcId="{FCE98AB5-2034-49E1-A23C-2720679CC835}" destId="{A521BD3C-4772-4052-9248-F83E979A5454}" srcOrd="2" destOrd="0" parTransId="{4815B2CD-CBF2-48BC-8801-6DB249943A8E}" sibTransId="{AC336480-534A-4426-8B90-9C46A713EE1B}"/>
    <dgm:cxn modelId="{7DA37D8B-9A4F-473A-869B-665266216B92}" srcId="{FCE98AB5-2034-49E1-A23C-2720679CC835}" destId="{BE9148D0-4F80-4F80-9C42-F60C351BF113}" srcOrd="4" destOrd="0" parTransId="{201D259D-A6CF-426D-8478-A5EB07AFD086}" sibTransId="{26B7CD24-D1B9-472A-A7C1-BC6F6FB5D269}"/>
    <dgm:cxn modelId="{AA229FC3-36C1-48E9-A2A3-1752040C4FBB}" type="presOf" srcId="{FCE98AB5-2034-49E1-A23C-2720679CC835}" destId="{FF6A1CC3-3D40-43E3-B7B9-CB524D031EE4}" srcOrd="0" destOrd="0" presId="urn:microsoft.com/office/officeart/2005/8/layout/vList2"/>
    <dgm:cxn modelId="{402BC9C6-2760-43D7-8C1C-0CD674CAAF2E}" type="presOf" srcId="{7BB45B5E-904F-43D5-9D64-FD6AF5A18E65}" destId="{6D4E5FAE-E908-47A4-A6BE-E284C19D8460}" srcOrd="0" destOrd="0" presId="urn:microsoft.com/office/officeart/2005/8/layout/vList2"/>
    <dgm:cxn modelId="{5D0743EA-9388-46A8-BD90-249EE072D946}" srcId="{FCE98AB5-2034-49E1-A23C-2720679CC835}" destId="{7BB45B5E-904F-43D5-9D64-FD6AF5A18E65}" srcOrd="0" destOrd="0" parTransId="{9989E33C-05C1-4EDE-A47C-B36D443AE515}" sibTransId="{DA5874B1-5636-4C6B-9DBB-E15E69E1BD01}"/>
    <dgm:cxn modelId="{80C368F1-22CC-49FF-9BD4-C03A9F8DDEF4}" type="presOf" srcId="{9D94B8EB-90BF-441A-893F-9342609A03BA}" destId="{6B2CE178-4914-4D91-B832-9D922BC7CAB1}" srcOrd="0" destOrd="0" presId="urn:microsoft.com/office/officeart/2005/8/layout/vList2"/>
    <dgm:cxn modelId="{984E5CFD-ED4E-4FED-9190-176873320E63}" srcId="{FCE98AB5-2034-49E1-A23C-2720679CC835}" destId="{C6BA6E26-A17A-4A15-BE99-7413F5A5D91F}" srcOrd="1" destOrd="0" parTransId="{2A328AA4-39B6-486C-8F20-782EF9DA9EF5}" sibTransId="{E02919D2-5FC3-4716-A303-4D9FC86C63F8}"/>
    <dgm:cxn modelId="{F4EF8520-FC21-4DB4-8E70-FBB22BC3839C}" type="presParOf" srcId="{19B9AB1C-1C78-4DDD-A578-BBA96B0E016B}" destId="{6B2CE178-4914-4D91-B832-9D922BC7CAB1}" srcOrd="0" destOrd="0" presId="urn:microsoft.com/office/officeart/2005/8/layout/vList2"/>
    <dgm:cxn modelId="{0F067400-B4F0-4B86-B60E-F727449EFFA4}" type="presParOf" srcId="{19B9AB1C-1C78-4DDD-A578-BBA96B0E016B}" destId="{4CCBFF6B-268F-47E5-823E-CC4308AE1FBA}" srcOrd="1" destOrd="0" presId="urn:microsoft.com/office/officeart/2005/8/layout/vList2"/>
    <dgm:cxn modelId="{81F37C56-C477-4261-B69B-BFD8DE452315}" type="presParOf" srcId="{19B9AB1C-1C78-4DDD-A578-BBA96B0E016B}" destId="{FF6A1CC3-3D40-43E3-B7B9-CB524D031EE4}" srcOrd="2" destOrd="0" presId="urn:microsoft.com/office/officeart/2005/8/layout/vList2"/>
    <dgm:cxn modelId="{C1B0F26D-C862-48F0-8157-5B6E06324F52}" type="presParOf" srcId="{19B9AB1C-1C78-4DDD-A578-BBA96B0E016B}" destId="{6D4E5FAE-E908-47A4-A6BE-E284C19D846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73C38A4-8827-4B88-BF2A-89B85FC0274F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377BF74-3530-4F05-A2BF-4E2CE0C220AB}">
      <dgm:prSet/>
      <dgm:spPr/>
      <dgm:t>
        <a:bodyPr/>
        <a:lstStyle/>
        <a:p>
          <a:r>
            <a:rPr lang="en-US"/>
            <a:t>Add only what you need</a:t>
          </a:r>
        </a:p>
      </dgm:t>
    </dgm:pt>
    <dgm:pt modelId="{54537A74-06EC-4503-99E2-782A7948FD30}" type="parTrans" cxnId="{F2F46E0D-49F9-4593-8337-9B8F261FBE93}">
      <dgm:prSet/>
      <dgm:spPr/>
      <dgm:t>
        <a:bodyPr/>
        <a:lstStyle/>
        <a:p>
          <a:endParaRPr lang="en-US"/>
        </a:p>
      </dgm:t>
    </dgm:pt>
    <dgm:pt modelId="{DB3B1D5A-6A8F-4406-84A4-D99C59513EF6}" type="sibTrans" cxnId="{F2F46E0D-49F9-4593-8337-9B8F261FBE93}">
      <dgm:prSet/>
      <dgm:spPr/>
      <dgm:t>
        <a:bodyPr/>
        <a:lstStyle/>
        <a:p>
          <a:endParaRPr lang="en-US"/>
        </a:p>
      </dgm:t>
    </dgm:pt>
    <dgm:pt modelId="{C3C2DD54-A736-4289-B123-9FCCD9618367}">
      <dgm:prSet/>
      <dgm:spPr/>
      <dgm:t>
        <a:bodyPr/>
        <a:lstStyle/>
        <a:p>
          <a:r>
            <a:rPr lang="en-US"/>
            <a:t>Remove any unused extensions</a:t>
          </a:r>
        </a:p>
      </dgm:t>
    </dgm:pt>
    <dgm:pt modelId="{741FB956-2F18-464C-9C2B-E3B3E49405C5}" type="parTrans" cxnId="{F8D80676-C717-48C4-9AF5-C42AF9154363}">
      <dgm:prSet/>
      <dgm:spPr/>
      <dgm:t>
        <a:bodyPr/>
        <a:lstStyle/>
        <a:p>
          <a:endParaRPr lang="en-US"/>
        </a:p>
      </dgm:t>
    </dgm:pt>
    <dgm:pt modelId="{AFED5EDE-EF59-4FF6-AA30-7C0F3B3400EB}" type="sibTrans" cxnId="{F8D80676-C717-48C4-9AF5-C42AF9154363}">
      <dgm:prSet/>
      <dgm:spPr/>
      <dgm:t>
        <a:bodyPr/>
        <a:lstStyle/>
        <a:p>
          <a:endParaRPr lang="en-US"/>
        </a:p>
      </dgm:t>
    </dgm:pt>
    <dgm:pt modelId="{32D85781-FB4F-4099-8D6D-EEE8ADD1B899}">
      <dgm:prSet/>
      <dgm:spPr/>
      <dgm:t>
        <a:bodyPr/>
        <a:lstStyle/>
        <a:p>
          <a:r>
            <a:rPr lang="en-US"/>
            <a:t>You can also enable/disable extensions without uninstalling</a:t>
          </a:r>
        </a:p>
      </dgm:t>
    </dgm:pt>
    <dgm:pt modelId="{5420639B-80FC-424D-887E-C49E48C0DA71}" type="parTrans" cxnId="{D1198850-6749-49CD-9FA9-BFFEF525FE31}">
      <dgm:prSet/>
      <dgm:spPr/>
      <dgm:t>
        <a:bodyPr/>
        <a:lstStyle/>
        <a:p>
          <a:endParaRPr lang="en-US"/>
        </a:p>
      </dgm:t>
    </dgm:pt>
    <dgm:pt modelId="{8D6E099B-07FE-48FE-A481-20733267CCDB}" type="sibTrans" cxnId="{D1198850-6749-49CD-9FA9-BFFEF525FE31}">
      <dgm:prSet/>
      <dgm:spPr/>
      <dgm:t>
        <a:bodyPr/>
        <a:lstStyle/>
        <a:p>
          <a:endParaRPr lang="en-US"/>
        </a:p>
      </dgm:t>
    </dgm:pt>
    <dgm:pt modelId="{2C0B4E83-BD73-4562-B6C3-05A3B125CD2D}" type="pres">
      <dgm:prSet presAssocID="{373C38A4-8827-4B88-BF2A-89B85FC0274F}" presName="diagram" presStyleCnt="0">
        <dgm:presLayoutVars>
          <dgm:dir/>
          <dgm:resizeHandles val="exact"/>
        </dgm:presLayoutVars>
      </dgm:prSet>
      <dgm:spPr/>
    </dgm:pt>
    <dgm:pt modelId="{C66A8468-5883-4254-BD76-3F95DD943285}" type="pres">
      <dgm:prSet presAssocID="{F377BF74-3530-4F05-A2BF-4E2CE0C220AB}" presName="node" presStyleLbl="node1" presStyleIdx="0" presStyleCnt="3">
        <dgm:presLayoutVars>
          <dgm:bulletEnabled val="1"/>
        </dgm:presLayoutVars>
      </dgm:prSet>
      <dgm:spPr/>
    </dgm:pt>
    <dgm:pt modelId="{D7504087-2D23-4C2B-98BF-3BBE9A06A971}" type="pres">
      <dgm:prSet presAssocID="{DB3B1D5A-6A8F-4406-84A4-D99C59513EF6}" presName="sibTrans" presStyleLbl="sibTrans2D1" presStyleIdx="0" presStyleCnt="2"/>
      <dgm:spPr/>
    </dgm:pt>
    <dgm:pt modelId="{840C1D49-0030-4810-923B-DE08EBCF4D63}" type="pres">
      <dgm:prSet presAssocID="{DB3B1D5A-6A8F-4406-84A4-D99C59513EF6}" presName="connectorText" presStyleLbl="sibTrans2D1" presStyleIdx="0" presStyleCnt="2"/>
      <dgm:spPr/>
    </dgm:pt>
    <dgm:pt modelId="{382DEECA-C8E9-4207-88EC-FCA880E94AFC}" type="pres">
      <dgm:prSet presAssocID="{C3C2DD54-A736-4289-B123-9FCCD9618367}" presName="node" presStyleLbl="node1" presStyleIdx="1" presStyleCnt="3">
        <dgm:presLayoutVars>
          <dgm:bulletEnabled val="1"/>
        </dgm:presLayoutVars>
      </dgm:prSet>
      <dgm:spPr/>
    </dgm:pt>
    <dgm:pt modelId="{5F425E3C-09DB-42EE-8EE9-6B544489C948}" type="pres">
      <dgm:prSet presAssocID="{AFED5EDE-EF59-4FF6-AA30-7C0F3B3400EB}" presName="sibTrans" presStyleLbl="sibTrans2D1" presStyleIdx="1" presStyleCnt="2"/>
      <dgm:spPr/>
    </dgm:pt>
    <dgm:pt modelId="{BC56D5FA-C0C6-45AB-9DDA-17C2AA570877}" type="pres">
      <dgm:prSet presAssocID="{AFED5EDE-EF59-4FF6-AA30-7C0F3B3400EB}" presName="connectorText" presStyleLbl="sibTrans2D1" presStyleIdx="1" presStyleCnt="2"/>
      <dgm:spPr/>
    </dgm:pt>
    <dgm:pt modelId="{7E815F88-310B-408C-9E2E-2E552E8ABBFB}" type="pres">
      <dgm:prSet presAssocID="{32D85781-FB4F-4099-8D6D-EEE8ADD1B899}" presName="node" presStyleLbl="node1" presStyleIdx="2" presStyleCnt="3">
        <dgm:presLayoutVars>
          <dgm:bulletEnabled val="1"/>
        </dgm:presLayoutVars>
      </dgm:prSet>
      <dgm:spPr/>
    </dgm:pt>
  </dgm:ptLst>
  <dgm:cxnLst>
    <dgm:cxn modelId="{F2F46E0D-49F9-4593-8337-9B8F261FBE93}" srcId="{373C38A4-8827-4B88-BF2A-89B85FC0274F}" destId="{F377BF74-3530-4F05-A2BF-4E2CE0C220AB}" srcOrd="0" destOrd="0" parTransId="{54537A74-06EC-4503-99E2-782A7948FD30}" sibTransId="{DB3B1D5A-6A8F-4406-84A4-D99C59513EF6}"/>
    <dgm:cxn modelId="{C8282C0F-D3CF-4D68-B683-C01EF8DB88B3}" type="presOf" srcId="{32D85781-FB4F-4099-8D6D-EEE8ADD1B899}" destId="{7E815F88-310B-408C-9E2E-2E552E8ABBFB}" srcOrd="0" destOrd="0" presId="urn:microsoft.com/office/officeart/2005/8/layout/process5"/>
    <dgm:cxn modelId="{2F64BC16-4EB9-4DA0-8C7A-4F0D5E7721C3}" type="presOf" srcId="{AFED5EDE-EF59-4FF6-AA30-7C0F3B3400EB}" destId="{BC56D5FA-C0C6-45AB-9DDA-17C2AA570877}" srcOrd="1" destOrd="0" presId="urn:microsoft.com/office/officeart/2005/8/layout/process5"/>
    <dgm:cxn modelId="{8F0E761E-2543-4987-9D6C-3CEC47867DF0}" type="presOf" srcId="{DB3B1D5A-6A8F-4406-84A4-D99C59513EF6}" destId="{840C1D49-0030-4810-923B-DE08EBCF4D63}" srcOrd="1" destOrd="0" presId="urn:microsoft.com/office/officeart/2005/8/layout/process5"/>
    <dgm:cxn modelId="{4DDD2037-1615-404E-95EE-2840CECF9329}" type="presOf" srcId="{C3C2DD54-A736-4289-B123-9FCCD9618367}" destId="{382DEECA-C8E9-4207-88EC-FCA880E94AFC}" srcOrd="0" destOrd="0" presId="urn:microsoft.com/office/officeart/2005/8/layout/process5"/>
    <dgm:cxn modelId="{D1198850-6749-49CD-9FA9-BFFEF525FE31}" srcId="{373C38A4-8827-4B88-BF2A-89B85FC0274F}" destId="{32D85781-FB4F-4099-8D6D-EEE8ADD1B899}" srcOrd="2" destOrd="0" parTransId="{5420639B-80FC-424D-887E-C49E48C0DA71}" sibTransId="{8D6E099B-07FE-48FE-A481-20733267CCDB}"/>
    <dgm:cxn modelId="{F8D80676-C717-48C4-9AF5-C42AF9154363}" srcId="{373C38A4-8827-4B88-BF2A-89B85FC0274F}" destId="{C3C2DD54-A736-4289-B123-9FCCD9618367}" srcOrd="1" destOrd="0" parTransId="{741FB956-2F18-464C-9C2B-E3B3E49405C5}" sibTransId="{AFED5EDE-EF59-4FF6-AA30-7C0F3B3400EB}"/>
    <dgm:cxn modelId="{5CCE9293-92D1-42EF-A94E-B58F8BBF805F}" type="presOf" srcId="{373C38A4-8827-4B88-BF2A-89B85FC0274F}" destId="{2C0B4E83-BD73-4562-B6C3-05A3B125CD2D}" srcOrd="0" destOrd="0" presId="urn:microsoft.com/office/officeart/2005/8/layout/process5"/>
    <dgm:cxn modelId="{39B30895-D2BF-4AA5-807D-12163B3203BF}" type="presOf" srcId="{AFED5EDE-EF59-4FF6-AA30-7C0F3B3400EB}" destId="{5F425E3C-09DB-42EE-8EE9-6B544489C948}" srcOrd="0" destOrd="0" presId="urn:microsoft.com/office/officeart/2005/8/layout/process5"/>
    <dgm:cxn modelId="{04B2F3B4-DEE8-42EA-9D6D-31CFFD42B186}" type="presOf" srcId="{DB3B1D5A-6A8F-4406-84A4-D99C59513EF6}" destId="{D7504087-2D23-4C2B-98BF-3BBE9A06A971}" srcOrd="0" destOrd="0" presId="urn:microsoft.com/office/officeart/2005/8/layout/process5"/>
    <dgm:cxn modelId="{18929DC9-6206-49A4-ADBA-689CA187871A}" type="presOf" srcId="{F377BF74-3530-4F05-A2BF-4E2CE0C220AB}" destId="{C66A8468-5883-4254-BD76-3F95DD943285}" srcOrd="0" destOrd="0" presId="urn:microsoft.com/office/officeart/2005/8/layout/process5"/>
    <dgm:cxn modelId="{2D2EFE14-DEF1-4CAF-8609-DC936F2E6EF9}" type="presParOf" srcId="{2C0B4E83-BD73-4562-B6C3-05A3B125CD2D}" destId="{C66A8468-5883-4254-BD76-3F95DD943285}" srcOrd="0" destOrd="0" presId="urn:microsoft.com/office/officeart/2005/8/layout/process5"/>
    <dgm:cxn modelId="{265E1742-0366-4F39-B382-F4AE3500B0DF}" type="presParOf" srcId="{2C0B4E83-BD73-4562-B6C3-05A3B125CD2D}" destId="{D7504087-2D23-4C2B-98BF-3BBE9A06A971}" srcOrd="1" destOrd="0" presId="urn:microsoft.com/office/officeart/2005/8/layout/process5"/>
    <dgm:cxn modelId="{382FA291-D326-4415-AFC4-566DFB6405BE}" type="presParOf" srcId="{D7504087-2D23-4C2B-98BF-3BBE9A06A971}" destId="{840C1D49-0030-4810-923B-DE08EBCF4D63}" srcOrd="0" destOrd="0" presId="urn:microsoft.com/office/officeart/2005/8/layout/process5"/>
    <dgm:cxn modelId="{1FF41177-DF3C-46B7-A6EB-B36D17584B74}" type="presParOf" srcId="{2C0B4E83-BD73-4562-B6C3-05A3B125CD2D}" destId="{382DEECA-C8E9-4207-88EC-FCA880E94AFC}" srcOrd="2" destOrd="0" presId="urn:microsoft.com/office/officeart/2005/8/layout/process5"/>
    <dgm:cxn modelId="{2D715188-1ECF-4F27-9F48-D7CE8E5B35B1}" type="presParOf" srcId="{2C0B4E83-BD73-4562-B6C3-05A3B125CD2D}" destId="{5F425E3C-09DB-42EE-8EE9-6B544489C948}" srcOrd="3" destOrd="0" presId="urn:microsoft.com/office/officeart/2005/8/layout/process5"/>
    <dgm:cxn modelId="{26E87181-324F-4787-84D7-974CFB16F18D}" type="presParOf" srcId="{5F425E3C-09DB-42EE-8EE9-6B544489C948}" destId="{BC56D5FA-C0C6-45AB-9DDA-17C2AA570877}" srcOrd="0" destOrd="0" presId="urn:microsoft.com/office/officeart/2005/8/layout/process5"/>
    <dgm:cxn modelId="{36D80E0C-4557-4DEA-9DB9-0AC7E599AD64}" type="presParOf" srcId="{2C0B4E83-BD73-4562-B6C3-05A3B125CD2D}" destId="{7E815F88-310B-408C-9E2E-2E552E8ABBFB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4924A3D-EA21-43A0-A887-E6097E97275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74EEBB0-8D26-4C84-B6C8-3CE855E437F3}">
      <dgm:prSet/>
      <dgm:spPr/>
      <dgm:t>
        <a:bodyPr/>
        <a:lstStyle/>
        <a:p>
          <a:r>
            <a:rPr lang="en-US"/>
            <a:t>Why Use it?</a:t>
          </a:r>
        </a:p>
      </dgm:t>
    </dgm:pt>
    <dgm:pt modelId="{7E39F988-9000-4AFA-AB00-12ED2C3BD848}" type="parTrans" cxnId="{7A86A5F7-7FCD-4784-80EE-72950798EB09}">
      <dgm:prSet/>
      <dgm:spPr/>
      <dgm:t>
        <a:bodyPr/>
        <a:lstStyle/>
        <a:p>
          <a:endParaRPr lang="en-US"/>
        </a:p>
      </dgm:t>
    </dgm:pt>
    <dgm:pt modelId="{6E2B51CB-E3CB-4963-8923-F257F982FB11}" type="sibTrans" cxnId="{7A86A5F7-7FCD-4784-80EE-72950798EB09}">
      <dgm:prSet/>
      <dgm:spPr/>
      <dgm:t>
        <a:bodyPr/>
        <a:lstStyle/>
        <a:p>
          <a:endParaRPr lang="en-US"/>
        </a:p>
      </dgm:t>
    </dgm:pt>
    <dgm:pt modelId="{DE4CBB60-8F9D-4B1B-AB8F-BE56F601BF90}">
      <dgm:prSet/>
      <dgm:spPr/>
      <dgm:t>
        <a:bodyPr/>
        <a:lstStyle/>
        <a:p>
          <a:r>
            <a:rPr lang="en-US"/>
            <a:t>Browser History isn’t saved</a:t>
          </a:r>
        </a:p>
      </dgm:t>
    </dgm:pt>
    <dgm:pt modelId="{744420BF-C5FC-4D59-9E07-0C69BCAD327C}" type="parTrans" cxnId="{82FACE78-3505-4086-AB55-84F3142641AD}">
      <dgm:prSet/>
      <dgm:spPr/>
      <dgm:t>
        <a:bodyPr/>
        <a:lstStyle/>
        <a:p>
          <a:endParaRPr lang="en-US"/>
        </a:p>
      </dgm:t>
    </dgm:pt>
    <dgm:pt modelId="{799F1F51-0611-49C7-AAD6-5B5D7CF255A7}" type="sibTrans" cxnId="{82FACE78-3505-4086-AB55-84F3142641AD}">
      <dgm:prSet/>
      <dgm:spPr/>
      <dgm:t>
        <a:bodyPr/>
        <a:lstStyle/>
        <a:p>
          <a:endParaRPr lang="en-US"/>
        </a:p>
      </dgm:t>
    </dgm:pt>
    <dgm:pt modelId="{0D8AB4EF-3C87-46FC-897B-11C89E97BDDB}">
      <dgm:prSet/>
      <dgm:spPr/>
      <dgm:t>
        <a:bodyPr/>
        <a:lstStyle/>
        <a:p>
          <a:r>
            <a:rPr lang="en-US"/>
            <a:t>Cookies and Site data isn’t saved on PC</a:t>
          </a:r>
        </a:p>
      </dgm:t>
    </dgm:pt>
    <dgm:pt modelId="{E77E12C9-8BFF-4018-B6D6-6210CD68669B}" type="parTrans" cxnId="{CE85B886-AD55-4BB0-856E-C521D530A752}">
      <dgm:prSet/>
      <dgm:spPr/>
      <dgm:t>
        <a:bodyPr/>
        <a:lstStyle/>
        <a:p>
          <a:endParaRPr lang="en-US"/>
        </a:p>
      </dgm:t>
    </dgm:pt>
    <dgm:pt modelId="{A48F3C8E-7D23-4D0B-99AD-C092E95DC9B8}" type="sibTrans" cxnId="{CE85B886-AD55-4BB0-856E-C521D530A752}">
      <dgm:prSet/>
      <dgm:spPr/>
      <dgm:t>
        <a:bodyPr/>
        <a:lstStyle/>
        <a:p>
          <a:endParaRPr lang="en-US"/>
        </a:p>
      </dgm:t>
    </dgm:pt>
    <dgm:pt modelId="{6F322B2B-DBAF-4DF4-A280-49702166C6C6}">
      <dgm:prSet/>
      <dgm:spPr/>
      <dgm:t>
        <a:bodyPr/>
        <a:lstStyle/>
        <a:p>
          <a:r>
            <a:rPr lang="en-US"/>
            <a:t>Great for Public use computers</a:t>
          </a:r>
        </a:p>
      </dgm:t>
    </dgm:pt>
    <dgm:pt modelId="{C5EE88D3-30D8-4981-96D0-78E157892530}" type="parTrans" cxnId="{82FC8763-FCDA-4E2C-AC1C-186EC7CF2C93}">
      <dgm:prSet/>
      <dgm:spPr/>
      <dgm:t>
        <a:bodyPr/>
        <a:lstStyle/>
        <a:p>
          <a:endParaRPr lang="en-US"/>
        </a:p>
      </dgm:t>
    </dgm:pt>
    <dgm:pt modelId="{7289B21A-089F-4D0F-A61E-6FD16D00405E}" type="sibTrans" cxnId="{82FC8763-FCDA-4E2C-AC1C-186EC7CF2C93}">
      <dgm:prSet/>
      <dgm:spPr/>
      <dgm:t>
        <a:bodyPr/>
        <a:lstStyle/>
        <a:p>
          <a:endParaRPr lang="en-US"/>
        </a:p>
      </dgm:t>
    </dgm:pt>
    <dgm:pt modelId="{96CDA3F8-90F5-4174-9F7F-864DF843CE5A}">
      <dgm:prSet/>
      <dgm:spPr/>
      <dgm:t>
        <a:bodyPr/>
        <a:lstStyle/>
        <a:p>
          <a:r>
            <a:rPr lang="en-US"/>
            <a:t>Clears all files on exit</a:t>
          </a:r>
        </a:p>
      </dgm:t>
    </dgm:pt>
    <dgm:pt modelId="{F4E54EF2-9BA6-4E85-856B-20798A5ACD89}" type="parTrans" cxnId="{B62BED6A-01AE-4E23-856A-A92FD1066C91}">
      <dgm:prSet/>
      <dgm:spPr/>
      <dgm:t>
        <a:bodyPr/>
        <a:lstStyle/>
        <a:p>
          <a:endParaRPr lang="en-US"/>
        </a:p>
      </dgm:t>
    </dgm:pt>
    <dgm:pt modelId="{80A84514-4F6D-4882-9312-F8DEEE7C2D31}" type="sibTrans" cxnId="{B62BED6A-01AE-4E23-856A-A92FD1066C91}">
      <dgm:prSet/>
      <dgm:spPr/>
      <dgm:t>
        <a:bodyPr/>
        <a:lstStyle/>
        <a:p>
          <a:endParaRPr lang="en-US"/>
        </a:p>
      </dgm:t>
    </dgm:pt>
    <dgm:pt modelId="{A12681F2-8611-476F-BA2E-46F0FD78FE75}">
      <dgm:prSet/>
      <dgm:spPr/>
      <dgm:t>
        <a:bodyPr/>
        <a:lstStyle/>
        <a:p>
          <a:r>
            <a:rPr lang="en-US"/>
            <a:t>DOESN’T HIDE YOU ONLINE!</a:t>
          </a:r>
        </a:p>
      </dgm:t>
    </dgm:pt>
    <dgm:pt modelId="{05E38C56-AEA7-412A-8F3F-BDC64775EFBD}" type="parTrans" cxnId="{EB22A393-4180-44BD-96D3-DB78A2430197}">
      <dgm:prSet/>
      <dgm:spPr/>
      <dgm:t>
        <a:bodyPr/>
        <a:lstStyle/>
        <a:p>
          <a:endParaRPr lang="en-US"/>
        </a:p>
      </dgm:t>
    </dgm:pt>
    <dgm:pt modelId="{FC24C068-970F-4C53-B7F3-A95C067BFB5C}" type="sibTrans" cxnId="{EB22A393-4180-44BD-96D3-DB78A2430197}">
      <dgm:prSet/>
      <dgm:spPr/>
      <dgm:t>
        <a:bodyPr/>
        <a:lstStyle/>
        <a:p>
          <a:endParaRPr lang="en-US"/>
        </a:p>
      </dgm:t>
    </dgm:pt>
    <dgm:pt modelId="{2CB28019-2857-4218-9D15-9B427CE5E41B}" type="pres">
      <dgm:prSet presAssocID="{04924A3D-EA21-43A0-A887-E6097E97275B}" presName="diagram" presStyleCnt="0">
        <dgm:presLayoutVars>
          <dgm:dir/>
          <dgm:resizeHandles val="exact"/>
        </dgm:presLayoutVars>
      </dgm:prSet>
      <dgm:spPr/>
    </dgm:pt>
    <dgm:pt modelId="{4D47586F-45D3-415C-AB7D-D825DA3D5A64}" type="pres">
      <dgm:prSet presAssocID="{874EEBB0-8D26-4C84-B6C8-3CE855E437F3}" presName="node" presStyleLbl="node1" presStyleIdx="0" presStyleCnt="6">
        <dgm:presLayoutVars>
          <dgm:bulletEnabled val="1"/>
        </dgm:presLayoutVars>
      </dgm:prSet>
      <dgm:spPr/>
    </dgm:pt>
    <dgm:pt modelId="{B1ABA144-0F2C-4001-8956-95A3D3303FF0}" type="pres">
      <dgm:prSet presAssocID="{6E2B51CB-E3CB-4963-8923-F257F982FB11}" presName="sibTrans" presStyleCnt="0"/>
      <dgm:spPr/>
    </dgm:pt>
    <dgm:pt modelId="{81FC8BD5-7A44-44DD-9F0B-9F706E45E12C}" type="pres">
      <dgm:prSet presAssocID="{DE4CBB60-8F9D-4B1B-AB8F-BE56F601BF90}" presName="node" presStyleLbl="node1" presStyleIdx="1" presStyleCnt="6">
        <dgm:presLayoutVars>
          <dgm:bulletEnabled val="1"/>
        </dgm:presLayoutVars>
      </dgm:prSet>
      <dgm:spPr/>
    </dgm:pt>
    <dgm:pt modelId="{6C85906E-D507-43F6-8209-73ECA71DB02B}" type="pres">
      <dgm:prSet presAssocID="{799F1F51-0611-49C7-AAD6-5B5D7CF255A7}" presName="sibTrans" presStyleCnt="0"/>
      <dgm:spPr/>
    </dgm:pt>
    <dgm:pt modelId="{AC87ACCB-93C1-4919-A2F3-DB97019749D2}" type="pres">
      <dgm:prSet presAssocID="{0D8AB4EF-3C87-46FC-897B-11C89E97BDDB}" presName="node" presStyleLbl="node1" presStyleIdx="2" presStyleCnt="6">
        <dgm:presLayoutVars>
          <dgm:bulletEnabled val="1"/>
        </dgm:presLayoutVars>
      </dgm:prSet>
      <dgm:spPr/>
    </dgm:pt>
    <dgm:pt modelId="{DD954098-24F5-4F80-A674-922D4D0ECCD9}" type="pres">
      <dgm:prSet presAssocID="{A48F3C8E-7D23-4D0B-99AD-C092E95DC9B8}" presName="sibTrans" presStyleCnt="0"/>
      <dgm:spPr/>
    </dgm:pt>
    <dgm:pt modelId="{71BC8925-9AC4-4743-A99E-420475822C65}" type="pres">
      <dgm:prSet presAssocID="{6F322B2B-DBAF-4DF4-A280-49702166C6C6}" presName="node" presStyleLbl="node1" presStyleIdx="3" presStyleCnt="6">
        <dgm:presLayoutVars>
          <dgm:bulletEnabled val="1"/>
        </dgm:presLayoutVars>
      </dgm:prSet>
      <dgm:spPr/>
    </dgm:pt>
    <dgm:pt modelId="{9F0DA510-9B12-420C-94AA-C32F3ACC30B6}" type="pres">
      <dgm:prSet presAssocID="{7289B21A-089F-4D0F-A61E-6FD16D00405E}" presName="sibTrans" presStyleCnt="0"/>
      <dgm:spPr/>
    </dgm:pt>
    <dgm:pt modelId="{8ABF24F3-2180-4820-BA99-7586C5D1F7FB}" type="pres">
      <dgm:prSet presAssocID="{96CDA3F8-90F5-4174-9F7F-864DF843CE5A}" presName="node" presStyleLbl="node1" presStyleIdx="4" presStyleCnt="6">
        <dgm:presLayoutVars>
          <dgm:bulletEnabled val="1"/>
        </dgm:presLayoutVars>
      </dgm:prSet>
      <dgm:spPr/>
    </dgm:pt>
    <dgm:pt modelId="{1713410E-87E4-4857-94F1-28F8B6C60828}" type="pres">
      <dgm:prSet presAssocID="{80A84514-4F6D-4882-9312-F8DEEE7C2D31}" presName="sibTrans" presStyleCnt="0"/>
      <dgm:spPr/>
    </dgm:pt>
    <dgm:pt modelId="{BC0D857A-29B5-4E5A-8713-70BA57D96FA8}" type="pres">
      <dgm:prSet presAssocID="{A12681F2-8611-476F-BA2E-46F0FD78FE75}" presName="node" presStyleLbl="node1" presStyleIdx="5" presStyleCnt="6">
        <dgm:presLayoutVars>
          <dgm:bulletEnabled val="1"/>
        </dgm:presLayoutVars>
      </dgm:prSet>
      <dgm:spPr/>
    </dgm:pt>
  </dgm:ptLst>
  <dgm:cxnLst>
    <dgm:cxn modelId="{F2805126-6C88-4F81-BE2A-E18FDD1EB8F5}" type="presOf" srcId="{DE4CBB60-8F9D-4B1B-AB8F-BE56F601BF90}" destId="{81FC8BD5-7A44-44DD-9F0B-9F706E45E12C}" srcOrd="0" destOrd="0" presId="urn:microsoft.com/office/officeart/2005/8/layout/default"/>
    <dgm:cxn modelId="{A640B42B-C038-49CD-B2D3-8482F2EAA753}" type="presOf" srcId="{0D8AB4EF-3C87-46FC-897B-11C89E97BDDB}" destId="{AC87ACCB-93C1-4919-A2F3-DB97019749D2}" srcOrd="0" destOrd="0" presId="urn:microsoft.com/office/officeart/2005/8/layout/default"/>
    <dgm:cxn modelId="{82FC8763-FCDA-4E2C-AC1C-186EC7CF2C93}" srcId="{04924A3D-EA21-43A0-A887-E6097E97275B}" destId="{6F322B2B-DBAF-4DF4-A280-49702166C6C6}" srcOrd="3" destOrd="0" parTransId="{C5EE88D3-30D8-4981-96D0-78E157892530}" sibTransId="{7289B21A-089F-4D0F-A61E-6FD16D00405E}"/>
    <dgm:cxn modelId="{B62BED6A-01AE-4E23-856A-A92FD1066C91}" srcId="{04924A3D-EA21-43A0-A887-E6097E97275B}" destId="{96CDA3F8-90F5-4174-9F7F-864DF843CE5A}" srcOrd="4" destOrd="0" parTransId="{F4E54EF2-9BA6-4E85-856B-20798A5ACD89}" sibTransId="{80A84514-4F6D-4882-9312-F8DEEE7C2D31}"/>
    <dgm:cxn modelId="{54132070-385B-4E92-A35A-96B2D9DF4E38}" type="presOf" srcId="{96CDA3F8-90F5-4174-9F7F-864DF843CE5A}" destId="{8ABF24F3-2180-4820-BA99-7586C5D1F7FB}" srcOrd="0" destOrd="0" presId="urn:microsoft.com/office/officeart/2005/8/layout/default"/>
    <dgm:cxn modelId="{EF795B55-2DA4-4D9F-AEA1-070231DAB1DD}" type="presOf" srcId="{874EEBB0-8D26-4C84-B6C8-3CE855E437F3}" destId="{4D47586F-45D3-415C-AB7D-D825DA3D5A64}" srcOrd="0" destOrd="0" presId="urn:microsoft.com/office/officeart/2005/8/layout/default"/>
    <dgm:cxn modelId="{82FACE78-3505-4086-AB55-84F3142641AD}" srcId="{04924A3D-EA21-43A0-A887-E6097E97275B}" destId="{DE4CBB60-8F9D-4B1B-AB8F-BE56F601BF90}" srcOrd="1" destOrd="0" parTransId="{744420BF-C5FC-4D59-9E07-0C69BCAD327C}" sibTransId="{799F1F51-0611-49C7-AAD6-5B5D7CF255A7}"/>
    <dgm:cxn modelId="{9ED11D83-ACF4-494C-80EA-127E2A06385F}" type="presOf" srcId="{A12681F2-8611-476F-BA2E-46F0FD78FE75}" destId="{BC0D857A-29B5-4E5A-8713-70BA57D96FA8}" srcOrd="0" destOrd="0" presId="urn:microsoft.com/office/officeart/2005/8/layout/default"/>
    <dgm:cxn modelId="{CE85B886-AD55-4BB0-856E-C521D530A752}" srcId="{04924A3D-EA21-43A0-A887-E6097E97275B}" destId="{0D8AB4EF-3C87-46FC-897B-11C89E97BDDB}" srcOrd="2" destOrd="0" parTransId="{E77E12C9-8BFF-4018-B6D6-6210CD68669B}" sibTransId="{A48F3C8E-7D23-4D0B-99AD-C092E95DC9B8}"/>
    <dgm:cxn modelId="{EB22A393-4180-44BD-96D3-DB78A2430197}" srcId="{04924A3D-EA21-43A0-A887-E6097E97275B}" destId="{A12681F2-8611-476F-BA2E-46F0FD78FE75}" srcOrd="5" destOrd="0" parTransId="{05E38C56-AEA7-412A-8F3F-BDC64775EFBD}" sibTransId="{FC24C068-970F-4C53-B7F3-A95C067BFB5C}"/>
    <dgm:cxn modelId="{4C6020A7-8D0A-4824-AE9E-5AA40A78898A}" type="presOf" srcId="{6F322B2B-DBAF-4DF4-A280-49702166C6C6}" destId="{71BC8925-9AC4-4743-A99E-420475822C65}" srcOrd="0" destOrd="0" presId="urn:microsoft.com/office/officeart/2005/8/layout/default"/>
    <dgm:cxn modelId="{4E2F0BEC-6718-49E5-BE12-D625AFF8CDC5}" type="presOf" srcId="{04924A3D-EA21-43A0-A887-E6097E97275B}" destId="{2CB28019-2857-4218-9D15-9B427CE5E41B}" srcOrd="0" destOrd="0" presId="urn:microsoft.com/office/officeart/2005/8/layout/default"/>
    <dgm:cxn modelId="{7A86A5F7-7FCD-4784-80EE-72950798EB09}" srcId="{04924A3D-EA21-43A0-A887-E6097E97275B}" destId="{874EEBB0-8D26-4C84-B6C8-3CE855E437F3}" srcOrd="0" destOrd="0" parTransId="{7E39F988-9000-4AFA-AB00-12ED2C3BD848}" sibTransId="{6E2B51CB-E3CB-4963-8923-F257F982FB11}"/>
    <dgm:cxn modelId="{3707388E-3BA9-499E-A419-BDC14D757FF5}" type="presParOf" srcId="{2CB28019-2857-4218-9D15-9B427CE5E41B}" destId="{4D47586F-45D3-415C-AB7D-D825DA3D5A64}" srcOrd="0" destOrd="0" presId="urn:microsoft.com/office/officeart/2005/8/layout/default"/>
    <dgm:cxn modelId="{3353116B-6B46-4D6D-B0E4-27D05A5008A1}" type="presParOf" srcId="{2CB28019-2857-4218-9D15-9B427CE5E41B}" destId="{B1ABA144-0F2C-4001-8956-95A3D3303FF0}" srcOrd="1" destOrd="0" presId="urn:microsoft.com/office/officeart/2005/8/layout/default"/>
    <dgm:cxn modelId="{560E961A-52B4-4B78-B632-6F7CBD8D4A78}" type="presParOf" srcId="{2CB28019-2857-4218-9D15-9B427CE5E41B}" destId="{81FC8BD5-7A44-44DD-9F0B-9F706E45E12C}" srcOrd="2" destOrd="0" presId="urn:microsoft.com/office/officeart/2005/8/layout/default"/>
    <dgm:cxn modelId="{C3199BBC-5AD2-4458-82A4-32B048FCA511}" type="presParOf" srcId="{2CB28019-2857-4218-9D15-9B427CE5E41B}" destId="{6C85906E-D507-43F6-8209-73ECA71DB02B}" srcOrd="3" destOrd="0" presId="urn:microsoft.com/office/officeart/2005/8/layout/default"/>
    <dgm:cxn modelId="{67239FAF-C98E-4FCF-B3E7-436529518252}" type="presParOf" srcId="{2CB28019-2857-4218-9D15-9B427CE5E41B}" destId="{AC87ACCB-93C1-4919-A2F3-DB97019749D2}" srcOrd="4" destOrd="0" presId="urn:microsoft.com/office/officeart/2005/8/layout/default"/>
    <dgm:cxn modelId="{D4266272-9E77-4C3C-9B3E-4CB3CCF41293}" type="presParOf" srcId="{2CB28019-2857-4218-9D15-9B427CE5E41B}" destId="{DD954098-24F5-4F80-A674-922D4D0ECCD9}" srcOrd="5" destOrd="0" presId="urn:microsoft.com/office/officeart/2005/8/layout/default"/>
    <dgm:cxn modelId="{FC9FF732-7C9A-4144-947C-A0B562CBF3D6}" type="presParOf" srcId="{2CB28019-2857-4218-9D15-9B427CE5E41B}" destId="{71BC8925-9AC4-4743-A99E-420475822C65}" srcOrd="6" destOrd="0" presId="urn:microsoft.com/office/officeart/2005/8/layout/default"/>
    <dgm:cxn modelId="{B8787A40-F343-45A9-8DBA-E0E90FDAC862}" type="presParOf" srcId="{2CB28019-2857-4218-9D15-9B427CE5E41B}" destId="{9F0DA510-9B12-420C-94AA-C32F3ACC30B6}" srcOrd="7" destOrd="0" presId="urn:microsoft.com/office/officeart/2005/8/layout/default"/>
    <dgm:cxn modelId="{2CF15818-250D-4DBC-9B88-4A4C1A9498D9}" type="presParOf" srcId="{2CB28019-2857-4218-9D15-9B427CE5E41B}" destId="{8ABF24F3-2180-4820-BA99-7586C5D1F7FB}" srcOrd="8" destOrd="0" presId="urn:microsoft.com/office/officeart/2005/8/layout/default"/>
    <dgm:cxn modelId="{59B1ECC0-CF46-45C8-8AF6-0450B73F0637}" type="presParOf" srcId="{2CB28019-2857-4218-9D15-9B427CE5E41B}" destId="{1713410E-87E4-4857-94F1-28F8B6C60828}" srcOrd="9" destOrd="0" presId="urn:microsoft.com/office/officeart/2005/8/layout/default"/>
    <dgm:cxn modelId="{3B7171BC-4D07-4491-93A1-A11DE145B593}" type="presParOf" srcId="{2CB28019-2857-4218-9D15-9B427CE5E41B}" destId="{BC0D857A-29B5-4E5A-8713-70BA57D96FA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568E1D5-C3E1-4A83-91DE-C10C514C957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72320DD-48C3-4EFB-9FDF-FDC9D9D9882E}">
      <dgm:prSet/>
      <dgm:spPr/>
      <dgm:t>
        <a:bodyPr/>
        <a:lstStyle/>
        <a:p>
          <a:r>
            <a:rPr lang="en-US"/>
            <a:t>Pop-Up Blockers</a:t>
          </a:r>
        </a:p>
      </dgm:t>
    </dgm:pt>
    <dgm:pt modelId="{E1BCD230-D53F-4ABA-921D-93A476DCB91F}" type="parTrans" cxnId="{3047956B-8985-498D-81FC-2405B674EE3A}">
      <dgm:prSet/>
      <dgm:spPr/>
      <dgm:t>
        <a:bodyPr/>
        <a:lstStyle/>
        <a:p>
          <a:endParaRPr lang="en-US"/>
        </a:p>
      </dgm:t>
    </dgm:pt>
    <dgm:pt modelId="{64D2040C-4130-4C2C-ACD1-AA5C5376433A}" type="sibTrans" cxnId="{3047956B-8985-498D-81FC-2405B674EE3A}">
      <dgm:prSet/>
      <dgm:spPr/>
      <dgm:t>
        <a:bodyPr/>
        <a:lstStyle/>
        <a:p>
          <a:endParaRPr lang="en-US"/>
        </a:p>
      </dgm:t>
    </dgm:pt>
    <dgm:pt modelId="{D5CB0F6F-C7E4-4C1D-9711-1AED883AF9E4}">
      <dgm:prSet/>
      <dgm:spPr/>
      <dgm:t>
        <a:bodyPr/>
        <a:lstStyle/>
        <a:p>
          <a:r>
            <a:rPr lang="en-US"/>
            <a:t>Ad Blockers</a:t>
          </a:r>
        </a:p>
      </dgm:t>
    </dgm:pt>
    <dgm:pt modelId="{C02089C8-3C7B-49EA-9B62-C91B8308DDD2}" type="parTrans" cxnId="{694824E0-00F7-4502-B844-F6BC3B25D711}">
      <dgm:prSet/>
      <dgm:spPr/>
      <dgm:t>
        <a:bodyPr/>
        <a:lstStyle/>
        <a:p>
          <a:endParaRPr lang="en-US"/>
        </a:p>
      </dgm:t>
    </dgm:pt>
    <dgm:pt modelId="{F55BA7CC-9B0D-4453-947D-22E91D60DE59}" type="sibTrans" cxnId="{694824E0-00F7-4502-B844-F6BC3B25D711}">
      <dgm:prSet/>
      <dgm:spPr/>
      <dgm:t>
        <a:bodyPr/>
        <a:lstStyle/>
        <a:p>
          <a:endParaRPr lang="en-US"/>
        </a:p>
      </dgm:t>
    </dgm:pt>
    <dgm:pt modelId="{8B305D9D-A642-4F2D-82A6-864BE7F137E0}">
      <dgm:prSet/>
      <dgm:spPr/>
      <dgm:t>
        <a:bodyPr/>
        <a:lstStyle/>
        <a:p>
          <a:r>
            <a:rPr lang="en-US"/>
            <a:t>Tracker Blockers</a:t>
          </a:r>
        </a:p>
      </dgm:t>
    </dgm:pt>
    <dgm:pt modelId="{B5E64B1F-8094-4CCB-BEB8-CC638F567CB1}" type="parTrans" cxnId="{DFC44D6F-19D6-48C9-83B0-AB38FAED0CF3}">
      <dgm:prSet/>
      <dgm:spPr/>
      <dgm:t>
        <a:bodyPr/>
        <a:lstStyle/>
        <a:p>
          <a:endParaRPr lang="en-US"/>
        </a:p>
      </dgm:t>
    </dgm:pt>
    <dgm:pt modelId="{7876BC42-1926-4FC6-BFE4-101CD3A4A6CA}" type="sibTrans" cxnId="{DFC44D6F-19D6-48C9-83B0-AB38FAED0CF3}">
      <dgm:prSet/>
      <dgm:spPr/>
      <dgm:t>
        <a:bodyPr/>
        <a:lstStyle/>
        <a:p>
          <a:endParaRPr lang="en-US"/>
        </a:p>
      </dgm:t>
    </dgm:pt>
    <dgm:pt modelId="{DDF90115-23D8-4DA8-BFFB-BE52167DB7BA}">
      <dgm:prSet/>
      <dgm:spPr/>
      <dgm:t>
        <a:bodyPr/>
        <a:lstStyle/>
        <a:p>
          <a:r>
            <a:rPr lang="en-US"/>
            <a:t>Script Blockers</a:t>
          </a:r>
        </a:p>
      </dgm:t>
    </dgm:pt>
    <dgm:pt modelId="{36562C8B-B285-416B-9747-F9F049B6E688}" type="parTrans" cxnId="{79A7C494-BB04-4C5D-BBE8-056892A9B39D}">
      <dgm:prSet/>
      <dgm:spPr/>
      <dgm:t>
        <a:bodyPr/>
        <a:lstStyle/>
        <a:p>
          <a:endParaRPr lang="en-US"/>
        </a:p>
      </dgm:t>
    </dgm:pt>
    <dgm:pt modelId="{3FCF3F53-ADE1-4292-9017-AAA502206BF4}" type="sibTrans" cxnId="{79A7C494-BB04-4C5D-BBE8-056892A9B39D}">
      <dgm:prSet/>
      <dgm:spPr/>
      <dgm:t>
        <a:bodyPr/>
        <a:lstStyle/>
        <a:p>
          <a:endParaRPr lang="en-US"/>
        </a:p>
      </dgm:t>
    </dgm:pt>
    <dgm:pt modelId="{8924BEE3-812C-4605-83E3-8ADEFDD8DD5E}">
      <dgm:prSet/>
      <dgm:spPr/>
      <dgm:t>
        <a:bodyPr/>
        <a:lstStyle/>
        <a:p>
          <a:r>
            <a:rPr lang="en-US"/>
            <a:t>Content Blockers</a:t>
          </a:r>
        </a:p>
      </dgm:t>
    </dgm:pt>
    <dgm:pt modelId="{882A52F1-74E4-4D12-BEBF-050588345A77}" type="parTrans" cxnId="{6A2BDCDC-E595-4BC7-8859-B3F10B12B583}">
      <dgm:prSet/>
      <dgm:spPr/>
      <dgm:t>
        <a:bodyPr/>
        <a:lstStyle/>
        <a:p>
          <a:endParaRPr lang="en-US"/>
        </a:p>
      </dgm:t>
    </dgm:pt>
    <dgm:pt modelId="{EE505B14-82DB-47FB-AEA5-37D8BC534A9B}" type="sibTrans" cxnId="{6A2BDCDC-E595-4BC7-8859-B3F10B12B583}">
      <dgm:prSet/>
      <dgm:spPr/>
      <dgm:t>
        <a:bodyPr/>
        <a:lstStyle/>
        <a:p>
          <a:endParaRPr lang="en-US"/>
        </a:p>
      </dgm:t>
    </dgm:pt>
    <dgm:pt modelId="{A312A718-3906-42CB-B505-03C5ACA98224}" type="pres">
      <dgm:prSet presAssocID="{2568E1D5-C3E1-4A83-91DE-C10C514C9579}" presName="linear" presStyleCnt="0">
        <dgm:presLayoutVars>
          <dgm:animLvl val="lvl"/>
          <dgm:resizeHandles val="exact"/>
        </dgm:presLayoutVars>
      </dgm:prSet>
      <dgm:spPr/>
    </dgm:pt>
    <dgm:pt modelId="{38003940-8927-4E40-913D-C2D6A40834EA}" type="pres">
      <dgm:prSet presAssocID="{072320DD-48C3-4EFB-9FDF-FDC9D9D9882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81E9EF9-74DB-4A69-AA1D-CA2E9EC28B6B}" type="pres">
      <dgm:prSet presAssocID="{64D2040C-4130-4C2C-ACD1-AA5C5376433A}" presName="spacer" presStyleCnt="0"/>
      <dgm:spPr/>
    </dgm:pt>
    <dgm:pt modelId="{C8817CBA-6822-43A3-9245-8649671C4C18}" type="pres">
      <dgm:prSet presAssocID="{D5CB0F6F-C7E4-4C1D-9711-1AED883AF9E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0A9958F-2403-4C2A-9306-280430DD8634}" type="pres">
      <dgm:prSet presAssocID="{F55BA7CC-9B0D-4453-947D-22E91D60DE59}" presName="spacer" presStyleCnt="0"/>
      <dgm:spPr/>
    </dgm:pt>
    <dgm:pt modelId="{F00000FC-6B25-4333-B641-3DAE6E122F52}" type="pres">
      <dgm:prSet presAssocID="{8B305D9D-A642-4F2D-82A6-864BE7F137E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8215ED5-0D15-4CD2-93BF-4FABC4BF444D}" type="pres">
      <dgm:prSet presAssocID="{7876BC42-1926-4FC6-BFE4-101CD3A4A6CA}" presName="spacer" presStyleCnt="0"/>
      <dgm:spPr/>
    </dgm:pt>
    <dgm:pt modelId="{530145DE-6A55-43BF-80B7-BE26E9FD0499}" type="pres">
      <dgm:prSet presAssocID="{DDF90115-23D8-4DA8-BFFB-BE52167DB7B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8DFD6AA-58D5-4042-87D1-DC59742350D3}" type="pres">
      <dgm:prSet presAssocID="{3FCF3F53-ADE1-4292-9017-AAA502206BF4}" presName="spacer" presStyleCnt="0"/>
      <dgm:spPr/>
    </dgm:pt>
    <dgm:pt modelId="{30AE37AC-52EE-4D2A-AFB7-A86956CAFC38}" type="pres">
      <dgm:prSet presAssocID="{8924BEE3-812C-4605-83E3-8ADEFDD8DD5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3448601-DD67-41DE-BF3F-531AD60663F1}" type="presOf" srcId="{DDF90115-23D8-4DA8-BFFB-BE52167DB7BA}" destId="{530145DE-6A55-43BF-80B7-BE26E9FD0499}" srcOrd="0" destOrd="0" presId="urn:microsoft.com/office/officeart/2005/8/layout/vList2"/>
    <dgm:cxn modelId="{4027CD1E-152A-4B56-8EBD-C6F006126529}" type="presOf" srcId="{072320DD-48C3-4EFB-9FDF-FDC9D9D9882E}" destId="{38003940-8927-4E40-913D-C2D6A40834EA}" srcOrd="0" destOrd="0" presId="urn:microsoft.com/office/officeart/2005/8/layout/vList2"/>
    <dgm:cxn modelId="{3047956B-8985-498D-81FC-2405B674EE3A}" srcId="{2568E1D5-C3E1-4A83-91DE-C10C514C9579}" destId="{072320DD-48C3-4EFB-9FDF-FDC9D9D9882E}" srcOrd="0" destOrd="0" parTransId="{E1BCD230-D53F-4ABA-921D-93A476DCB91F}" sibTransId="{64D2040C-4130-4C2C-ACD1-AA5C5376433A}"/>
    <dgm:cxn modelId="{DFC44D6F-19D6-48C9-83B0-AB38FAED0CF3}" srcId="{2568E1D5-C3E1-4A83-91DE-C10C514C9579}" destId="{8B305D9D-A642-4F2D-82A6-864BE7F137E0}" srcOrd="2" destOrd="0" parTransId="{B5E64B1F-8094-4CCB-BEB8-CC638F567CB1}" sibTransId="{7876BC42-1926-4FC6-BFE4-101CD3A4A6CA}"/>
    <dgm:cxn modelId="{CC81CE5A-27D5-4A11-9B30-7EC27B6DABBD}" type="presOf" srcId="{8924BEE3-812C-4605-83E3-8ADEFDD8DD5E}" destId="{30AE37AC-52EE-4D2A-AFB7-A86956CAFC38}" srcOrd="0" destOrd="0" presId="urn:microsoft.com/office/officeart/2005/8/layout/vList2"/>
    <dgm:cxn modelId="{79A7C494-BB04-4C5D-BBE8-056892A9B39D}" srcId="{2568E1D5-C3E1-4A83-91DE-C10C514C9579}" destId="{DDF90115-23D8-4DA8-BFFB-BE52167DB7BA}" srcOrd="3" destOrd="0" parTransId="{36562C8B-B285-416B-9747-F9F049B6E688}" sibTransId="{3FCF3F53-ADE1-4292-9017-AAA502206BF4}"/>
    <dgm:cxn modelId="{BBC20BAB-6F06-4749-8FE4-D21FEA7447F4}" type="presOf" srcId="{D5CB0F6F-C7E4-4C1D-9711-1AED883AF9E4}" destId="{C8817CBA-6822-43A3-9245-8649671C4C18}" srcOrd="0" destOrd="0" presId="urn:microsoft.com/office/officeart/2005/8/layout/vList2"/>
    <dgm:cxn modelId="{7B1D5EBB-66AB-47FF-BD14-5BC54EE1842F}" type="presOf" srcId="{8B305D9D-A642-4F2D-82A6-864BE7F137E0}" destId="{F00000FC-6B25-4333-B641-3DAE6E122F52}" srcOrd="0" destOrd="0" presId="urn:microsoft.com/office/officeart/2005/8/layout/vList2"/>
    <dgm:cxn modelId="{ECB44AC6-8F03-41C0-9D75-7A06C9A93AE7}" type="presOf" srcId="{2568E1D5-C3E1-4A83-91DE-C10C514C9579}" destId="{A312A718-3906-42CB-B505-03C5ACA98224}" srcOrd="0" destOrd="0" presId="urn:microsoft.com/office/officeart/2005/8/layout/vList2"/>
    <dgm:cxn modelId="{6A2BDCDC-E595-4BC7-8859-B3F10B12B583}" srcId="{2568E1D5-C3E1-4A83-91DE-C10C514C9579}" destId="{8924BEE3-812C-4605-83E3-8ADEFDD8DD5E}" srcOrd="4" destOrd="0" parTransId="{882A52F1-74E4-4D12-BEBF-050588345A77}" sibTransId="{EE505B14-82DB-47FB-AEA5-37D8BC534A9B}"/>
    <dgm:cxn modelId="{694824E0-00F7-4502-B844-F6BC3B25D711}" srcId="{2568E1D5-C3E1-4A83-91DE-C10C514C9579}" destId="{D5CB0F6F-C7E4-4C1D-9711-1AED883AF9E4}" srcOrd="1" destOrd="0" parTransId="{C02089C8-3C7B-49EA-9B62-C91B8308DDD2}" sibTransId="{F55BA7CC-9B0D-4453-947D-22E91D60DE59}"/>
    <dgm:cxn modelId="{88F9356F-48DB-4F1C-A09D-3BF2CD1F62B8}" type="presParOf" srcId="{A312A718-3906-42CB-B505-03C5ACA98224}" destId="{38003940-8927-4E40-913D-C2D6A40834EA}" srcOrd="0" destOrd="0" presId="urn:microsoft.com/office/officeart/2005/8/layout/vList2"/>
    <dgm:cxn modelId="{294D9BEB-B515-4975-B6A4-DBA587CD9CFE}" type="presParOf" srcId="{A312A718-3906-42CB-B505-03C5ACA98224}" destId="{E81E9EF9-74DB-4A69-AA1D-CA2E9EC28B6B}" srcOrd="1" destOrd="0" presId="urn:microsoft.com/office/officeart/2005/8/layout/vList2"/>
    <dgm:cxn modelId="{8C73BA62-9ABC-450C-93E6-71378193EEE9}" type="presParOf" srcId="{A312A718-3906-42CB-B505-03C5ACA98224}" destId="{C8817CBA-6822-43A3-9245-8649671C4C18}" srcOrd="2" destOrd="0" presId="urn:microsoft.com/office/officeart/2005/8/layout/vList2"/>
    <dgm:cxn modelId="{00A55C69-887E-4260-8788-2AB6A118C0E4}" type="presParOf" srcId="{A312A718-3906-42CB-B505-03C5ACA98224}" destId="{E0A9958F-2403-4C2A-9306-280430DD8634}" srcOrd="3" destOrd="0" presId="urn:microsoft.com/office/officeart/2005/8/layout/vList2"/>
    <dgm:cxn modelId="{CC066B7B-1FD8-4973-B18F-53F8DA1A6A8D}" type="presParOf" srcId="{A312A718-3906-42CB-B505-03C5ACA98224}" destId="{F00000FC-6B25-4333-B641-3DAE6E122F52}" srcOrd="4" destOrd="0" presId="urn:microsoft.com/office/officeart/2005/8/layout/vList2"/>
    <dgm:cxn modelId="{0509DD7C-AB2A-45D9-8A26-A03FCAAB7AC5}" type="presParOf" srcId="{A312A718-3906-42CB-B505-03C5ACA98224}" destId="{68215ED5-0D15-4CD2-93BF-4FABC4BF444D}" srcOrd="5" destOrd="0" presId="urn:microsoft.com/office/officeart/2005/8/layout/vList2"/>
    <dgm:cxn modelId="{A7B853DB-08DA-4B73-844B-467F48478B4C}" type="presParOf" srcId="{A312A718-3906-42CB-B505-03C5ACA98224}" destId="{530145DE-6A55-43BF-80B7-BE26E9FD0499}" srcOrd="6" destOrd="0" presId="urn:microsoft.com/office/officeart/2005/8/layout/vList2"/>
    <dgm:cxn modelId="{5B78DAC5-ADBE-4F6D-AE43-924FE3C0E9FF}" type="presParOf" srcId="{A312A718-3906-42CB-B505-03C5ACA98224}" destId="{88DFD6AA-58D5-4042-87D1-DC59742350D3}" srcOrd="7" destOrd="0" presId="urn:microsoft.com/office/officeart/2005/8/layout/vList2"/>
    <dgm:cxn modelId="{5A8D55CC-7269-44B9-9E1F-70BD258DFF30}" type="presParOf" srcId="{A312A718-3906-42CB-B505-03C5ACA98224}" destId="{30AE37AC-52EE-4D2A-AFB7-A86956CAFC3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03E09-90A6-427F-9A93-AD6AB85427C8}">
      <dsp:nvSpPr>
        <dsp:cNvPr id="0" name=""/>
        <dsp:cNvSpPr/>
      </dsp:nvSpPr>
      <dsp:spPr>
        <a:xfrm>
          <a:off x="693261" y="717826"/>
          <a:ext cx="1251885" cy="12518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036174-7EA0-4652-A259-CED79B2DE95E}">
      <dsp:nvSpPr>
        <dsp:cNvPr id="0" name=""/>
        <dsp:cNvSpPr/>
      </dsp:nvSpPr>
      <dsp:spPr>
        <a:xfrm>
          <a:off x="960056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156C0-32D3-4672-A723-EA2E3B35F1B4}">
      <dsp:nvSpPr>
        <dsp:cNvPr id="0" name=""/>
        <dsp:cNvSpPr/>
      </dsp:nvSpPr>
      <dsp:spPr>
        <a:xfrm>
          <a:off x="293068" y="2359643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Something most of us use daily</a:t>
          </a:r>
        </a:p>
      </dsp:txBody>
      <dsp:txXfrm>
        <a:off x="293068" y="2359643"/>
        <a:ext cx="2052270" cy="720000"/>
      </dsp:txXfrm>
    </dsp:sp>
    <dsp:sp modelId="{0391AB05-4F9D-4866-A42E-D263B60DCFC8}">
      <dsp:nvSpPr>
        <dsp:cNvPr id="0" name=""/>
        <dsp:cNvSpPr/>
      </dsp:nvSpPr>
      <dsp:spPr>
        <a:xfrm>
          <a:off x="3104679" y="717826"/>
          <a:ext cx="1251885" cy="12518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56CE4-4E8D-4D96-B80C-70668BEB2F5F}">
      <dsp:nvSpPr>
        <dsp:cNvPr id="0" name=""/>
        <dsp:cNvSpPr/>
      </dsp:nvSpPr>
      <dsp:spPr>
        <a:xfrm>
          <a:off x="3371475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9EF62-09D9-40AD-A22C-90182CB55DEC}">
      <dsp:nvSpPr>
        <dsp:cNvPr id="0" name=""/>
        <dsp:cNvSpPr/>
      </dsp:nvSpPr>
      <dsp:spPr>
        <a:xfrm>
          <a:off x="2704487" y="2359643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We must know how to use them properly and safely</a:t>
          </a:r>
        </a:p>
      </dsp:txBody>
      <dsp:txXfrm>
        <a:off x="2704487" y="2359643"/>
        <a:ext cx="2052270" cy="720000"/>
      </dsp:txXfrm>
    </dsp:sp>
    <dsp:sp modelId="{2AFF1883-BB53-43BC-A399-F9768656E781}">
      <dsp:nvSpPr>
        <dsp:cNvPr id="0" name=""/>
        <dsp:cNvSpPr/>
      </dsp:nvSpPr>
      <dsp:spPr>
        <a:xfrm>
          <a:off x="5516097" y="717826"/>
          <a:ext cx="1251885" cy="12518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2D9C3C-9DAC-4727-9EE9-8AB1E9509B17}">
      <dsp:nvSpPr>
        <dsp:cNvPr id="0" name=""/>
        <dsp:cNvSpPr/>
      </dsp:nvSpPr>
      <dsp:spPr>
        <a:xfrm>
          <a:off x="5782893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35882-9799-4CEC-A9A1-3C6B0F5BC41F}">
      <dsp:nvSpPr>
        <dsp:cNvPr id="0" name=""/>
        <dsp:cNvSpPr/>
      </dsp:nvSpPr>
      <dsp:spPr>
        <a:xfrm>
          <a:off x="5115905" y="2359643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We need to know some popular features</a:t>
          </a:r>
        </a:p>
      </dsp:txBody>
      <dsp:txXfrm>
        <a:off x="5115905" y="2359643"/>
        <a:ext cx="2052270" cy="720000"/>
      </dsp:txXfrm>
    </dsp:sp>
    <dsp:sp modelId="{53DE1D03-994A-4D85-9365-DB246D1A55E3}">
      <dsp:nvSpPr>
        <dsp:cNvPr id="0" name=""/>
        <dsp:cNvSpPr/>
      </dsp:nvSpPr>
      <dsp:spPr>
        <a:xfrm>
          <a:off x="7927516" y="717826"/>
          <a:ext cx="1251885" cy="12518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2FFC5-C3FC-42EE-8E35-35A9030BDEBB}">
      <dsp:nvSpPr>
        <dsp:cNvPr id="0" name=""/>
        <dsp:cNvSpPr/>
      </dsp:nvSpPr>
      <dsp:spPr>
        <a:xfrm>
          <a:off x="8194311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DEAFD-FBFB-4E26-A6BE-FE207CECBA29}">
      <dsp:nvSpPr>
        <dsp:cNvPr id="0" name=""/>
        <dsp:cNvSpPr/>
      </dsp:nvSpPr>
      <dsp:spPr>
        <a:xfrm>
          <a:off x="7527323" y="2359643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Some Common attacks we may find</a:t>
          </a:r>
        </a:p>
      </dsp:txBody>
      <dsp:txXfrm>
        <a:off x="7527323" y="2359643"/>
        <a:ext cx="205227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D383F-4082-40A2-9436-DCA08E10DDA2}">
      <dsp:nvSpPr>
        <dsp:cNvPr id="0" name=""/>
        <dsp:cNvSpPr/>
      </dsp:nvSpPr>
      <dsp:spPr>
        <a:xfrm>
          <a:off x="2892" y="407230"/>
          <a:ext cx="2294622" cy="13767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Viruses</a:t>
          </a:r>
        </a:p>
      </dsp:txBody>
      <dsp:txXfrm>
        <a:off x="2892" y="407230"/>
        <a:ext cx="2294622" cy="1376773"/>
      </dsp:txXfrm>
    </dsp:sp>
    <dsp:sp modelId="{D5518947-2613-4B49-82AC-44F0F4CB0B3E}">
      <dsp:nvSpPr>
        <dsp:cNvPr id="0" name=""/>
        <dsp:cNvSpPr/>
      </dsp:nvSpPr>
      <dsp:spPr>
        <a:xfrm>
          <a:off x="2526977" y="407230"/>
          <a:ext cx="2294622" cy="13767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Worm</a:t>
          </a:r>
        </a:p>
      </dsp:txBody>
      <dsp:txXfrm>
        <a:off x="2526977" y="407230"/>
        <a:ext cx="2294622" cy="1376773"/>
      </dsp:txXfrm>
    </dsp:sp>
    <dsp:sp modelId="{79BC858F-A389-42B1-8B8C-F690965DE87B}">
      <dsp:nvSpPr>
        <dsp:cNvPr id="0" name=""/>
        <dsp:cNvSpPr/>
      </dsp:nvSpPr>
      <dsp:spPr>
        <a:xfrm>
          <a:off x="5051062" y="407230"/>
          <a:ext cx="2294622" cy="13767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Trojans</a:t>
          </a:r>
        </a:p>
      </dsp:txBody>
      <dsp:txXfrm>
        <a:off x="5051062" y="407230"/>
        <a:ext cx="2294622" cy="1376773"/>
      </dsp:txXfrm>
    </dsp:sp>
    <dsp:sp modelId="{746BA1AF-3757-4893-8ED4-6D37A3FCE544}">
      <dsp:nvSpPr>
        <dsp:cNvPr id="0" name=""/>
        <dsp:cNvSpPr/>
      </dsp:nvSpPr>
      <dsp:spPr>
        <a:xfrm>
          <a:off x="7575147" y="407230"/>
          <a:ext cx="2294622" cy="13767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Ransomware</a:t>
          </a:r>
        </a:p>
      </dsp:txBody>
      <dsp:txXfrm>
        <a:off x="7575147" y="407230"/>
        <a:ext cx="2294622" cy="1376773"/>
      </dsp:txXfrm>
    </dsp:sp>
    <dsp:sp modelId="{CDB3A09A-06B8-4F63-8171-35DD551D8CF0}">
      <dsp:nvSpPr>
        <dsp:cNvPr id="0" name=""/>
        <dsp:cNvSpPr/>
      </dsp:nvSpPr>
      <dsp:spPr>
        <a:xfrm>
          <a:off x="2892" y="2013466"/>
          <a:ext cx="2294622" cy="137677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Spyware</a:t>
          </a:r>
        </a:p>
      </dsp:txBody>
      <dsp:txXfrm>
        <a:off x="2892" y="2013466"/>
        <a:ext cx="2294622" cy="1376773"/>
      </dsp:txXfrm>
    </dsp:sp>
    <dsp:sp modelId="{FD5E452A-35FF-467C-8F0E-7646CA1DCD84}">
      <dsp:nvSpPr>
        <dsp:cNvPr id="0" name=""/>
        <dsp:cNvSpPr/>
      </dsp:nvSpPr>
      <dsp:spPr>
        <a:xfrm>
          <a:off x="2526977" y="2013466"/>
          <a:ext cx="2294622" cy="13767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Adware</a:t>
          </a:r>
        </a:p>
      </dsp:txBody>
      <dsp:txXfrm>
        <a:off x="2526977" y="2013466"/>
        <a:ext cx="2294622" cy="1376773"/>
      </dsp:txXfrm>
    </dsp:sp>
    <dsp:sp modelId="{DBD91007-CD2F-49C5-9636-079E1B2829B7}">
      <dsp:nvSpPr>
        <dsp:cNvPr id="0" name=""/>
        <dsp:cNvSpPr/>
      </dsp:nvSpPr>
      <dsp:spPr>
        <a:xfrm>
          <a:off x="5051062" y="2013466"/>
          <a:ext cx="2294622" cy="13767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Keyloggers</a:t>
          </a:r>
        </a:p>
      </dsp:txBody>
      <dsp:txXfrm>
        <a:off x="5051062" y="2013466"/>
        <a:ext cx="2294622" cy="1376773"/>
      </dsp:txXfrm>
    </dsp:sp>
    <dsp:sp modelId="{E400D3AB-260D-4FF0-B20A-2EE836988B9E}">
      <dsp:nvSpPr>
        <dsp:cNvPr id="0" name=""/>
        <dsp:cNvSpPr/>
      </dsp:nvSpPr>
      <dsp:spPr>
        <a:xfrm>
          <a:off x="7575147" y="2013466"/>
          <a:ext cx="2294622" cy="13767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Rootkits</a:t>
          </a:r>
        </a:p>
      </dsp:txBody>
      <dsp:txXfrm>
        <a:off x="7575147" y="2013466"/>
        <a:ext cx="2294622" cy="13767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34F0D1-8407-4754-964E-1CE5DDB88CE9}">
      <dsp:nvSpPr>
        <dsp:cNvPr id="0" name=""/>
        <dsp:cNvSpPr/>
      </dsp:nvSpPr>
      <dsp:spPr>
        <a:xfrm rot="5400000">
          <a:off x="6223893" y="-2545501"/>
          <a:ext cx="979034" cy="631850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Be cautious with links and Downloads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Think before your click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Avoid Clicking on suspicious pop-ups</a:t>
          </a:r>
        </a:p>
      </dsp:txBody>
      <dsp:txXfrm rot="-5400000">
        <a:off x="3554159" y="172026"/>
        <a:ext cx="6270711" cy="883448"/>
      </dsp:txXfrm>
    </dsp:sp>
    <dsp:sp modelId="{97509FEA-F352-4639-8CF9-9ED03C33C159}">
      <dsp:nvSpPr>
        <dsp:cNvPr id="0" name=""/>
        <dsp:cNvSpPr/>
      </dsp:nvSpPr>
      <dsp:spPr>
        <a:xfrm>
          <a:off x="0" y="1854"/>
          <a:ext cx="3554158" cy="12237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Be</a:t>
          </a:r>
        </a:p>
      </dsp:txBody>
      <dsp:txXfrm>
        <a:off x="59741" y="61595"/>
        <a:ext cx="3434676" cy="1104311"/>
      </dsp:txXfrm>
    </dsp:sp>
    <dsp:sp modelId="{74B7F469-DC81-4AD4-AF8F-EBF520F1DA99}">
      <dsp:nvSpPr>
        <dsp:cNvPr id="0" name=""/>
        <dsp:cNvSpPr/>
      </dsp:nvSpPr>
      <dsp:spPr>
        <a:xfrm rot="5400000">
          <a:off x="6223893" y="-1260517"/>
          <a:ext cx="979034" cy="6318504"/>
        </a:xfrm>
        <a:prstGeom prst="round2SameRect">
          <a:avLst/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Identify Secure Websites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HTTPS! (Port 443)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Unser Certificates (Paddle lock!)</a:t>
          </a:r>
        </a:p>
      </dsp:txBody>
      <dsp:txXfrm rot="-5400000">
        <a:off x="3554159" y="1457010"/>
        <a:ext cx="6270711" cy="883448"/>
      </dsp:txXfrm>
    </dsp:sp>
    <dsp:sp modelId="{B64975BF-7A8D-4F43-BB57-A6B951B7995F}">
      <dsp:nvSpPr>
        <dsp:cNvPr id="0" name=""/>
        <dsp:cNvSpPr/>
      </dsp:nvSpPr>
      <dsp:spPr>
        <a:xfrm>
          <a:off x="0" y="1286837"/>
          <a:ext cx="3554158" cy="1223793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Identify</a:t>
          </a:r>
        </a:p>
      </dsp:txBody>
      <dsp:txXfrm>
        <a:off x="59741" y="1346578"/>
        <a:ext cx="3434676" cy="1104311"/>
      </dsp:txXfrm>
    </dsp:sp>
    <dsp:sp modelId="{95B20958-1A60-47E9-9ECB-0B6C30220A12}">
      <dsp:nvSpPr>
        <dsp:cNvPr id="0" name=""/>
        <dsp:cNvSpPr/>
      </dsp:nvSpPr>
      <dsp:spPr>
        <a:xfrm rot="5400000">
          <a:off x="6223893" y="24465"/>
          <a:ext cx="979034" cy="6318504"/>
        </a:xfrm>
        <a:prstGeom prst="round2SameRect">
          <a:avLst/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Recognize and Avoid Phishing and Social Engineering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Phishing tricks you into revealing sensitive information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Be skeptical of unsolicited communication</a:t>
          </a:r>
        </a:p>
      </dsp:txBody>
      <dsp:txXfrm rot="-5400000">
        <a:off x="3554159" y="2741993"/>
        <a:ext cx="6270711" cy="883448"/>
      </dsp:txXfrm>
    </dsp:sp>
    <dsp:sp modelId="{1C368F20-6174-4FFB-99A9-7889135B7668}">
      <dsp:nvSpPr>
        <dsp:cNvPr id="0" name=""/>
        <dsp:cNvSpPr/>
      </dsp:nvSpPr>
      <dsp:spPr>
        <a:xfrm>
          <a:off x="0" y="2571821"/>
          <a:ext cx="3554158" cy="1223793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Recognize and Avoid</a:t>
          </a:r>
        </a:p>
      </dsp:txBody>
      <dsp:txXfrm>
        <a:off x="59741" y="2631562"/>
        <a:ext cx="3434676" cy="11043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1CAD9-7F2E-476D-B144-3C38233E78A2}">
      <dsp:nvSpPr>
        <dsp:cNvPr id="0" name=""/>
        <dsp:cNvSpPr/>
      </dsp:nvSpPr>
      <dsp:spPr>
        <a:xfrm rot="5400000">
          <a:off x="6223893" y="-2545501"/>
          <a:ext cx="979034" cy="631850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Follow Best Practices for passwords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Use dedicated password manager</a:t>
          </a:r>
        </a:p>
      </dsp:txBody>
      <dsp:txXfrm rot="-5400000">
        <a:off x="3554159" y="172026"/>
        <a:ext cx="6270711" cy="883448"/>
      </dsp:txXfrm>
    </dsp:sp>
    <dsp:sp modelId="{FDC6A6CE-4514-47CD-AB22-C4D1B484DBCD}">
      <dsp:nvSpPr>
        <dsp:cNvPr id="0" name=""/>
        <dsp:cNvSpPr/>
      </dsp:nvSpPr>
      <dsp:spPr>
        <a:xfrm>
          <a:off x="0" y="1854"/>
          <a:ext cx="3554158" cy="12237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User Strong, Unique Passwords</a:t>
          </a:r>
        </a:p>
      </dsp:txBody>
      <dsp:txXfrm>
        <a:off x="59741" y="61595"/>
        <a:ext cx="3434676" cy="1104311"/>
      </dsp:txXfrm>
    </dsp:sp>
    <dsp:sp modelId="{0D809B39-8553-4B8A-A8C0-41FACEE66D70}">
      <dsp:nvSpPr>
        <dsp:cNvPr id="0" name=""/>
        <dsp:cNvSpPr/>
      </dsp:nvSpPr>
      <dsp:spPr>
        <a:xfrm rot="5400000">
          <a:off x="6223893" y="-1260517"/>
          <a:ext cx="979034" cy="6318504"/>
        </a:xfrm>
        <a:prstGeom prst="round2SameRect">
          <a:avLst/>
        </a:prstGeom>
        <a:solidFill>
          <a:schemeClr val="accent5">
            <a:tint val="40000"/>
            <a:alpha val="90000"/>
            <a:hueOff val="1302675"/>
            <a:satOff val="2398"/>
            <a:lumOff val="1062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1302675"/>
              <a:satOff val="2398"/>
              <a:lumOff val="10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Security Patches keep you safe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Enable Automatic Updates</a:t>
          </a:r>
        </a:p>
      </dsp:txBody>
      <dsp:txXfrm rot="-5400000">
        <a:off x="3554159" y="1457010"/>
        <a:ext cx="6270711" cy="883448"/>
      </dsp:txXfrm>
    </dsp:sp>
    <dsp:sp modelId="{E609730E-C521-49EF-91BD-47C7B3E48414}">
      <dsp:nvSpPr>
        <dsp:cNvPr id="0" name=""/>
        <dsp:cNvSpPr/>
      </dsp:nvSpPr>
      <dsp:spPr>
        <a:xfrm>
          <a:off x="0" y="1286837"/>
          <a:ext cx="3554158" cy="1223793"/>
        </a:xfrm>
        <a:prstGeom prst="round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Keep your Browser UPDATED</a:t>
          </a:r>
        </a:p>
      </dsp:txBody>
      <dsp:txXfrm>
        <a:off x="59741" y="1346578"/>
        <a:ext cx="3434676" cy="1104311"/>
      </dsp:txXfrm>
    </dsp:sp>
    <dsp:sp modelId="{5F3FDA94-3E64-464A-BD87-6D080E8EC5B6}">
      <dsp:nvSpPr>
        <dsp:cNvPr id="0" name=""/>
        <dsp:cNvSpPr/>
      </dsp:nvSpPr>
      <dsp:spPr>
        <a:xfrm rot="5400000">
          <a:off x="6223893" y="24465"/>
          <a:ext cx="979034" cy="6318504"/>
        </a:xfrm>
        <a:prstGeom prst="round2SameRect">
          <a:avLst/>
        </a:prstGeom>
        <a:solidFill>
          <a:schemeClr val="accent5">
            <a:tint val="40000"/>
            <a:alpha val="90000"/>
            <a:hueOff val="2605351"/>
            <a:satOff val="4796"/>
            <a:lumOff val="2125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2605351"/>
              <a:satOff val="4796"/>
              <a:lumOff val="21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Install Anti-malware software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Keep it updated!</a:t>
          </a:r>
        </a:p>
      </dsp:txBody>
      <dsp:txXfrm rot="-5400000">
        <a:off x="3554159" y="2741993"/>
        <a:ext cx="6270711" cy="883448"/>
      </dsp:txXfrm>
    </dsp:sp>
    <dsp:sp modelId="{AE3CEF30-BA3B-42BB-836A-6CC6DA1CC3E5}">
      <dsp:nvSpPr>
        <dsp:cNvPr id="0" name=""/>
        <dsp:cNvSpPr/>
      </dsp:nvSpPr>
      <dsp:spPr>
        <a:xfrm>
          <a:off x="0" y="2571821"/>
          <a:ext cx="3554158" cy="1223793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 Reputable Anti-malware Software</a:t>
          </a:r>
        </a:p>
      </dsp:txBody>
      <dsp:txXfrm>
        <a:off x="59741" y="2631562"/>
        <a:ext cx="3434676" cy="11043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4C79A0-5C3A-4787-BE25-3DD9F7168AB4}">
      <dsp:nvSpPr>
        <dsp:cNvPr id="0" name=""/>
        <dsp:cNvSpPr/>
      </dsp:nvSpPr>
      <dsp:spPr>
        <a:xfrm>
          <a:off x="1290388" y="1396"/>
          <a:ext cx="5161554" cy="14311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148" tIns="363504" rIns="100148" bIns="363504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Manage Browser Settings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Enable Pop-up blockers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Use reputable browser add-ons</a:t>
          </a:r>
        </a:p>
      </dsp:txBody>
      <dsp:txXfrm>
        <a:off x="1290388" y="1396"/>
        <a:ext cx="5161554" cy="1431120"/>
      </dsp:txXfrm>
    </dsp:sp>
    <dsp:sp modelId="{3133813C-D2DA-4ECA-9EAD-3E396067F0F5}">
      <dsp:nvSpPr>
        <dsp:cNvPr id="0" name=""/>
        <dsp:cNvSpPr/>
      </dsp:nvSpPr>
      <dsp:spPr>
        <a:xfrm>
          <a:off x="0" y="1396"/>
          <a:ext cx="1290388" cy="14311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283" tIns="141363" rIns="68283" bIns="14136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Manage</a:t>
          </a:r>
        </a:p>
      </dsp:txBody>
      <dsp:txXfrm>
        <a:off x="0" y="1396"/>
        <a:ext cx="1290388" cy="1431120"/>
      </dsp:txXfrm>
    </dsp:sp>
    <dsp:sp modelId="{BF58326D-DD18-426E-9CF1-2FB137F60340}">
      <dsp:nvSpPr>
        <dsp:cNvPr id="0" name=""/>
        <dsp:cNvSpPr/>
      </dsp:nvSpPr>
      <dsp:spPr>
        <a:xfrm>
          <a:off x="1290388" y="1518383"/>
          <a:ext cx="5161554" cy="1431120"/>
        </a:xfrm>
        <a:prstGeom prst="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9050" cap="flat" cmpd="sng" algn="ctr">
          <a:solidFill>
            <a:schemeClr val="accent5">
              <a:hueOff val="1178392"/>
              <a:satOff val="-5635"/>
              <a:lumOff val="6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148" tIns="363504" rIns="100148" bIns="363504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 Mindful of Privacy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Be careful what you share on “Social Networking”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Be careful what you share with AI</a:t>
          </a:r>
        </a:p>
      </dsp:txBody>
      <dsp:txXfrm>
        <a:off x="1290388" y="1518383"/>
        <a:ext cx="5161554" cy="1431120"/>
      </dsp:txXfrm>
    </dsp:sp>
    <dsp:sp modelId="{62E4F12E-CD35-4CA6-A753-05FDF456E267}">
      <dsp:nvSpPr>
        <dsp:cNvPr id="0" name=""/>
        <dsp:cNvSpPr/>
      </dsp:nvSpPr>
      <dsp:spPr>
        <a:xfrm>
          <a:off x="0" y="1518383"/>
          <a:ext cx="1290388" cy="14311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1178392"/>
              <a:satOff val="-5635"/>
              <a:lumOff val="6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283" tIns="141363" rIns="68283" bIns="14136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</a:t>
          </a:r>
        </a:p>
      </dsp:txBody>
      <dsp:txXfrm>
        <a:off x="0" y="1518383"/>
        <a:ext cx="1290388" cy="1431120"/>
      </dsp:txXfrm>
    </dsp:sp>
    <dsp:sp modelId="{871B7535-8C13-4643-8C06-054C1ACD916D}">
      <dsp:nvSpPr>
        <dsp:cNvPr id="0" name=""/>
        <dsp:cNvSpPr/>
      </dsp:nvSpPr>
      <dsp:spPr>
        <a:xfrm>
          <a:off x="1290388" y="3035370"/>
          <a:ext cx="5161554" cy="1431120"/>
        </a:xfrm>
        <a:prstGeom prst="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accent5">
              <a:hueOff val="2356783"/>
              <a:satOff val="-11270"/>
              <a:lumOff val="1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148" tIns="363504" rIns="100148" bIns="363504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Avoid Unsecured Wi-Fi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Public Wi-Fi like in cafes or airports are often fake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Use VPN’s to keep your traffic safe</a:t>
          </a:r>
        </a:p>
      </dsp:txBody>
      <dsp:txXfrm>
        <a:off x="1290388" y="3035370"/>
        <a:ext cx="5161554" cy="1431120"/>
      </dsp:txXfrm>
    </dsp:sp>
    <dsp:sp modelId="{D9D71F78-44AF-479E-AD26-A6BE4243C86D}">
      <dsp:nvSpPr>
        <dsp:cNvPr id="0" name=""/>
        <dsp:cNvSpPr/>
      </dsp:nvSpPr>
      <dsp:spPr>
        <a:xfrm>
          <a:off x="0" y="3035370"/>
          <a:ext cx="1290388" cy="14311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2356783"/>
              <a:satOff val="-11270"/>
              <a:lumOff val="1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283" tIns="141363" rIns="68283" bIns="14136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Avoid</a:t>
          </a:r>
        </a:p>
      </dsp:txBody>
      <dsp:txXfrm>
        <a:off x="0" y="3035370"/>
        <a:ext cx="1290388" cy="14311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19B6A-0904-4FEB-8E06-0AF5F7BFA98B}">
      <dsp:nvSpPr>
        <dsp:cNvPr id="0" name=""/>
        <dsp:cNvSpPr/>
      </dsp:nvSpPr>
      <dsp:spPr>
        <a:xfrm>
          <a:off x="0" y="40425"/>
          <a:ext cx="9872871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Tabbed Browsing</a:t>
          </a:r>
        </a:p>
      </dsp:txBody>
      <dsp:txXfrm>
        <a:off x="29271" y="69696"/>
        <a:ext cx="9814329" cy="541083"/>
      </dsp:txXfrm>
    </dsp:sp>
    <dsp:sp modelId="{78D7BEB9-1CD6-4015-9F42-2FFAE8665C9C}">
      <dsp:nvSpPr>
        <dsp:cNvPr id="0" name=""/>
        <dsp:cNvSpPr/>
      </dsp:nvSpPr>
      <dsp:spPr>
        <a:xfrm>
          <a:off x="0" y="712050"/>
          <a:ext cx="9872871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Organized Features</a:t>
          </a:r>
        </a:p>
      </dsp:txBody>
      <dsp:txXfrm>
        <a:off x="29271" y="741321"/>
        <a:ext cx="9814329" cy="541083"/>
      </dsp:txXfrm>
    </dsp:sp>
    <dsp:sp modelId="{B6DB8331-3939-4F3F-AA0F-CE10C97D6EE5}">
      <dsp:nvSpPr>
        <dsp:cNvPr id="0" name=""/>
        <dsp:cNvSpPr/>
      </dsp:nvSpPr>
      <dsp:spPr>
        <a:xfrm>
          <a:off x="0" y="1383675"/>
          <a:ext cx="9872871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Address Bar and Search Integration</a:t>
          </a:r>
        </a:p>
      </dsp:txBody>
      <dsp:txXfrm>
        <a:off x="29271" y="1412946"/>
        <a:ext cx="9814329" cy="541083"/>
      </dsp:txXfrm>
    </dsp:sp>
    <dsp:sp modelId="{11E122F8-F726-41D5-92EE-5CE23EF13BAD}">
      <dsp:nvSpPr>
        <dsp:cNvPr id="0" name=""/>
        <dsp:cNvSpPr/>
      </dsp:nvSpPr>
      <dsp:spPr>
        <a:xfrm>
          <a:off x="0" y="2055300"/>
          <a:ext cx="9872871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Pop-up Blockers</a:t>
          </a:r>
        </a:p>
      </dsp:txBody>
      <dsp:txXfrm>
        <a:off x="29271" y="2084571"/>
        <a:ext cx="9814329" cy="541083"/>
      </dsp:txXfrm>
    </dsp:sp>
    <dsp:sp modelId="{E9A1919C-AD50-471E-B498-E3BAD0AE7976}">
      <dsp:nvSpPr>
        <dsp:cNvPr id="0" name=""/>
        <dsp:cNvSpPr/>
      </dsp:nvSpPr>
      <dsp:spPr>
        <a:xfrm>
          <a:off x="0" y="2726925"/>
          <a:ext cx="9872871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Private Browsing</a:t>
          </a:r>
        </a:p>
      </dsp:txBody>
      <dsp:txXfrm>
        <a:off x="29271" y="2756196"/>
        <a:ext cx="9814329" cy="541083"/>
      </dsp:txXfrm>
    </dsp:sp>
    <dsp:sp modelId="{E65EAD63-CE9D-4B32-AF88-2A1D934EA821}">
      <dsp:nvSpPr>
        <dsp:cNvPr id="0" name=""/>
        <dsp:cNvSpPr/>
      </dsp:nvSpPr>
      <dsp:spPr>
        <a:xfrm>
          <a:off x="0" y="3398550"/>
          <a:ext cx="9872871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Add-ons/Extensions</a:t>
          </a:r>
        </a:p>
      </dsp:txBody>
      <dsp:txXfrm>
        <a:off x="29271" y="3427821"/>
        <a:ext cx="9814329" cy="5410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4950B-D1C3-4678-B27E-F7E6AB24BA7E}">
      <dsp:nvSpPr>
        <dsp:cNvPr id="0" name=""/>
        <dsp:cNvSpPr/>
      </dsp:nvSpPr>
      <dsp:spPr>
        <a:xfrm>
          <a:off x="0" y="74962"/>
          <a:ext cx="9872871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Caching</a:t>
          </a:r>
        </a:p>
      </dsp:txBody>
      <dsp:txXfrm>
        <a:off x="24588" y="99550"/>
        <a:ext cx="9823695" cy="454509"/>
      </dsp:txXfrm>
    </dsp:sp>
    <dsp:sp modelId="{F950472B-95BE-4CF7-90C1-C836BEEFF0C8}">
      <dsp:nvSpPr>
        <dsp:cNvPr id="0" name=""/>
        <dsp:cNvSpPr/>
      </dsp:nvSpPr>
      <dsp:spPr>
        <a:xfrm>
          <a:off x="0" y="639127"/>
          <a:ext cx="9872871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Password Management</a:t>
          </a:r>
        </a:p>
      </dsp:txBody>
      <dsp:txXfrm>
        <a:off x="24588" y="663715"/>
        <a:ext cx="9823695" cy="454509"/>
      </dsp:txXfrm>
    </dsp:sp>
    <dsp:sp modelId="{D6A6BCF8-6207-4D97-92BB-9F699C9CBE7B}">
      <dsp:nvSpPr>
        <dsp:cNvPr id="0" name=""/>
        <dsp:cNvSpPr/>
      </dsp:nvSpPr>
      <dsp:spPr>
        <a:xfrm>
          <a:off x="0" y="1203292"/>
          <a:ext cx="9872871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Profile Synchronization</a:t>
          </a:r>
        </a:p>
      </dsp:txBody>
      <dsp:txXfrm>
        <a:off x="24588" y="1227880"/>
        <a:ext cx="9823695" cy="454509"/>
      </dsp:txXfrm>
    </dsp:sp>
    <dsp:sp modelId="{2B877246-765F-424A-AB9D-92AF5E77BC52}">
      <dsp:nvSpPr>
        <dsp:cNvPr id="0" name=""/>
        <dsp:cNvSpPr/>
      </dsp:nvSpPr>
      <dsp:spPr>
        <a:xfrm>
          <a:off x="0" y="1767457"/>
          <a:ext cx="9872871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Accessibility Features</a:t>
          </a:r>
        </a:p>
      </dsp:txBody>
      <dsp:txXfrm>
        <a:off x="24588" y="1792045"/>
        <a:ext cx="9823695" cy="454509"/>
      </dsp:txXfrm>
    </dsp:sp>
    <dsp:sp modelId="{1EFBA572-50D7-4157-89E9-8A9FB0C34A92}">
      <dsp:nvSpPr>
        <dsp:cNvPr id="0" name=""/>
        <dsp:cNvSpPr/>
      </dsp:nvSpPr>
      <dsp:spPr>
        <a:xfrm>
          <a:off x="0" y="2331622"/>
          <a:ext cx="9872871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Appearance Customization</a:t>
          </a:r>
        </a:p>
      </dsp:txBody>
      <dsp:txXfrm>
        <a:off x="24588" y="2356210"/>
        <a:ext cx="9823695" cy="454509"/>
      </dsp:txXfrm>
    </dsp:sp>
    <dsp:sp modelId="{FC978DB4-3270-43D0-A729-6D546A5F13DE}">
      <dsp:nvSpPr>
        <dsp:cNvPr id="0" name=""/>
        <dsp:cNvSpPr/>
      </dsp:nvSpPr>
      <dsp:spPr>
        <a:xfrm>
          <a:off x="0" y="2895787"/>
          <a:ext cx="9872871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Developer Tools</a:t>
          </a:r>
        </a:p>
      </dsp:txBody>
      <dsp:txXfrm>
        <a:off x="24588" y="2920375"/>
        <a:ext cx="9823695" cy="454509"/>
      </dsp:txXfrm>
    </dsp:sp>
    <dsp:sp modelId="{3B2C13AB-ED65-4ED8-9773-625F49B1E6EC}">
      <dsp:nvSpPr>
        <dsp:cNvPr id="0" name=""/>
        <dsp:cNvSpPr/>
      </dsp:nvSpPr>
      <dsp:spPr>
        <a:xfrm>
          <a:off x="0" y="3459952"/>
          <a:ext cx="9872871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Security and Privacy Controls</a:t>
          </a:r>
        </a:p>
      </dsp:txBody>
      <dsp:txXfrm>
        <a:off x="24588" y="3484540"/>
        <a:ext cx="9823695" cy="4545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FC780E-5E29-49F0-8906-12A0B52E4695}">
      <dsp:nvSpPr>
        <dsp:cNvPr id="0" name=""/>
        <dsp:cNvSpPr/>
      </dsp:nvSpPr>
      <dsp:spPr>
        <a:xfrm>
          <a:off x="693261" y="717826"/>
          <a:ext cx="1251885" cy="125188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5D317-E5B5-41CD-9271-F71A95461FA8}">
      <dsp:nvSpPr>
        <dsp:cNvPr id="0" name=""/>
        <dsp:cNvSpPr/>
      </dsp:nvSpPr>
      <dsp:spPr>
        <a:xfrm>
          <a:off x="960056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7D79D-087B-44AD-9197-46C4A407C8B3}">
      <dsp:nvSpPr>
        <dsp:cNvPr id="0" name=""/>
        <dsp:cNvSpPr/>
      </dsp:nvSpPr>
      <dsp:spPr>
        <a:xfrm>
          <a:off x="293068" y="2359642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Mostly widely used</a:t>
          </a:r>
        </a:p>
      </dsp:txBody>
      <dsp:txXfrm>
        <a:off x="293068" y="2359642"/>
        <a:ext cx="2052270" cy="720000"/>
      </dsp:txXfrm>
    </dsp:sp>
    <dsp:sp modelId="{BC1A704D-F6DC-4590-9CD6-09E3C9E24E8D}">
      <dsp:nvSpPr>
        <dsp:cNvPr id="0" name=""/>
        <dsp:cNvSpPr/>
      </dsp:nvSpPr>
      <dsp:spPr>
        <a:xfrm>
          <a:off x="3104679" y="717826"/>
          <a:ext cx="1251885" cy="125188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744FFE-0BB9-4784-8EC4-CF205C538D26}">
      <dsp:nvSpPr>
        <dsp:cNvPr id="0" name=""/>
        <dsp:cNvSpPr/>
      </dsp:nvSpPr>
      <dsp:spPr>
        <a:xfrm>
          <a:off x="3371475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0A5D1-D880-4720-A76D-DFF0F52F14BE}">
      <dsp:nvSpPr>
        <dsp:cNvPr id="0" name=""/>
        <dsp:cNvSpPr/>
      </dsp:nvSpPr>
      <dsp:spPr>
        <a:xfrm>
          <a:off x="2704487" y="2359642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Client-Side Scripting</a:t>
          </a:r>
        </a:p>
      </dsp:txBody>
      <dsp:txXfrm>
        <a:off x="2704487" y="2359642"/>
        <a:ext cx="2052270" cy="720000"/>
      </dsp:txXfrm>
    </dsp:sp>
    <dsp:sp modelId="{B70A174E-DC97-4374-B273-A95AB756CFB7}">
      <dsp:nvSpPr>
        <dsp:cNvPr id="0" name=""/>
        <dsp:cNvSpPr/>
      </dsp:nvSpPr>
      <dsp:spPr>
        <a:xfrm>
          <a:off x="5516097" y="717826"/>
          <a:ext cx="1251885" cy="125188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1D25E8-E88C-4C2C-8FAB-60FC5C6983D4}">
      <dsp:nvSpPr>
        <dsp:cNvPr id="0" name=""/>
        <dsp:cNvSpPr/>
      </dsp:nvSpPr>
      <dsp:spPr>
        <a:xfrm>
          <a:off x="5782893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72672-1D80-4E34-B634-AFDD8E0EB643}">
      <dsp:nvSpPr>
        <dsp:cNvPr id="0" name=""/>
        <dsp:cNvSpPr/>
      </dsp:nvSpPr>
      <dsp:spPr>
        <a:xfrm>
          <a:off x="5115905" y="2359642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Embedded into websites</a:t>
          </a:r>
        </a:p>
      </dsp:txBody>
      <dsp:txXfrm>
        <a:off x="5115905" y="2359642"/>
        <a:ext cx="2052270" cy="720000"/>
      </dsp:txXfrm>
    </dsp:sp>
    <dsp:sp modelId="{AFDD243E-3946-45FE-8E8F-03BD7E1D9E30}">
      <dsp:nvSpPr>
        <dsp:cNvPr id="0" name=""/>
        <dsp:cNvSpPr/>
      </dsp:nvSpPr>
      <dsp:spPr>
        <a:xfrm>
          <a:off x="7927516" y="717826"/>
          <a:ext cx="1251885" cy="125188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123D41-3134-492D-A76E-9C8BA87A0759}">
      <dsp:nvSpPr>
        <dsp:cNvPr id="0" name=""/>
        <dsp:cNvSpPr/>
      </dsp:nvSpPr>
      <dsp:spPr>
        <a:xfrm>
          <a:off x="8194311" y="984621"/>
          <a:ext cx="718294" cy="7182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5966C3-22BD-4CE7-8428-0F31E1D618B4}">
      <dsp:nvSpPr>
        <dsp:cNvPr id="0" name=""/>
        <dsp:cNvSpPr/>
      </dsp:nvSpPr>
      <dsp:spPr>
        <a:xfrm>
          <a:off x="7527323" y="2359642"/>
          <a:ext cx="205227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Great for forms, validating input</a:t>
          </a:r>
        </a:p>
      </dsp:txBody>
      <dsp:txXfrm>
        <a:off x="7527323" y="2359642"/>
        <a:ext cx="205227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79963-5A7A-459D-BD0C-195A62BDCE35}">
      <dsp:nvSpPr>
        <dsp:cNvPr id="0" name=""/>
        <dsp:cNvSpPr/>
      </dsp:nvSpPr>
      <dsp:spPr>
        <a:xfrm>
          <a:off x="269955" y="3019"/>
          <a:ext cx="2916484" cy="17498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New application programming interfaces and elements</a:t>
          </a:r>
        </a:p>
      </dsp:txBody>
      <dsp:txXfrm>
        <a:off x="269955" y="3019"/>
        <a:ext cx="2916484" cy="1749890"/>
      </dsp:txXfrm>
    </dsp:sp>
    <dsp:sp modelId="{7FBBB86C-9930-4527-8B64-36302AE95C5C}">
      <dsp:nvSpPr>
        <dsp:cNvPr id="0" name=""/>
        <dsp:cNvSpPr/>
      </dsp:nvSpPr>
      <dsp:spPr>
        <a:xfrm>
          <a:off x="3478089" y="3019"/>
          <a:ext cx="2916484" cy="17498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Helps give more dynamic content</a:t>
          </a:r>
        </a:p>
      </dsp:txBody>
      <dsp:txXfrm>
        <a:off x="3478089" y="3019"/>
        <a:ext cx="2916484" cy="1749890"/>
      </dsp:txXfrm>
    </dsp:sp>
    <dsp:sp modelId="{36C703DC-19A8-4E9E-976C-6363712FADE6}">
      <dsp:nvSpPr>
        <dsp:cNvPr id="0" name=""/>
        <dsp:cNvSpPr/>
      </dsp:nvSpPr>
      <dsp:spPr>
        <a:xfrm>
          <a:off x="6686222" y="3019"/>
          <a:ext cx="2916484" cy="17498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Client-Based in Browser </a:t>
          </a:r>
        </a:p>
      </dsp:txBody>
      <dsp:txXfrm>
        <a:off x="6686222" y="3019"/>
        <a:ext cx="2916484" cy="1749890"/>
      </dsp:txXfrm>
    </dsp:sp>
    <dsp:sp modelId="{9B060EEB-2E0D-4A0A-853E-08B9FBBFBA12}">
      <dsp:nvSpPr>
        <dsp:cNvPr id="0" name=""/>
        <dsp:cNvSpPr/>
      </dsp:nvSpPr>
      <dsp:spPr>
        <a:xfrm>
          <a:off x="1874022" y="2044559"/>
          <a:ext cx="2916484" cy="174989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JavaScript may enhance capabilities</a:t>
          </a:r>
        </a:p>
      </dsp:txBody>
      <dsp:txXfrm>
        <a:off x="1874022" y="2044559"/>
        <a:ext cx="2916484" cy="1749890"/>
      </dsp:txXfrm>
    </dsp:sp>
    <dsp:sp modelId="{1DD9E058-9513-4F52-9A5A-91EC41FB1D5C}">
      <dsp:nvSpPr>
        <dsp:cNvPr id="0" name=""/>
        <dsp:cNvSpPr/>
      </dsp:nvSpPr>
      <dsp:spPr>
        <a:xfrm>
          <a:off x="5082155" y="2044559"/>
          <a:ext cx="2916484" cy="174989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&lt;canvas&gt; or &lt;audio&gt; tags are good examples</a:t>
          </a:r>
        </a:p>
      </dsp:txBody>
      <dsp:txXfrm>
        <a:off x="5082155" y="2044559"/>
        <a:ext cx="2916484" cy="17498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BBC85-BBD7-4F38-814E-6AF0D42774DB}">
      <dsp:nvSpPr>
        <dsp:cNvPr id="0" name=""/>
        <dsp:cNvSpPr/>
      </dsp:nvSpPr>
      <dsp:spPr>
        <a:xfrm>
          <a:off x="103337" y="296291"/>
          <a:ext cx="1279658" cy="127965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177FA9-E0D0-4089-8A76-3BA3BEB52F97}">
      <dsp:nvSpPr>
        <dsp:cNvPr id="0" name=""/>
        <dsp:cNvSpPr/>
      </dsp:nvSpPr>
      <dsp:spPr>
        <a:xfrm>
          <a:off x="372065" y="565019"/>
          <a:ext cx="742201" cy="7422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0433F-C69C-4B66-A61B-02C32A91974D}">
      <dsp:nvSpPr>
        <dsp:cNvPr id="0" name=""/>
        <dsp:cNvSpPr/>
      </dsp:nvSpPr>
      <dsp:spPr>
        <a:xfrm>
          <a:off x="1657207" y="296291"/>
          <a:ext cx="3016336" cy="1279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Cascading Style Sheets</a:t>
          </a:r>
        </a:p>
      </dsp:txBody>
      <dsp:txXfrm>
        <a:off x="1657207" y="296291"/>
        <a:ext cx="3016336" cy="1279658"/>
      </dsp:txXfrm>
    </dsp:sp>
    <dsp:sp modelId="{CE9FD1DA-8F45-416E-BA4C-AB980F78F55E}">
      <dsp:nvSpPr>
        <dsp:cNvPr id="0" name=""/>
        <dsp:cNvSpPr/>
      </dsp:nvSpPr>
      <dsp:spPr>
        <a:xfrm>
          <a:off x="5199118" y="296291"/>
          <a:ext cx="1279658" cy="127965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B84193-1174-4341-8543-F1E9A8D48948}">
      <dsp:nvSpPr>
        <dsp:cNvPr id="0" name=""/>
        <dsp:cNvSpPr/>
      </dsp:nvSpPr>
      <dsp:spPr>
        <a:xfrm>
          <a:off x="5467846" y="565019"/>
          <a:ext cx="742201" cy="7422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24A6B-74E6-405A-A1FC-AF9D515D56A3}">
      <dsp:nvSpPr>
        <dsp:cNvPr id="0" name=""/>
        <dsp:cNvSpPr/>
      </dsp:nvSpPr>
      <dsp:spPr>
        <a:xfrm>
          <a:off x="6752988" y="296291"/>
          <a:ext cx="3016336" cy="1279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Allow changing color, size, or position of an object</a:t>
          </a:r>
        </a:p>
      </dsp:txBody>
      <dsp:txXfrm>
        <a:off x="6752988" y="296291"/>
        <a:ext cx="3016336" cy="1279658"/>
      </dsp:txXfrm>
    </dsp:sp>
    <dsp:sp modelId="{66A4F1B5-9957-45EA-BB33-A39992780D98}">
      <dsp:nvSpPr>
        <dsp:cNvPr id="0" name=""/>
        <dsp:cNvSpPr/>
      </dsp:nvSpPr>
      <dsp:spPr>
        <a:xfrm>
          <a:off x="103337" y="2221519"/>
          <a:ext cx="1279658" cy="127965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A7F4CD-B180-421C-83BB-96047684212B}">
      <dsp:nvSpPr>
        <dsp:cNvPr id="0" name=""/>
        <dsp:cNvSpPr/>
      </dsp:nvSpPr>
      <dsp:spPr>
        <a:xfrm>
          <a:off x="372065" y="2490247"/>
          <a:ext cx="742201" cy="7422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BD984-0127-409E-BB8D-7247A1403C71}">
      <dsp:nvSpPr>
        <dsp:cNvPr id="0" name=""/>
        <dsp:cNvSpPr/>
      </dsp:nvSpPr>
      <dsp:spPr>
        <a:xfrm>
          <a:off x="1657207" y="2221519"/>
          <a:ext cx="3016336" cy="1279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Creates a clean looking website</a:t>
          </a:r>
        </a:p>
      </dsp:txBody>
      <dsp:txXfrm>
        <a:off x="1657207" y="2221519"/>
        <a:ext cx="3016336" cy="1279658"/>
      </dsp:txXfrm>
    </dsp:sp>
    <dsp:sp modelId="{7D68C085-9BD0-46E4-B773-6E52037C33DD}">
      <dsp:nvSpPr>
        <dsp:cNvPr id="0" name=""/>
        <dsp:cNvSpPr/>
      </dsp:nvSpPr>
      <dsp:spPr>
        <a:xfrm>
          <a:off x="5199118" y="2221519"/>
          <a:ext cx="1279658" cy="127965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ABF85-0DF8-4C8C-8301-77BE9E1A1B50}">
      <dsp:nvSpPr>
        <dsp:cNvPr id="0" name=""/>
        <dsp:cNvSpPr/>
      </dsp:nvSpPr>
      <dsp:spPr>
        <a:xfrm>
          <a:off x="5467846" y="2490247"/>
          <a:ext cx="742201" cy="74220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75F5A-46FC-4431-A687-50D542343986}">
      <dsp:nvSpPr>
        <dsp:cNvPr id="0" name=""/>
        <dsp:cNvSpPr/>
      </dsp:nvSpPr>
      <dsp:spPr>
        <a:xfrm>
          <a:off x="6752988" y="2221519"/>
          <a:ext cx="3016336" cy="1279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Can create animations or transitions</a:t>
          </a:r>
        </a:p>
      </dsp:txBody>
      <dsp:txXfrm>
        <a:off x="6752988" y="2221519"/>
        <a:ext cx="3016336" cy="12796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CE178-4914-4D91-B832-9D922BC7CAB1}">
      <dsp:nvSpPr>
        <dsp:cNvPr id="0" name=""/>
        <dsp:cNvSpPr/>
      </dsp:nvSpPr>
      <dsp:spPr>
        <a:xfrm>
          <a:off x="0" y="296018"/>
          <a:ext cx="6451943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Use to give browsers additional abilities</a:t>
          </a:r>
        </a:p>
      </dsp:txBody>
      <dsp:txXfrm>
        <a:off x="33955" y="329973"/>
        <a:ext cx="6384033" cy="627655"/>
      </dsp:txXfrm>
    </dsp:sp>
    <dsp:sp modelId="{FF6A1CC3-3D40-43E3-B7B9-CB524D031EE4}">
      <dsp:nvSpPr>
        <dsp:cNvPr id="0" name=""/>
        <dsp:cNvSpPr/>
      </dsp:nvSpPr>
      <dsp:spPr>
        <a:xfrm>
          <a:off x="0" y="1075103"/>
          <a:ext cx="6451943" cy="695565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Can be used for many different reasons:</a:t>
          </a:r>
        </a:p>
      </dsp:txBody>
      <dsp:txXfrm>
        <a:off x="33955" y="1109058"/>
        <a:ext cx="6384033" cy="627655"/>
      </dsp:txXfrm>
    </dsp:sp>
    <dsp:sp modelId="{6D4E5FAE-E908-47A4-A6BE-E284C19D8460}">
      <dsp:nvSpPr>
        <dsp:cNvPr id="0" name=""/>
        <dsp:cNvSpPr/>
      </dsp:nvSpPr>
      <dsp:spPr>
        <a:xfrm>
          <a:off x="0" y="1770668"/>
          <a:ext cx="6451943" cy="240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84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Productivity Tools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Security and Privacy Enhancements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Customization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Shopping Assistants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Accessibility Tools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Developer TOols</a:t>
          </a:r>
        </a:p>
      </dsp:txBody>
      <dsp:txXfrm>
        <a:off x="0" y="1770668"/>
        <a:ext cx="6451943" cy="240119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A8468-5883-4254-BD76-3F95DD943285}">
      <dsp:nvSpPr>
        <dsp:cNvPr id="0" name=""/>
        <dsp:cNvSpPr/>
      </dsp:nvSpPr>
      <dsp:spPr>
        <a:xfrm>
          <a:off x="8677" y="1241232"/>
          <a:ext cx="2593556" cy="1556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Add only what you need</a:t>
          </a:r>
        </a:p>
      </dsp:txBody>
      <dsp:txXfrm>
        <a:off x="54255" y="1286810"/>
        <a:ext cx="2502400" cy="1464978"/>
      </dsp:txXfrm>
    </dsp:sp>
    <dsp:sp modelId="{D7504087-2D23-4C2B-98BF-3BBE9A06A971}">
      <dsp:nvSpPr>
        <dsp:cNvPr id="0" name=""/>
        <dsp:cNvSpPr/>
      </dsp:nvSpPr>
      <dsp:spPr>
        <a:xfrm>
          <a:off x="2830467" y="1697698"/>
          <a:ext cx="549834" cy="643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830467" y="1826338"/>
        <a:ext cx="384884" cy="385922"/>
      </dsp:txXfrm>
    </dsp:sp>
    <dsp:sp modelId="{382DEECA-C8E9-4207-88EC-FCA880E94AFC}">
      <dsp:nvSpPr>
        <dsp:cNvPr id="0" name=""/>
        <dsp:cNvSpPr/>
      </dsp:nvSpPr>
      <dsp:spPr>
        <a:xfrm>
          <a:off x="3639657" y="1241232"/>
          <a:ext cx="2593556" cy="1556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Remove any unused extensions</a:t>
          </a:r>
        </a:p>
      </dsp:txBody>
      <dsp:txXfrm>
        <a:off x="3685235" y="1286810"/>
        <a:ext cx="2502400" cy="1464978"/>
      </dsp:txXfrm>
    </dsp:sp>
    <dsp:sp modelId="{5F425E3C-09DB-42EE-8EE9-6B544489C948}">
      <dsp:nvSpPr>
        <dsp:cNvPr id="0" name=""/>
        <dsp:cNvSpPr/>
      </dsp:nvSpPr>
      <dsp:spPr>
        <a:xfrm>
          <a:off x="6461446" y="1697698"/>
          <a:ext cx="549834" cy="643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461446" y="1826338"/>
        <a:ext cx="384884" cy="385922"/>
      </dsp:txXfrm>
    </dsp:sp>
    <dsp:sp modelId="{7E815F88-310B-408C-9E2E-2E552E8ABBFB}">
      <dsp:nvSpPr>
        <dsp:cNvPr id="0" name=""/>
        <dsp:cNvSpPr/>
      </dsp:nvSpPr>
      <dsp:spPr>
        <a:xfrm>
          <a:off x="7270636" y="1241232"/>
          <a:ext cx="2593556" cy="1556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You can also enable/disable extensions without uninstalling</a:t>
          </a:r>
        </a:p>
      </dsp:txBody>
      <dsp:txXfrm>
        <a:off x="7316214" y="1286810"/>
        <a:ext cx="2502400" cy="146497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7586F-45D3-415C-AB7D-D825DA3D5A64}">
      <dsp:nvSpPr>
        <dsp:cNvPr id="0" name=""/>
        <dsp:cNvSpPr/>
      </dsp:nvSpPr>
      <dsp:spPr>
        <a:xfrm>
          <a:off x="0" y="13873"/>
          <a:ext cx="3085272" cy="18511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Why Use it?</a:t>
          </a:r>
        </a:p>
      </dsp:txBody>
      <dsp:txXfrm>
        <a:off x="0" y="13873"/>
        <a:ext cx="3085272" cy="1851163"/>
      </dsp:txXfrm>
    </dsp:sp>
    <dsp:sp modelId="{81FC8BD5-7A44-44DD-9F0B-9F706E45E12C}">
      <dsp:nvSpPr>
        <dsp:cNvPr id="0" name=""/>
        <dsp:cNvSpPr/>
      </dsp:nvSpPr>
      <dsp:spPr>
        <a:xfrm>
          <a:off x="3393799" y="13873"/>
          <a:ext cx="3085272" cy="18511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Browser History isn’t saved</a:t>
          </a:r>
        </a:p>
      </dsp:txBody>
      <dsp:txXfrm>
        <a:off x="3393799" y="13873"/>
        <a:ext cx="3085272" cy="1851163"/>
      </dsp:txXfrm>
    </dsp:sp>
    <dsp:sp modelId="{AC87ACCB-93C1-4919-A2F3-DB97019749D2}">
      <dsp:nvSpPr>
        <dsp:cNvPr id="0" name=""/>
        <dsp:cNvSpPr/>
      </dsp:nvSpPr>
      <dsp:spPr>
        <a:xfrm>
          <a:off x="6787598" y="13873"/>
          <a:ext cx="3085272" cy="18511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Cookies and Site data isn’t saved on PC</a:t>
          </a:r>
        </a:p>
      </dsp:txBody>
      <dsp:txXfrm>
        <a:off x="6787598" y="13873"/>
        <a:ext cx="3085272" cy="1851163"/>
      </dsp:txXfrm>
    </dsp:sp>
    <dsp:sp modelId="{71BC8925-9AC4-4743-A99E-420475822C65}">
      <dsp:nvSpPr>
        <dsp:cNvPr id="0" name=""/>
        <dsp:cNvSpPr/>
      </dsp:nvSpPr>
      <dsp:spPr>
        <a:xfrm>
          <a:off x="0" y="2173563"/>
          <a:ext cx="3085272" cy="18511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Great for Public use computers</a:t>
          </a:r>
        </a:p>
      </dsp:txBody>
      <dsp:txXfrm>
        <a:off x="0" y="2173563"/>
        <a:ext cx="3085272" cy="1851163"/>
      </dsp:txXfrm>
    </dsp:sp>
    <dsp:sp modelId="{8ABF24F3-2180-4820-BA99-7586C5D1F7FB}">
      <dsp:nvSpPr>
        <dsp:cNvPr id="0" name=""/>
        <dsp:cNvSpPr/>
      </dsp:nvSpPr>
      <dsp:spPr>
        <a:xfrm>
          <a:off x="3393799" y="2173563"/>
          <a:ext cx="3085272" cy="18511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Clears all files on exit</a:t>
          </a:r>
        </a:p>
      </dsp:txBody>
      <dsp:txXfrm>
        <a:off x="3393799" y="2173563"/>
        <a:ext cx="3085272" cy="1851163"/>
      </dsp:txXfrm>
    </dsp:sp>
    <dsp:sp modelId="{BC0D857A-29B5-4E5A-8713-70BA57D96FA8}">
      <dsp:nvSpPr>
        <dsp:cNvPr id="0" name=""/>
        <dsp:cNvSpPr/>
      </dsp:nvSpPr>
      <dsp:spPr>
        <a:xfrm>
          <a:off x="6787598" y="2173563"/>
          <a:ext cx="3085272" cy="18511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DOESN’T HIDE YOU ONLINE!</a:t>
          </a:r>
        </a:p>
      </dsp:txBody>
      <dsp:txXfrm>
        <a:off x="6787598" y="2173563"/>
        <a:ext cx="3085272" cy="185116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03940-8927-4E40-913D-C2D6A40834EA}">
      <dsp:nvSpPr>
        <dsp:cNvPr id="0" name=""/>
        <dsp:cNvSpPr/>
      </dsp:nvSpPr>
      <dsp:spPr>
        <a:xfrm>
          <a:off x="0" y="523239"/>
          <a:ext cx="3135313" cy="743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Pop-Up Blockers</a:t>
          </a:r>
        </a:p>
      </dsp:txBody>
      <dsp:txXfrm>
        <a:off x="36296" y="559535"/>
        <a:ext cx="3062721" cy="670943"/>
      </dsp:txXfrm>
    </dsp:sp>
    <dsp:sp modelId="{C8817CBA-6822-43A3-9245-8649671C4C18}">
      <dsp:nvSpPr>
        <dsp:cNvPr id="0" name=""/>
        <dsp:cNvSpPr/>
      </dsp:nvSpPr>
      <dsp:spPr>
        <a:xfrm>
          <a:off x="0" y="1356054"/>
          <a:ext cx="3135313" cy="743535"/>
        </a:xfrm>
        <a:prstGeom prst="roundRect">
          <a:avLst/>
        </a:prstGeom>
        <a:solidFill>
          <a:schemeClr val="accent5">
            <a:hueOff val="589196"/>
            <a:satOff val="-2817"/>
            <a:lumOff val="30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Ad Blockers</a:t>
          </a:r>
        </a:p>
      </dsp:txBody>
      <dsp:txXfrm>
        <a:off x="36296" y="1392350"/>
        <a:ext cx="3062721" cy="670943"/>
      </dsp:txXfrm>
    </dsp:sp>
    <dsp:sp modelId="{F00000FC-6B25-4333-B641-3DAE6E122F52}">
      <dsp:nvSpPr>
        <dsp:cNvPr id="0" name=""/>
        <dsp:cNvSpPr/>
      </dsp:nvSpPr>
      <dsp:spPr>
        <a:xfrm>
          <a:off x="0" y="2188869"/>
          <a:ext cx="3135313" cy="743535"/>
        </a:xfrm>
        <a:prstGeom prst="round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Tracker Blockers</a:t>
          </a:r>
        </a:p>
      </dsp:txBody>
      <dsp:txXfrm>
        <a:off x="36296" y="2225165"/>
        <a:ext cx="3062721" cy="670943"/>
      </dsp:txXfrm>
    </dsp:sp>
    <dsp:sp modelId="{530145DE-6A55-43BF-80B7-BE26E9FD0499}">
      <dsp:nvSpPr>
        <dsp:cNvPr id="0" name=""/>
        <dsp:cNvSpPr/>
      </dsp:nvSpPr>
      <dsp:spPr>
        <a:xfrm>
          <a:off x="0" y="3021684"/>
          <a:ext cx="3135313" cy="743535"/>
        </a:xfrm>
        <a:prstGeom prst="roundRect">
          <a:avLst/>
        </a:prstGeom>
        <a:solidFill>
          <a:schemeClr val="accent5">
            <a:hueOff val="1767588"/>
            <a:satOff val="-8452"/>
            <a:lumOff val="92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Script Blockers</a:t>
          </a:r>
        </a:p>
      </dsp:txBody>
      <dsp:txXfrm>
        <a:off x="36296" y="3057980"/>
        <a:ext cx="3062721" cy="670943"/>
      </dsp:txXfrm>
    </dsp:sp>
    <dsp:sp modelId="{30AE37AC-52EE-4D2A-AFB7-A86956CAFC38}">
      <dsp:nvSpPr>
        <dsp:cNvPr id="0" name=""/>
        <dsp:cNvSpPr/>
      </dsp:nvSpPr>
      <dsp:spPr>
        <a:xfrm>
          <a:off x="0" y="3854500"/>
          <a:ext cx="3135313" cy="743535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Content Blockers</a:t>
          </a:r>
        </a:p>
      </dsp:txBody>
      <dsp:txXfrm>
        <a:off x="36296" y="3890796"/>
        <a:ext cx="3062721" cy="670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Web Browsing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CF952-0EC2-1883-A372-3C2F9AE5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Web Browsers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E88911-F577-47F8-F240-01327ED93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58514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5866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41CBB-6DAA-D6EB-E79F-D9D354C4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Browsers - Examples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631665-7238-F25E-1E83-1F0C65326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88274" y="2057400"/>
            <a:ext cx="778211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50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662E1-B9BB-9024-58A9-1487D255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Malware</a:t>
            </a:r>
          </a:p>
        </p:txBody>
      </p:sp>
      <p:pic>
        <p:nvPicPr>
          <p:cNvPr id="2050" name="Picture 2" descr="Beware: 🎉 CONGRATULATIONS! You've Won a FREE iPhone 15 + $1,000 Gift Card!  🎁 | Directorate for ICT Support (DICTS)">
            <a:extLst>
              <a:ext uri="{FF2B5EF4-FFF2-40B4-BE49-F238E27FC236}">
                <a16:creationId xmlns:a16="http://schemas.microsoft.com/office/drawing/2014/main" id="{7A96CC14-3B87-1E27-C169-B0DF6D6CAF5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6228" y="857675"/>
            <a:ext cx="4125386" cy="514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035A1-B087-2AE7-204C-F75CE82AA2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Can be found on untrustworthy websites</a:t>
            </a:r>
          </a:p>
          <a:p>
            <a:r>
              <a:rPr lang="en-US" dirty="0"/>
              <a:t>Visiting compromised websites</a:t>
            </a:r>
          </a:p>
          <a:p>
            <a:r>
              <a:rPr lang="en-US" dirty="0"/>
              <a:t>Clicking on malicious advertisements</a:t>
            </a:r>
          </a:p>
          <a:p>
            <a:r>
              <a:rPr lang="en-US" dirty="0"/>
              <a:t>Fall for phishing scams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1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CBB918-26B1-540F-07F5-27E7011C6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Types </a:t>
            </a:r>
            <a:r>
              <a:rPr lang="en-US" b="1" dirty="0" err="1"/>
              <a:t>Mal</a:t>
            </a:r>
            <a:r>
              <a:rPr lang="en-US" dirty="0" err="1"/>
              <a:t>’icous</a:t>
            </a:r>
            <a:r>
              <a:rPr lang="en-US" dirty="0"/>
              <a:t> </a:t>
            </a:r>
            <a:r>
              <a:rPr lang="en-US" dirty="0" err="1"/>
              <a:t>Soft’</a:t>
            </a:r>
            <a:r>
              <a:rPr lang="en-US" b="1" dirty="0" err="1"/>
              <a:t>ware</a:t>
            </a:r>
            <a:endParaRPr lang="en-US" b="1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35FFD24A-FD59-3953-63E2-659E6ADB3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6446155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7194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AA84-5098-DCB7-4024-A79A8233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Safe Web Browsing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DFAADD-E6C1-4045-F61A-167A7D5292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821505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686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812-01BD-B93C-2C05-CEFFD6503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Safe Web Browsing – Cont.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4E02CC-8E46-E390-C106-4B1D7F4AF0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148589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947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CA8D-F3C7-6A84-55A7-752BBFE28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Safe Web Browsing – Cont.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555E96-249C-5641-B800-2280EF449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025281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47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6DE0-EA66-C9B2-04E6-5CCD0894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Features with Browsers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C495E5-DB11-BCED-D892-2F6C6CC7D0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829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E53A-9695-1FC8-1864-CD726B72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Features with Browsers Cont.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9F253A-2053-9B78-368E-0A87576C53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494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1DF8-9D69-1455-3763-BDFE6A892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Types of ACTIVE Content - </a:t>
            </a:r>
            <a:r>
              <a:rPr lang="en-US" dirty="0" err="1"/>
              <a:t>Javascript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7792FB-6C1C-9748-3B3C-45E93DD154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770350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8102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D45EB-A3B4-EF77-0A68-BC1611B2F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Types of ACTIVE Content – HTML5 API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C4CA597-553C-E078-2820-FDF1354AB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090279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679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0667-3C7C-9E46-763F-68AF47ED6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Types of ACTIVE Content - CSS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FAF2744-707C-391E-FD14-A77126A016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685023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61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1CA7-9661-1F35-4EBC-2CE15054A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Extensions and </a:t>
            </a:r>
            <a:br>
              <a:rPr lang="en-US" sz="4800" dirty="0"/>
            </a:br>
            <a:r>
              <a:rPr lang="en-US" sz="4800" dirty="0"/>
              <a:t>Add-ons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FA8D24-884B-67F7-E578-113052A1A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7231738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8270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34BD-41DE-B037-43FB-EF81C065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with Extensions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0FF340-3604-341E-E12D-97583CAB2E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1114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9250-5D31-10B4-8109-F0C044CD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Browsing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3A7A3D-BD07-320F-50BA-42A17DEAF5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3268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AA98-8A10-8061-C7E7-EDFCDDC1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06" y="876299"/>
            <a:ext cx="6826371" cy="512127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Blockers for Web Browsing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D313E5-ED6F-0D8C-D86A-54049C7AE7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271349"/>
              </p:ext>
            </p:extLst>
          </p:nvPr>
        </p:nvGraphicFramePr>
        <p:xfrm>
          <a:off x="8185150" y="876300"/>
          <a:ext cx="3135313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9424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F7056-4CCA-B82A-1D8F-FB38B672A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Digital Certificates</a:t>
            </a:r>
          </a:p>
        </p:txBody>
      </p:sp>
      <p:pic>
        <p:nvPicPr>
          <p:cNvPr id="3074" name="Picture 2" descr="What does it mean if there is no lock symbol in any browser while browsing  to">
            <a:extLst>
              <a:ext uri="{FF2B5EF4-FFF2-40B4-BE49-F238E27FC236}">
                <a16:creationId xmlns:a16="http://schemas.microsoft.com/office/drawing/2014/main" id="{86C41BB4-C798-1755-68C9-8C8F5F821F3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410299"/>
            <a:ext cx="6045576" cy="403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AF727-A519-3BFB-0E60-27C307495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Reputation</a:t>
            </a:r>
          </a:p>
          <a:p>
            <a:r>
              <a:rPr lang="en-US" sz="1600"/>
              <a:t>Authentication</a:t>
            </a:r>
          </a:p>
          <a:p>
            <a:r>
              <a:rPr lang="en-US" sz="1600"/>
              <a:t>Encryption</a:t>
            </a:r>
          </a:p>
          <a:p>
            <a:r>
              <a:rPr lang="en-US" sz="1600"/>
              <a:t>Ensures no one is listening in</a:t>
            </a:r>
          </a:p>
        </p:txBody>
      </p:sp>
    </p:spTree>
    <p:extLst>
      <p:ext uri="{BB962C8B-B14F-4D97-AF65-F5344CB8AC3E}">
        <p14:creationId xmlns:p14="http://schemas.microsoft.com/office/powerpoint/2010/main" val="855530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33</TotalTime>
  <Words>471</Words>
  <Application>Microsoft Office PowerPoint</Application>
  <PresentationFormat>Widescreen</PresentationFormat>
  <Paragraphs>122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Corbel</vt:lpstr>
      <vt:lpstr>Basis</vt:lpstr>
      <vt:lpstr>Chapter 13</vt:lpstr>
      <vt:lpstr>Web Browsers</vt:lpstr>
      <vt:lpstr>Web Browsers - Examples</vt:lpstr>
      <vt:lpstr>Malware</vt:lpstr>
      <vt:lpstr>Types Mal’icous Soft’ware</vt:lpstr>
      <vt:lpstr>Safe Web Browsing</vt:lpstr>
      <vt:lpstr>Safe Web Browsing – Cont.</vt:lpstr>
      <vt:lpstr>Safe Web Browsing – Cont.</vt:lpstr>
      <vt:lpstr>Different Features with Browsers</vt:lpstr>
      <vt:lpstr>Different Features with Browsers Cont.</vt:lpstr>
      <vt:lpstr>Types of ACTIVE Content - Javascript</vt:lpstr>
      <vt:lpstr>Types of ACTIVE Content – HTML5 API</vt:lpstr>
      <vt:lpstr>Types of ACTIVE Content - CSS</vt:lpstr>
      <vt:lpstr>Extensions and  Add-ons</vt:lpstr>
      <vt:lpstr>Best Practices with Extensions</vt:lpstr>
      <vt:lpstr>Private Browsing</vt:lpstr>
      <vt:lpstr>Blockers for Web Browsing</vt:lpstr>
      <vt:lpstr>Digital Certificates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4</cp:revision>
  <dcterms:created xsi:type="dcterms:W3CDTF">2025-05-27T16:37:30Z</dcterms:created>
  <dcterms:modified xsi:type="dcterms:W3CDTF">2025-06-12T01:44:55Z</dcterms:modified>
</cp:coreProperties>
</file>