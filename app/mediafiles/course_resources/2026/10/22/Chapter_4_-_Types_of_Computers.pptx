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7AC07-1597-4CB6-86BE-71BDC9F4B46D}" v="3" dt="2025-05-27T16:37:40.318"/>
    <p1510:client id="{F03D7F00-8CAC-4FA0-9DA0-AF5F22C8FA0C}" v="10" dt="2025-05-27T17:57:10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F03D7F00-8CAC-4FA0-9DA0-AF5F22C8FA0C}"/>
    <pc:docChg chg="undo custSel addSld modSld">
      <pc:chgData name="Haskell, JT" userId="43ae342c-01b7-44d1-9e4c-5ccd6bbabb0e" providerId="ADAL" clId="{F03D7F00-8CAC-4FA0-9DA0-AF5F22C8FA0C}" dt="2025-05-27T17:57:26.079" v="1463" actId="26606"/>
      <pc:docMkLst>
        <pc:docMk/>
      </pc:docMkLst>
      <pc:sldChg chg="modSp mod">
        <pc:chgData name="Haskell, JT" userId="43ae342c-01b7-44d1-9e4c-5ccd6bbabb0e" providerId="ADAL" clId="{F03D7F00-8CAC-4FA0-9DA0-AF5F22C8FA0C}" dt="2025-05-27T16:39:37.625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F03D7F00-8CAC-4FA0-9DA0-AF5F22C8FA0C}" dt="2025-05-27T16:39:29.75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F03D7F00-8CAC-4FA0-9DA0-AF5F22C8FA0C}" dt="2025-05-27T16:39:37.625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addSp modSp new mod setBg">
        <pc:chgData name="Haskell, JT" userId="43ae342c-01b7-44d1-9e4c-5ccd6bbabb0e" providerId="ADAL" clId="{F03D7F00-8CAC-4FA0-9DA0-AF5F22C8FA0C}" dt="2025-05-27T17:45:25.015" v="230" actId="26606"/>
        <pc:sldMkLst>
          <pc:docMk/>
          <pc:sldMk cId="3245727159" sldId="265"/>
        </pc:sldMkLst>
        <pc:spChg chg="mod">
          <ac:chgData name="Haskell, JT" userId="43ae342c-01b7-44d1-9e4c-5ccd6bbabb0e" providerId="ADAL" clId="{F03D7F00-8CAC-4FA0-9DA0-AF5F22C8FA0C}" dt="2025-05-27T17:45:25.015" v="230" actId="26606"/>
          <ac:spMkLst>
            <pc:docMk/>
            <pc:sldMk cId="3245727159" sldId="265"/>
            <ac:spMk id="2" creationId="{A58041B1-38DA-9CD8-4083-937A12F2030A}"/>
          </ac:spMkLst>
        </pc:spChg>
        <pc:spChg chg="mod">
          <ac:chgData name="Haskell, JT" userId="43ae342c-01b7-44d1-9e4c-5ccd6bbabb0e" providerId="ADAL" clId="{F03D7F00-8CAC-4FA0-9DA0-AF5F22C8FA0C}" dt="2025-05-27T17:45:25.015" v="230" actId="26606"/>
          <ac:spMkLst>
            <pc:docMk/>
            <pc:sldMk cId="3245727159" sldId="265"/>
            <ac:spMk id="3" creationId="{39BDD7CD-9742-843B-6B0F-F460D0E161A3}"/>
          </ac:spMkLst>
        </pc:spChg>
        <pc:spChg chg="add">
          <ac:chgData name="Haskell, JT" userId="43ae342c-01b7-44d1-9e4c-5ccd6bbabb0e" providerId="ADAL" clId="{F03D7F00-8CAC-4FA0-9DA0-AF5F22C8FA0C}" dt="2025-05-27T17:45:25.015" v="230" actId="26606"/>
          <ac:spMkLst>
            <pc:docMk/>
            <pc:sldMk cId="3245727159" sldId="265"/>
            <ac:spMk id="8" creationId="{7578A52D-2496-4956-A9A4-EA5C38B2F1FC}"/>
          </ac:spMkLst>
        </pc:spChg>
        <pc:spChg chg="add">
          <ac:chgData name="Haskell, JT" userId="43ae342c-01b7-44d1-9e4c-5ccd6bbabb0e" providerId="ADAL" clId="{F03D7F00-8CAC-4FA0-9DA0-AF5F22C8FA0C}" dt="2025-05-27T17:45:25.015" v="230" actId="26606"/>
          <ac:spMkLst>
            <pc:docMk/>
            <pc:sldMk cId="3245727159" sldId="265"/>
            <ac:spMk id="10" creationId="{9809C8E2-EF9B-4E0B-A17E-836DE0508E76}"/>
          </ac:spMkLst>
        </pc:spChg>
        <pc:spChg chg="add">
          <ac:chgData name="Haskell, JT" userId="43ae342c-01b7-44d1-9e4c-5ccd6bbabb0e" providerId="ADAL" clId="{F03D7F00-8CAC-4FA0-9DA0-AF5F22C8FA0C}" dt="2025-05-27T17:45:25.015" v="230" actId="26606"/>
          <ac:spMkLst>
            <pc:docMk/>
            <pc:sldMk cId="3245727159" sldId="265"/>
            <ac:spMk id="12" creationId="{61EB557E-621E-4254-B750-85274C5F4D5C}"/>
          </ac:spMkLst>
        </pc:spChg>
      </pc:sldChg>
      <pc:sldChg chg="addSp delSp modSp new mod setBg modClrScheme chgLayout">
        <pc:chgData name="Haskell, JT" userId="43ae342c-01b7-44d1-9e4c-5ccd6bbabb0e" providerId="ADAL" clId="{F03D7F00-8CAC-4FA0-9DA0-AF5F22C8FA0C}" dt="2025-05-27T17:46:40.176" v="368" actId="26606"/>
        <pc:sldMkLst>
          <pc:docMk/>
          <pc:sldMk cId="3757540370" sldId="266"/>
        </pc:sldMkLst>
        <pc:spChg chg="mod ord">
          <ac:chgData name="Haskell, JT" userId="43ae342c-01b7-44d1-9e4c-5ccd6bbabb0e" providerId="ADAL" clId="{F03D7F00-8CAC-4FA0-9DA0-AF5F22C8FA0C}" dt="2025-05-27T17:46:40.176" v="368" actId="26606"/>
          <ac:spMkLst>
            <pc:docMk/>
            <pc:sldMk cId="3757540370" sldId="266"/>
            <ac:spMk id="2" creationId="{AACA27B7-15CB-8C66-4D45-16E803C50482}"/>
          </ac:spMkLst>
        </pc:spChg>
        <pc:spChg chg="mod ord">
          <ac:chgData name="Haskell, JT" userId="43ae342c-01b7-44d1-9e4c-5ccd6bbabb0e" providerId="ADAL" clId="{F03D7F00-8CAC-4FA0-9DA0-AF5F22C8FA0C}" dt="2025-05-27T17:46:40.176" v="368" actId="26606"/>
          <ac:spMkLst>
            <pc:docMk/>
            <pc:sldMk cId="3757540370" sldId="266"/>
            <ac:spMk id="3" creationId="{14811B55-EA1B-861C-E1AA-10AB341C6D7F}"/>
          </ac:spMkLst>
        </pc:spChg>
        <pc:spChg chg="add del">
          <ac:chgData name="Haskell, JT" userId="43ae342c-01b7-44d1-9e4c-5ccd6bbabb0e" providerId="ADAL" clId="{F03D7F00-8CAC-4FA0-9DA0-AF5F22C8FA0C}" dt="2025-05-27T17:46:16.463" v="365" actId="22"/>
          <ac:spMkLst>
            <pc:docMk/>
            <pc:sldMk cId="3757540370" sldId="266"/>
            <ac:spMk id="5" creationId="{91C32033-0469-9F9B-1E2C-EE552C83363A}"/>
          </ac:spMkLst>
        </pc:spChg>
        <pc:spChg chg="add del mod ord">
          <ac:chgData name="Haskell, JT" userId="43ae342c-01b7-44d1-9e4c-5ccd6bbabb0e" providerId="ADAL" clId="{F03D7F00-8CAC-4FA0-9DA0-AF5F22C8FA0C}" dt="2025-05-27T17:46:37.396" v="367" actId="22"/>
          <ac:spMkLst>
            <pc:docMk/>
            <pc:sldMk cId="3757540370" sldId="266"/>
            <ac:spMk id="6" creationId="{D1803EF5-5779-9E8A-3B9F-55A398A3BFD6}"/>
          </ac:spMkLst>
        </pc:spChg>
        <pc:spChg chg="add">
          <ac:chgData name="Haskell, JT" userId="43ae342c-01b7-44d1-9e4c-5ccd6bbabb0e" providerId="ADAL" clId="{F03D7F00-8CAC-4FA0-9DA0-AF5F22C8FA0C}" dt="2025-05-27T17:46:40.176" v="368" actId="26606"/>
          <ac:spMkLst>
            <pc:docMk/>
            <pc:sldMk cId="3757540370" sldId="266"/>
            <ac:spMk id="13" creationId="{368A5362-EC3B-4BE3-804B-E6B289AF8A36}"/>
          </ac:spMkLst>
        </pc:spChg>
        <pc:picChg chg="add mod ord">
          <ac:chgData name="Haskell, JT" userId="43ae342c-01b7-44d1-9e4c-5ccd6bbabb0e" providerId="ADAL" clId="{F03D7F00-8CAC-4FA0-9DA0-AF5F22C8FA0C}" dt="2025-05-27T17:46:40.176" v="368" actId="26606"/>
          <ac:picMkLst>
            <pc:docMk/>
            <pc:sldMk cId="3757540370" sldId="266"/>
            <ac:picMk id="8" creationId="{9011B8FB-A966-42CB-4774-B388A4732D72}"/>
          </ac:picMkLst>
        </pc:picChg>
      </pc:sldChg>
      <pc:sldChg chg="addSp delSp modSp new mod setBg">
        <pc:chgData name="Haskell, JT" userId="43ae342c-01b7-44d1-9e4c-5ccd6bbabb0e" providerId="ADAL" clId="{F03D7F00-8CAC-4FA0-9DA0-AF5F22C8FA0C}" dt="2025-05-27T17:48:27.282" v="563" actId="26606"/>
        <pc:sldMkLst>
          <pc:docMk/>
          <pc:sldMk cId="1397704943" sldId="267"/>
        </pc:sldMkLst>
        <pc:spChg chg="mod">
          <ac:chgData name="Haskell, JT" userId="43ae342c-01b7-44d1-9e4c-5ccd6bbabb0e" providerId="ADAL" clId="{F03D7F00-8CAC-4FA0-9DA0-AF5F22C8FA0C}" dt="2025-05-27T17:48:27.282" v="563" actId="26606"/>
          <ac:spMkLst>
            <pc:docMk/>
            <pc:sldMk cId="1397704943" sldId="267"/>
            <ac:spMk id="2" creationId="{F8210564-1FF5-9ECC-AC26-68CE9BF1C4B6}"/>
          </ac:spMkLst>
        </pc:spChg>
        <pc:spChg chg="mod ord">
          <ac:chgData name="Haskell, JT" userId="43ae342c-01b7-44d1-9e4c-5ccd6bbabb0e" providerId="ADAL" clId="{F03D7F00-8CAC-4FA0-9DA0-AF5F22C8FA0C}" dt="2025-05-27T17:48:27.282" v="563" actId="26606"/>
          <ac:spMkLst>
            <pc:docMk/>
            <pc:sldMk cId="1397704943" sldId="267"/>
            <ac:spMk id="3" creationId="{3CDD4B78-0E57-4D54-52EE-701F56A34D7E}"/>
          </ac:spMkLst>
        </pc:spChg>
        <pc:spChg chg="del">
          <ac:chgData name="Haskell, JT" userId="43ae342c-01b7-44d1-9e4c-5ccd6bbabb0e" providerId="ADAL" clId="{F03D7F00-8CAC-4FA0-9DA0-AF5F22C8FA0C}" dt="2025-05-27T17:48:24.909" v="562"/>
          <ac:spMkLst>
            <pc:docMk/>
            <pc:sldMk cId="1397704943" sldId="267"/>
            <ac:spMk id="4" creationId="{DEA365F8-6B01-C3F1-7761-49408E7720E5}"/>
          </ac:spMkLst>
        </pc:spChg>
        <pc:spChg chg="add">
          <ac:chgData name="Haskell, JT" userId="43ae342c-01b7-44d1-9e4c-5ccd6bbabb0e" providerId="ADAL" clId="{F03D7F00-8CAC-4FA0-9DA0-AF5F22C8FA0C}" dt="2025-05-27T17:48:27.282" v="563" actId="26606"/>
          <ac:spMkLst>
            <pc:docMk/>
            <pc:sldMk cId="1397704943" sldId="267"/>
            <ac:spMk id="1031" creationId="{368A5362-EC3B-4BE3-804B-E6B289AF8A36}"/>
          </ac:spMkLst>
        </pc:spChg>
        <pc:picChg chg="add mod">
          <ac:chgData name="Haskell, JT" userId="43ae342c-01b7-44d1-9e4c-5ccd6bbabb0e" providerId="ADAL" clId="{F03D7F00-8CAC-4FA0-9DA0-AF5F22C8FA0C}" dt="2025-05-27T17:48:27.282" v="563" actId="26606"/>
          <ac:picMkLst>
            <pc:docMk/>
            <pc:sldMk cId="1397704943" sldId="267"/>
            <ac:picMk id="1026" creationId="{ED3195CF-BC95-7E42-7CBC-5331AE21C8BA}"/>
          </ac:picMkLst>
        </pc:picChg>
      </pc:sldChg>
      <pc:sldChg chg="addSp delSp modSp new mod setBg">
        <pc:chgData name="Haskell, JT" userId="43ae342c-01b7-44d1-9e4c-5ccd6bbabb0e" providerId="ADAL" clId="{F03D7F00-8CAC-4FA0-9DA0-AF5F22C8FA0C}" dt="2025-05-27T17:49:37.623" v="696" actId="26606"/>
        <pc:sldMkLst>
          <pc:docMk/>
          <pc:sldMk cId="4226710894" sldId="268"/>
        </pc:sldMkLst>
        <pc:spChg chg="mod">
          <ac:chgData name="Haskell, JT" userId="43ae342c-01b7-44d1-9e4c-5ccd6bbabb0e" providerId="ADAL" clId="{F03D7F00-8CAC-4FA0-9DA0-AF5F22C8FA0C}" dt="2025-05-27T17:49:37.623" v="696" actId="26606"/>
          <ac:spMkLst>
            <pc:docMk/>
            <pc:sldMk cId="4226710894" sldId="268"/>
            <ac:spMk id="2" creationId="{B4343578-971B-D9BD-1FAA-CF822EF17917}"/>
          </ac:spMkLst>
        </pc:spChg>
        <pc:spChg chg="mod ord">
          <ac:chgData name="Haskell, JT" userId="43ae342c-01b7-44d1-9e4c-5ccd6bbabb0e" providerId="ADAL" clId="{F03D7F00-8CAC-4FA0-9DA0-AF5F22C8FA0C}" dt="2025-05-27T17:49:37.623" v="696" actId="26606"/>
          <ac:spMkLst>
            <pc:docMk/>
            <pc:sldMk cId="4226710894" sldId="268"/>
            <ac:spMk id="3" creationId="{9F31DE01-388E-AB5C-060C-90F2F279ACB8}"/>
          </ac:spMkLst>
        </pc:spChg>
        <pc:spChg chg="del">
          <ac:chgData name="Haskell, JT" userId="43ae342c-01b7-44d1-9e4c-5ccd6bbabb0e" providerId="ADAL" clId="{F03D7F00-8CAC-4FA0-9DA0-AF5F22C8FA0C}" dt="2025-05-27T17:49:35.558" v="695"/>
          <ac:spMkLst>
            <pc:docMk/>
            <pc:sldMk cId="4226710894" sldId="268"/>
            <ac:spMk id="4" creationId="{CCD54AB2-3293-8C69-225A-E6FE719B4D38}"/>
          </ac:spMkLst>
        </pc:spChg>
        <pc:spChg chg="add">
          <ac:chgData name="Haskell, JT" userId="43ae342c-01b7-44d1-9e4c-5ccd6bbabb0e" providerId="ADAL" clId="{F03D7F00-8CAC-4FA0-9DA0-AF5F22C8FA0C}" dt="2025-05-27T17:49:37.623" v="696" actId="26606"/>
          <ac:spMkLst>
            <pc:docMk/>
            <pc:sldMk cId="4226710894" sldId="268"/>
            <ac:spMk id="2055" creationId="{368A5362-EC3B-4BE3-804B-E6B289AF8A36}"/>
          </ac:spMkLst>
        </pc:spChg>
        <pc:picChg chg="add mod">
          <ac:chgData name="Haskell, JT" userId="43ae342c-01b7-44d1-9e4c-5ccd6bbabb0e" providerId="ADAL" clId="{F03D7F00-8CAC-4FA0-9DA0-AF5F22C8FA0C}" dt="2025-05-27T17:49:37.623" v="696" actId="26606"/>
          <ac:picMkLst>
            <pc:docMk/>
            <pc:sldMk cId="4226710894" sldId="268"/>
            <ac:picMk id="2050" creationId="{C712F456-86F5-4B9F-9A7E-1B9A568BCBF9}"/>
          </ac:picMkLst>
        </pc:picChg>
      </pc:sldChg>
      <pc:sldChg chg="addSp delSp modSp new mod setBg">
        <pc:chgData name="Haskell, JT" userId="43ae342c-01b7-44d1-9e4c-5ccd6bbabb0e" providerId="ADAL" clId="{F03D7F00-8CAC-4FA0-9DA0-AF5F22C8FA0C}" dt="2025-05-27T17:51:53.659" v="860" actId="26606"/>
        <pc:sldMkLst>
          <pc:docMk/>
          <pc:sldMk cId="1188943687" sldId="269"/>
        </pc:sldMkLst>
        <pc:spChg chg="mod">
          <ac:chgData name="Haskell, JT" userId="43ae342c-01b7-44d1-9e4c-5ccd6bbabb0e" providerId="ADAL" clId="{F03D7F00-8CAC-4FA0-9DA0-AF5F22C8FA0C}" dt="2025-05-27T17:51:53.659" v="860" actId="26606"/>
          <ac:spMkLst>
            <pc:docMk/>
            <pc:sldMk cId="1188943687" sldId="269"/>
            <ac:spMk id="2" creationId="{2C4CDA61-0007-4160-3B49-CD50A5F8D3ED}"/>
          </ac:spMkLst>
        </pc:spChg>
        <pc:spChg chg="mod">
          <ac:chgData name="Haskell, JT" userId="43ae342c-01b7-44d1-9e4c-5ccd6bbabb0e" providerId="ADAL" clId="{F03D7F00-8CAC-4FA0-9DA0-AF5F22C8FA0C}" dt="2025-05-27T17:51:53.659" v="860" actId="26606"/>
          <ac:spMkLst>
            <pc:docMk/>
            <pc:sldMk cId="1188943687" sldId="269"/>
            <ac:spMk id="3" creationId="{B3C7D4EC-91A8-0A6E-116D-74C8866663D4}"/>
          </ac:spMkLst>
        </pc:spChg>
        <pc:spChg chg="del">
          <ac:chgData name="Haskell, JT" userId="43ae342c-01b7-44d1-9e4c-5ccd6bbabb0e" providerId="ADAL" clId="{F03D7F00-8CAC-4FA0-9DA0-AF5F22C8FA0C}" dt="2025-05-27T17:51:10.156" v="858"/>
          <ac:spMkLst>
            <pc:docMk/>
            <pc:sldMk cId="1188943687" sldId="269"/>
            <ac:spMk id="4" creationId="{7DC706EF-6257-0B5A-9293-98BE7AE2FE75}"/>
          </ac:spMkLst>
        </pc:spChg>
        <pc:spChg chg="add del mod">
          <ac:chgData name="Haskell, JT" userId="43ae342c-01b7-44d1-9e4c-5ccd6bbabb0e" providerId="ADAL" clId="{F03D7F00-8CAC-4FA0-9DA0-AF5F22C8FA0C}" dt="2025-05-27T17:51:50.438" v="859"/>
          <ac:spMkLst>
            <pc:docMk/>
            <pc:sldMk cId="1188943687" sldId="269"/>
            <ac:spMk id="5" creationId="{E714EEA6-14D8-8217-9612-37DDACC9DB07}"/>
          </ac:spMkLst>
        </pc:spChg>
        <pc:spChg chg="add">
          <ac:chgData name="Haskell, JT" userId="43ae342c-01b7-44d1-9e4c-5ccd6bbabb0e" providerId="ADAL" clId="{F03D7F00-8CAC-4FA0-9DA0-AF5F22C8FA0C}" dt="2025-05-27T17:51:53.659" v="860" actId="26606"/>
          <ac:spMkLst>
            <pc:docMk/>
            <pc:sldMk cId="1188943687" sldId="269"/>
            <ac:spMk id="3081" creationId="{6C0DD7BF-8F3D-4D34-A37A-85563D3D62FF}"/>
          </ac:spMkLst>
        </pc:spChg>
        <pc:picChg chg="add mod">
          <ac:chgData name="Haskell, JT" userId="43ae342c-01b7-44d1-9e4c-5ccd6bbabb0e" providerId="ADAL" clId="{F03D7F00-8CAC-4FA0-9DA0-AF5F22C8FA0C}" dt="2025-05-27T17:51:53.659" v="860" actId="26606"/>
          <ac:picMkLst>
            <pc:docMk/>
            <pc:sldMk cId="1188943687" sldId="269"/>
            <ac:picMk id="3076" creationId="{97876424-3877-7628-9B9F-2A8E011D38A3}"/>
          </ac:picMkLst>
        </pc:picChg>
      </pc:sldChg>
      <pc:sldChg chg="addSp delSp modSp new mod setBg">
        <pc:chgData name="Haskell, JT" userId="43ae342c-01b7-44d1-9e4c-5ccd6bbabb0e" providerId="ADAL" clId="{F03D7F00-8CAC-4FA0-9DA0-AF5F22C8FA0C}" dt="2025-05-27T17:53:20.232" v="991" actId="26606"/>
        <pc:sldMkLst>
          <pc:docMk/>
          <pc:sldMk cId="128605704" sldId="270"/>
        </pc:sldMkLst>
        <pc:spChg chg="mod">
          <ac:chgData name="Haskell, JT" userId="43ae342c-01b7-44d1-9e4c-5ccd6bbabb0e" providerId="ADAL" clId="{F03D7F00-8CAC-4FA0-9DA0-AF5F22C8FA0C}" dt="2025-05-27T17:53:20.232" v="991" actId="26606"/>
          <ac:spMkLst>
            <pc:docMk/>
            <pc:sldMk cId="128605704" sldId="270"/>
            <ac:spMk id="2" creationId="{092708C8-B3EE-8202-C3D7-991191743FAD}"/>
          </ac:spMkLst>
        </pc:spChg>
        <pc:spChg chg="mod">
          <ac:chgData name="Haskell, JT" userId="43ae342c-01b7-44d1-9e4c-5ccd6bbabb0e" providerId="ADAL" clId="{F03D7F00-8CAC-4FA0-9DA0-AF5F22C8FA0C}" dt="2025-05-27T17:53:20.232" v="991" actId="26606"/>
          <ac:spMkLst>
            <pc:docMk/>
            <pc:sldMk cId="128605704" sldId="270"/>
            <ac:spMk id="3" creationId="{7531C19C-ECD0-CAE0-0468-B6CCFF71655C}"/>
          </ac:spMkLst>
        </pc:spChg>
        <pc:spChg chg="del">
          <ac:chgData name="Haskell, JT" userId="43ae342c-01b7-44d1-9e4c-5ccd6bbabb0e" providerId="ADAL" clId="{F03D7F00-8CAC-4FA0-9DA0-AF5F22C8FA0C}" dt="2025-05-27T17:53:03.556" v="988"/>
          <ac:spMkLst>
            <pc:docMk/>
            <pc:sldMk cId="128605704" sldId="270"/>
            <ac:spMk id="4" creationId="{9FA436F5-DD37-B27D-954D-FB48A3C59A2D}"/>
          </ac:spMkLst>
        </pc:spChg>
        <pc:spChg chg="add del mod">
          <ac:chgData name="Haskell, JT" userId="43ae342c-01b7-44d1-9e4c-5ccd6bbabb0e" providerId="ADAL" clId="{F03D7F00-8CAC-4FA0-9DA0-AF5F22C8FA0C}" dt="2025-05-27T17:53:04.950" v="989"/>
          <ac:spMkLst>
            <pc:docMk/>
            <pc:sldMk cId="128605704" sldId="270"/>
            <ac:spMk id="5" creationId="{A96A994B-DF19-0A0C-7269-1D02BF47D446}"/>
          </ac:spMkLst>
        </pc:spChg>
        <pc:spChg chg="add del mod">
          <ac:chgData name="Haskell, JT" userId="43ae342c-01b7-44d1-9e4c-5ccd6bbabb0e" providerId="ADAL" clId="{F03D7F00-8CAC-4FA0-9DA0-AF5F22C8FA0C}" dt="2025-05-27T17:53:17.540" v="990"/>
          <ac:spMkLst>
            <pc:docMk/>
            <pc:sldMk cId="128605704" sldId="270"/>
            <ac:spMk id="6" creationId="{9E073DB7-02E2-889F-B1DC-819A9CAF8299}"/>
          </ac:spMkLst>
        </pc:spChg>
        <pc:spChg chg="add">
          <ac:chgData name="Haskell, JT" userId="43ae342c-01b7-44d1-9e4c-5ccd6bbabb0e" providerId="ADAL" clId="{F03D7F00-8CAC-4FA0-9DA0-AF5F22C8FA0C}" dt="2025-05-27T17:53:20.232" v="991" actId="26606"/>
          <ac:spMkLst>
            <pc:docMk/>
            <pc:sldMk cId="128605704" sldId="270"/>
            <ac:spMk id="4107" creationId="{6C0DD7BF-8F3D-4D34-A37A-85563D3D62FF}"/>
          </ac:spMkLst>
        </pc:spChg>
        <pc:picChg chg="add mod">
          <ac:chgData name="Haskell, JT" userId="43ae342c-01b7-44d1-9e4c-5ccd6bbabb0e" providerId="ADAL" clId="{F03D7F00-8CAC-4FA0-9DA0-AF5F22C8FA0C}" dt="2025-05-27T17:53:20.232" v="991" actId="26606"/>
          <ac:picMkLst>
            <pc:docMk/>
            <pc:sldMk cId="128605704" sldId="270"/>
            <ac:picMk id="4102" creationId="{20EED3B1-6F2B-6E02-0A08-D21379854E6C}"/>
          </ac:picMkLst>
        </pc:picChg>
      </pc:sldChg>
      <pc:sldChg chg="addSp delSp modSp new mod setBg">
        <pc:chgData name="Haskell, JT" userId="43ae342c-01b7-44d1-9e4c-5ccd6bbabb0e" providerId="ADAL" clId="{F03D7F00-8CAC-4FA0-9DA0-AF5F22C8FA0C}" dt="2025-05-27T17:54:54.153" v="1194" actId="26606"/>
        <pc:sldMkLst>
          <pc:docMk/>
          <pc:sldMk cId="2312119453" sldId="271"/>
        </pc:sldMkLst>
        <pc:spChg chg="mod">
          <ac:chgData name="Haskell, JT" userId="43ae342c-01b7-44d1-9e4c-5ccd6bbabb0e" providerId="ADAL" clId="{F03D7F00-8CAC-4FA0-9DA0-AF5F22C8FA0C}" dt="2025-05-27T17:54:54.153" v="1194" actId="26606"/>
          <ac:spMkLst>
            <pc:docMk/>
            <pc:sldMk cId="2312119453" sldId="271"/>
            <ac:spMk id="2" creationId="{3D9BE7ED-14B3-EA07-8D76-C23B119DF716}"/>
          </ac:spMkLst>
        </pc:spChg>
        <pc:spChg chg="mod ord">
          <ac:chgData name="Haskell, JT" userId="43ae342c-01b7-44d1-9e4c-5ccd6bbabb0e" providerId="ADAL" clId="{F03D7F00-8CAC-4FA0-9DA0-AF5F22C8FA0C}" dt="2025-05-27T17:54:54.153" v="1194" actId="26606"/>
          <ac:spMkLst>
            <pc:docMk/>
            <pc:sldMk cId="2312119453" sldId="271"/>
            <ac:spMk id="3" creationId="{78850AD8-E140-1920-7403-EEA4E4AB8B24}"/>
          </ac:spMkLst>
        </pc:spChg>
        <pc:spChg chg="del">
          <ac:chgData name="Haskell, JT" userId="43ae342c-01b7-44d1-9e4c-5ccd6bbabb0e" providerId="ADAL" clId="{F03D7F00-8CAC-4FA0-9DA0-AF5F22C8FA0C}" dt="2025-05-27T17:54:52.335" v="1193"/>
          <ac:spMkLst>
            <pc:docMk/>
            <pc:sldMk cId="2312119453" sldId="271"/>
            <ac:spMk id="4" creationId="{68F5F1FA-DABD-C24C-7062-5C69E1793C59}"/>
          </ac:spMkLst>
        </pc:spChg>
        <pc:spChg chg="add">
          <ac:chgData name="Haskell, JT" userId="43ae342c-01b7-44d1-9e4c-5ccd6bbabb0e" providerId="ADAL" clId="{F03D7F00-8CAC-4FA0-9DA0-AF5F22C8FA0C}" dt="2025-05-27T17:54:54.153" v="1194" actId="26606"/>
          <ac:spMkLst>
            <pc:docMk/>
            <pc:sldMk cId="2312119453" sldId="271"/>
            <ac:spMk id="5127" creationId="{368A5362-EC3B-4BE3-804B-E6B289AF8A36}"/>
          </ac:spMkLst>
        </pc:spChg>
        <pc:picChg chg="add mod">
          <ac:chgData name="Haskell, JT" userId="43ae342c-01b7-44d1-9e4c-5ccd6bbabb0e" providerId="ADAL" clId="{F03D7F00-8CAC-4FA0-9DA0-AF5F22C8FA0C}" dt="2025-05-27T17:54:54.153" v="1194" actId="26606"/>
          <ac:picMkLst>
            <pc:docMk/>
            <pc:sldMk cId="2312119453" sldId="271"/>
            <ac:picMk id="5122" creationId="{9AF14375-D8C3-0729-0170-356BE9FA7DED}"/>
          </ac:picMkLst>
        </pc:picChg>
      </pc:sldChg>
      <pc:sldChg chg="addSp delSp modSp new mod setBg">
        <pc:chgData name="Haskell, JT" userId="43ae342c-01b7-44d1-9e4c-5ccd6bbabb0e" providerId="ADAL" clId="{F03D7F00-8CAC-4FA0-9DA0-AF5F22C8FA0C}" dt="2025-05-27T17:56:04.503" v="1311" actId="26606"/>
        <pc:sldMkLst>
          <pc:docMk/>
          <pc:sldMk cId="1243795771" sldId="272"/>
        </pc:sldMkLst>
        <pc:spChg chg="mod">
          <ac:chgData name="Haskell, JT" userId="43ae342c-01b7-44d1-9e4c-5ccd6bbabb0e" providerId="ADAL" clId="{F03D7F00-8CAC-4FA0-9DA0-AF5F22C8FA0C}" dt="2025-05-27T17:56:04.503" v="1311" actId="26606"/>
          <ac:spMkLst>
            <pc:docMk/>
            <pc:sldMk cId="1243795771" sldId="272"/>
            <ac:spMk id="2" creationId="{D3C391F5-9554-FB81-8C6D-82831CA511E5}"/>
          </ac:spMkLst>
        </pc:spChg>
        <pc:spChg chg="mod">
          <ac:chgData name="Haskell, JT" userId="43ae342c-01b7-44d1-9e4c-5ccd6bbabb0e" providerId="ADAL" clId="{F03D7F00-8CAC-4FA0-9DA0-AF5F22C8FA0C}" dt="2025-05-27T17:56:04.503" v="1311" actId="26606"/>
          <ac:spMkLst>
            <pc:docMk/>
            <pc:sldMk cId="1243795771" sldId="272"/>
            <ac:spMk id="3" creationId="{6669B755-D73D-EE8E-BA78-AA36345D4875}"/>
          </ac:spMkLst>
        </pc:spChg>
        <pc:spChg chg="del">
          <ac:chgData name="Haskell, JT" userId="43ae342c-01b7-44d1-9e4c-5ccd6bbabb0e" providerId="ADAL" clId="{F03D7F00-8CAC-4FA0-9DA0-AF5F22C8FA0C}" dt="2025-05-27T17:55:59.393" v="1310"/>
          <ac:spMkLst>
            <pc:docMk/>
            <pc:sldMk cId="1243795771" sldId="272"/>
            <ac:spMk id="4" creationId="{E0E3B53A-C539-7567-23CA-877EE36CB103}"/>
          </ac:spMkLst>
        </pc:spChg>
        <pc:spChg chg="add">
          <ac:chgData name="Haskell, JT" userId="43ae342c-01b7-44d1-9e4c-5ccd6bbabb0e" providerId="ADAL" clId="{F03D7F00-8CAC-4FA0-9DA0-AF5F22C8FA0C}" dt="2025-05-27T17:56:04.503" v="1311" actId="26606"/>
          <ac:spMkLst>
            <pc:docMk/>
            <pc:sldMk cId="1243795771" sldId="272"/>
            <ac:spMk id="6151" creationId="{6C0DD7BF-8F3D-4D34-A37A-85563D3D62FF}"/>
          </ac:spMkLst>
        </pc:spChg>
        <pc:picChg chg="add mod">
          <ac:chgData name="Haskell, JT" userId="43ae342c-01b7-44d1-9e4c-5ccd6bbabb0e" providerId="ADAL" clId="{F03D7F00-8CAC-4FA0-9DA0-AF5F22C8FA0C}" dt="2025-05-27T17:56:04.503" v="1311" actId="26606"/>
          <ac:picMkLst>
            <pc:docMk/>
            <pc:sldMk cId="1243795771" sldId="272"/>
            <ac:picMk id="6146" creationId="{BA3A176D-700E-6302-BAC0-AD9F4D8B8451}"/>
          </ac:picMkLst>
        </pc:picChg>
      </pc:sldChg>
      <pc:sldChg chg="addSp delSp modSp new mod setBg">
        <pc:chgData name="Haskell, JT" userId="43ae342c-01b7-44d1-9e4c-5ccd6bbabb0e" providerId="ADAL" clId="{F03D7F00-8CAC-4FA0-9DA0-AF5F22C8FA0C}" dt="2025-05-27T17:57:26.079" v="1463" actId="26606"/>
        <pc:sldMkLst>
          <pc:docMk/>
          <pc:sldMk cId="529651582" sldId="273"/>
        </pc:sldMkLst>
        <pc:spChg chg="mod">
          <ac:chgData name="Haskell, JT" userId="43ae342c-01b7-44d1-9e4c-5ccd6bbabb0e" providerId="ADAL" clId="{F03D7F00-8CAC-4FA0-9DA0-AF5F22C8FA0C}" dt="2025-05-27T17:57:26.079" v="1463" actId="26606"/>
          <ac:spMkLst>
            <pc:docMk/>
            <pc:sldMk cId="529651582" sldId="273"/>
            <ac:spMk id="2" creationId="{C81F0186-73DC-A172-45D2-391340E4DB19}"/>
          </ac:spMkLst>
        </pc:spChg>
        <pc:spChg chg="mod">
          <ac:chgData name="Haskell, JT" userId="43ae342c-01b7-44d1-9e4c-5ccd6bbabb0e" providerId="ADAL" clId="{F03D7F00-8CAC-4FA0-9DA0-AF5F22C8FA0C}" dt="2025-05-27T17:57:26.079" v="1463" actId="26606"/>
          <ac:spMkLst>
            <pc:docMk/>
            <pc:sldMk cId="529651582" sldId="273"/>
            <ac:spMk id="3" creationId="{8CD70A9C-37FF-1985-9E21-240C7A219974}"/>
          </ac:spMkLst>
        </pc:spChg>
        <pc:spChg chg="del">
          <ac:chgData name="Haskell, JT" userId="43ae342c-01b7-44d1-9e4c-5ccd6bbabb0e" providerId="ADAL" clId="{F03D7F00-8CAC-4FA0-9DA0-AF5F22C8FA0C}" dt="2025-05-27T17:57:10.858" v="1461"/>
          <ac:spMkLst>
            <pc:docMk/>
            <pc:sldMk cId="529651582" sldId="273"/>
            <ac:spMk id="4" creationId="{CB59A801-6745-34A2-3F3A-580D0FEA13E7}"/>
          </ac:spMkLst>
        </pc:spChg>
        <pc:spChg chg="add del mod">
          <ac:chgData name="Haskell, JT" userId="43ae342c-01b7-44d1-9e4c-5ccd6bbabb0e" providerId="ADAL" clId="{F03D7F00-8CAC-4FA0-9DA0-AF5F22C8FA0C}" dt="2025-05-27T17:57:23.218" v="1462" actId="22"/>
          <ac:spMkLst>
            <pc:docMk/>
            <pc:sldMk cId="529651582" sldId="273"/>
            <ac:spMk id="5" creationId="{31FDC57E-4DBA-A8CF-DAAA-87AD26B9CEBC}"/>
          </ac:spMkLst>
        </pc:spChg>
        <pc:spChg chg="add">
          <ac:chgData name="Haskell, JT" userId="43ae342c-01b7-44d1-9e4c-5ccd6bbabb0e" providerId="ADAL" clId="{F03D7F00-8CAC-4FA0-9DA0-AF5F22C8FA0C}" dt="2025-05-27T17:57:26.079" v="1463" actId="26606"/>
          <ac:spMkLst>
            <pc:docMk/>
            <pc:sldMk cId="529651582" sldId="273"/>
            <ac:spMk id="12" creationId="{6C0DD7BF-8F3D-4D34-A37A-85563D3D62FF}"/>
          </ac:spMkLst>
        </pc:spChg>
        <pc:picChg chg="add mod ord">
          <ac:chgData name="Haskell, JT" userId="43ae342c-01b7-44d1-9e4c-5ccd6bbabb0e" providerId="ADAL" clId="{F03D7F00-8CAC-4FA0-9DA0-AF5F22C8FA0C}" dt="2025-05-27T17:57:26.079" v="1463" actId="26606"/>
          <ac:picMkLst>
            <pc:docMk/>
            <pc:sldMk cId="529651582" sldId="273"/>
            <ac:picMk id="7" creationId="{930440C6-CA33-7332-A377-3866BE981C1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Types of Computers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78A52D-2496-4956-A9A4-EA5C38B2F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09C8E2-EF9B-4E0B-A17E-836DE0508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8533" cy="1886373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041B1-38DA-9CD8-4083-937A12F20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Overview of a computer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EB557E-621E-4254-B750-85274C5F4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29841"/>
            <a:ext cx="12192000" cy="43281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DD7CD-9742-843B-6B0F-F460D0E16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852530"/>
            <a:ext cx="9872871" cy="324346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Key hardware every computer may have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Central Processing Unit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Random Access Memory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Storage Devices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Motherboard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Input Devices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Output Devices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Software (Operating System)</a:t>
            </a:r>
          </a:p>
        </p:txBody>
      </p:sp>
    </p:spTree>
    <p:extLst>
      <p:ext uri="{BB962C8B-B14F-4D97-AF65-F5344CB8AC3E}">
        <p14:creationId xmlns:p14="http://schemas.microsoft.com/office/powerpoint/2010/main" val="324572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A27B7-15CB-8C66-4D45-16E803C5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Desktop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11B8FB-A966-42CB-4774-B388A4732D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72064" y="1448083"/>
            <a:ext cx="6045576" cy="39598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11B55-EA1B-861C-E1AA-10AB341C6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Computer designed for a single location</a:t>
            </a:r>
          </a:p>
          <a:p>
            <a:r>
              <a:rPr lang="en-US" sz="1600"/>
              <a:t>System Tower</a:t>
            </a:r>
          </a:p>
          <a:p>
            <a:r>
              <a:rPr lang="en-US" sz="1600"/>
              <a:t>Monitor</a:t>
            </a:r>
          </a:p>
          <a:p>
            <a:r>
              <a:rPr lang="en-US" sz="1600"/>
              <a:t>Keyboard</a:t>
            </a:r>
          </a:p>
          <a:p>
            <a:r>
              <a:rPr lang="en-US" sz="1600"/>
              <a:t>Mouse</a:t>
            </a:r>
          </a:p>
          <a:p>
            <a:r>
              <a:rPr lang="en-US" sz="1600"/>
              <a:t>Great for Performance</a:t>
            </a:r>
          </a:p>
          <a:p>
            <a:r>
              <a:rPr lang="en-US" sz="1600"/>
              <a:t>Lack of Portability</a:t>
            </a:r>
          </a:p>
        </p:txBody>
      </p:sp>
    </p:spTree>
    <p:extLst>
      <p:ext uri="{BB962C8B-B14F-4D97-AF65-F5344CB8AC3E}">
        <p14:creationId xmlns:p14="http://schemas.microsoft.com/office/powerpoint/2010/main" val="375754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10564-1FF5-9ECC-AC26-68CE9BF1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Laptops</a:t>
            </a:r>
          </a:p>
        </p:txBody>
      </p:sp>
      <p:pic>
        <p:nvPicPr>
          <p:cNvPr id="1026" name="Picture 2" descr="Microsoft Surface Laptop 6 - 13in - Intel Core Ultra 7 165H - 16GB - 512GB  - CM SC - ENG US/Canada - Commercial - Platinum">
            <a:extLst>
              <a:ext uri="{FF2B5EF4-FFF2-40B4-BE49-F238E27FC236}">
                <a16:creationId xmlns:a16="http://schemas.microsoft.com/office/drawing/2014/main" id="{ED3195CF-BC95-7E42-7CBC-5331AE21C8B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296944"/>
            <a:ext cx="6045576" cy="4262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4B78-0E57-4D54-52EE-701F56A34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Designed for mobile use</a:t>
            </a:r>
          </a:p>
          <a:p>
            <a:r>
              <a:rPr lang="en-US" sz="1600"/>
              <a:t>Top half contains display</a:t>
            </a:r>
          </a:p>
          <a:p>
            <a:r>
              <a:rPr lang="en-US" sz="1600"/>
              <a:t>Bottom half contains</a:t>
            </a:r>
          </a:p>
          <a:p>
            <a:pPr lvl="1"/>
            <a:r>
              <a:rPr lang="en-US" sz="1600"/>
              <a:t>Keyboard</a:t>
            </a:r>
          </a:p>
          <a:p>
            <a:pPr lvl="1"/>
            <a:r>
              <a:rPr lang="en-US" sz="1600"/>
              <a:t>Touchpad</a:t>
            </a:r>
          </a:p>
          <a:p>
            <a:pPr lvl="1"/>
            <a:r>
              <a:rPr lang="en-US" sz="1600"/>
              <a:t>CPU</a:t>
            </a:r>
          </a:p>
          <a:p>
            <a:pPr lvl="1"/>
            <a:r>
              <a:rPr lang="en-US" sz="1600"/>
              <a:t>RAM</a:t>
            </a:r>
          </a:p>
          <a:p>
            <a:pPr lvl="1"/>
            <a:r>
              <a:rPr lang="en-US" sz="1600"/>
              <a:t>Storage</a:t>
            </a:r>
          </a:p>
          <a:p>
            <a:pPr lvl="1"/>
            <a:r>
              <a:rPr lang="en-US" sz="1600"/>
              <a:t>Battery</a:t>
            </a:r>
          </a:p>
          <a:p>
            <a:r>
              <a:rPr lang="en-US" sz="1600"/>
              <a:t>Hard to upgrade or repair</a:t>
            </a:r>
          </a:p>
        </p:txBody>
      </p:sp>
    </p:spTree>
    <p:extLst>
      <p:ext uri="{BB962C8B-B14F-4D97-AF65-F5344CB8AC3E}">
        <p14:creationId xmlns:p14="http://schemas.microsoft.com/office/powerpoint/2010/main" val="1397704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43578-971B-D9BD-1FAA-CF822EF17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Server</a:t>
            </a:r>
          </a:p>
        </p:txBody>
      </p:sp>
      <p:pic>
        <p:nvPicPr>
          <p:cNvPr id="2050" name="Picture 2" descr="ThinkSystem SR665 front-angled right view">
            <a:extLst>
              <a:ext uri="{FF2B5EF4-FFF2-40B4-BE49-F238E27FC236}">
                <a16:creationId xmlns:a16="http://schemas.microsoft.com/office/drawing/2014/main" id="{C712F456-86F5-4B9F-9A7E-1B9A568BCBF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4517" y="857675"/>
            <a:ext cx="5140669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1DE01-388E-AB5C-060C-90F2F279A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Provides services to clients</a:t>
            </a:r>
          </a:p>
          <a:p>
            <a:r>
              <a:rPr lang="en-US" sz="1600"/>
              <a:t>Web Servers</a:t>
            </a:r>
          </a:p>
          <a:p>
            <a:r>
              <a:rPr lang="en-US" sz="1600"/>
              <a:t>File Servers</a:t>
            </a:r>
          </a:p>
          <a:p>
            <a:r>
              <a:rPr lang="en-US" sz="1600"/>
              <a:t>Game Servers</a:t>
            </a:r>
          </a:p>
          <a:p>
            <a:r>
              <a:rPr lang="en-US" sz="1600"/>
              <a:t>HIGH performance</a:t>
            </a:r>
          </a:p>
          <a:p>
            <a:r>
              <a:rPr lang="en-US" sz="1600"/>
              <a:t>Redundant</a:t>
            </a:r>
          </a:p>
          <a:p>
            <a:r>
              <a:rPr lang="en-US" sz="1600"/>
              <a:t>Expensive</a:t>
            </a:r>
          </a:p>
        </p:txBody>
      </p:sp>
    </p:spTree>
    <p:extLst>
      <p:ext uri="{BB962C8B-B14F-4D97-AF65-F5344CB8AC3E}">
        <p14:creationId xmlns:p14="http://schemas.microsoft.com/office/powerpoint/2010/main" val="422671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080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CDA61-0007-4160-3B49-CD50A5F8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0335"/>
            <a:ext cx="5199926" cy="14432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Smartphones and Tablets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7D4EC-91A8-0A6E-116D-74C886666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2" y="2546430"/>
            <a:ext cx="5084178" cy="35495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Highly portable</a:t>
            </a:r>
          </a:p>
          <a:p>
            <a:r>
              <a:rPr lang="en-US" sz="1800"/>
              <a:t>Like a laptop</a:t>
            </a:r>
          </a:p>
          <a:p>
            <a:r>
              <a:rPr lang="en-US" sz="1800"/>
              <a:t>Uses touchscreen for main input</a:t>
            </a:r>
          </a:p>
          <a:p>
            <a:r>
              <a:rPr lang="en-US" sz="1800"/>
              <a:t>Great for day to day </a:t>
            </a:r>
          </a:p>
          <a:p>
            <a:r>
              <a:rPr lang="en-US" sz="1800"/>
              <a:t>Usually not very strong</a:t>
            </a:r>
          </a:p>
          <a:p>
            <a:r>
              <a:rPr lang="en-US" sz="1800"/>
              <a:t>Hard to repair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7876424-3877-7628-9B9F-2A8E011D38A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0" r="2" b="2423"/>
          <a:stretch>
            <a:fillRect/>
          </a:stretch>
        </p:blipFill>
        <p:spPr bwMode="auto">
          <a:xfrm>
            <a:off x="6636743" y="1238487"/>
            <a:ext cx="4741120" cy="449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894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Rectangle 4106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2708C8-B3EE-8202-C3D7-99119174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0335"/>
            <a:ext cx="5199926" cy="14432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E-Readers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1C19C-ECD0-CAE0-0468-B6CCFF716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2" y="2546430"/>
            <a:ext cx="5084178" cy="35495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Long battery life</a:t>
            </a:r>
          </a:p>
          <a:p>
            <a:r>
              <a:rPr lang="en-US" sz="1800"/>
              <a:t>Very portable</a:t>
            </a:r>
          </a:p>
          <a:p>
            <a:r>
              <a:rPr lang="en-US" sz="1800"/>
              <a:t>E ink screens usually</a:t>
            </a:r>
          </a:p>
          <a:p>
            <a:r>
              <a:rPr lang="en-US" sz="1800"/>
              <a:t>Single purpose</a:t>
            </a:r>
          </a:p>
          <a:p>
            <a:r>
              <a:rPr lang="en-US" sz="1800"/>
              <a:t>Slow refresh rate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20EED3B1-6F2B-6E02-0A08-D21379854E6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3" r="2" b="1931"/>
          <a:stretch>
            <a:fillRect/>
          </a:stretch>
        </p:blipFill>
        <p:spPr bwMode="auto">
          <a:xfrm>
            <a:off x="6636743" y="1238487"/>
            <a:ext cx="4741120" cy="449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05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BE7ED-14B3-EA07-8D76-C23B119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Exercise Equipment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AF14375-D8C3-0729-0170-356BE9FA7DE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4517" y="857675"/>
            <a:ext cx="5140669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0AD8-E140-1920-7403-EEA4E4AB8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A lot connected to internet</a:t>
            </a:r>
          </a:p>
          <a:p>
            <a:r>
              <a:rPr lang="en-US" sz="1600"/>
              <a:t>Pre-programmed workouts</a:t>
            </a:r>
          </a:p>
          <a:p>
            <a:r>
              <a:rPr lang="en-US" sz="1600"/>
              <a:t>Performance tracking</a:t>
            </a:r>
          </a:p>
          <a:p>
            <a:r>
              <a:rPr lang="en-US" sz="1600"/>
              <a:t>Heart Rate Monitoring</a:t>
            </a:r>
          </a:p>
          <a:p>
            <a:r>
              <a:rPr lang="en-US" sz="1600"/>
              <a:t>Bad security</a:t>
            </a:r>
          </a:p>
          <a:p>
            <a:r>
              <a:rPr lang="en-US" sz="1600"/>
              <a:t>Usually doesn’t have updates</a:t>
            </a:r>
          </a:p>
        </p:txBody>
      </p:sp>
    </p:spTree>
    <p:extLst>
      <p:ext uri="{BB962C8B-B14F-4D97-AF65-F5344CB8AC3E}">
        <p14:creationId xmlns:p14="http://schemas.microsoft.com/office/powerpoint/2010/main" val="2312119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391F5-9554-FB81-8C6D-82831CA5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0335"/>
            <a:ext cx="5199926" cy="14432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Wearables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9B755-D73D-EE8E-BA78-AA36345D4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2" y="2546430"/>
            <a:ext cx="5084178" cy="35495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Smartwatches</a:t>
            </a:r>
          </a:p>
          <a:p>
            <a:r>
              <a:rPr lang="en-US" sz="1800"/>
              <a:t>Fitness Trackers</a:t>
            </a:r>
          </a:p>
          <a:p>
            <a:r>
              <a:rPr lang="en-US" sz="1800"/>
              <a:t>Smart Jewelry</a:t>
            </a:r>
          </a:p>
          <a:p>
            <a:r>
              <a:rPr lang="en-US" sz="1800"/>
              <a:t>Smart Glasses </a:t>
            </a:r>
          </a:p>
          <a:p>
            <a:r>
              <a:rPr lang="en-US" sz="1800"/>
              <a:t>Hearables</a:t>
            </a:r>
          </a:p>
          <a:p>
            <a:r>
              <a:rPr lang="en-US" sz="1800"/>
              <a:t>Bad Security</a:t>
            </a:r>
          </a:p>
          <a:p>
            <a:r>
              <a:rPr lang="en-US" sz="1800"/>
              <a:t>Easy to crack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A3A176D-700E-6302-BAC0-AD9F4D8B845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4" r="12891"/>
          <a:stretch>
            <a:fillRect/>
          </a:stretch>
        </p:blipFill>
        <p:spPr bwMode="auto">
          <a:xfrm>
            <a:off x="6636743" y="1238487"/>
            <a:ext cx="4741120" cy="449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795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1F0186-73DC-A172-45D2-391340E4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0335"/>
            <a:ext cx="5199926" cy="14432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Internet of Things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70A9C-37FF-1985-9E21-240C7A219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2" y="2546430"/>
            <a:ext cx="5084178" cy="35495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Everything in house </a:t>
            </a:r>
          </a:p>
          <a:p>
            <a:r>
              <a:rPr lang="en-US" sz="1800"/>
              <a:t>Light Switches</a:t>
            </a:r>
          </a:p>
          <a:p>
            <a:r>
              <a:rPr lang="en-US" sz="1800"/>
              <a:t>Microwaves</a:t>
            </a:r>
          </a:p>
          <a:p>
            <a:r>
              <a:rPr lang="en-US" sz="1800"/>
              <a:t>Stoves</a:t>
            </a:r>
          </a:p>
          <a:p>
            <a:r>
              <a:rPr lang="en-US" sz="1800"/>
              <a:t>Fridge</a:t>
            </a:r>
          </a:p>
          <a:p>
            <a:r>
              <a:rPr lang="en-US" sz="1800"/>
              <a:t>Washers </a:t>
            </a:r>
          </a:p>
          <a:p>
            <a:r>
              <a:rPr lang="en-US" sz="1800"/>
              <a:t>Weak Security</a:t>
            </a:r>
          </a:p>
          <a:p>
            <a:r>
              <a:rPr lang="en-US" sz="1800"/>
              <a:t>Not updated regularly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0440C6-CA33-7332-A377-3866BE981C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8109" r="-1" b="36451"/>
          <a:stretch>
            <a:fillRect/>
          </a:stretch>
        </p:blipFill>
        <p:spPr bwMode="auto">
          <a:xfrm>
            <a:off x="6636743" y="1238487"/>
            <a:ext cx="4741120" cy="449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651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13</TotalTime>
  <Words>185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Corbel</vt:lpstr>
      <vt:lpstr>Basis</vt:lpstr>
      <vt:lpstr>Chapter 4</vt:lpstr>
      <vt:lpstr>Overview of a computer</vt:lpstr>
      <vt:lpstr>Desktop</vt:lpstr>
      <vt:lpstr>Laptops</vt:lpstr>
      <vt:lpstr>Server</vt:lpstr>
      <vt:lpstr>Smartphones and Tablets</vt:lpstr>
      <vt:lpstr>E-Readers</vt:lpstr>
      <vt:lpstr>Exercise Equipment</vt:lpstr>
      <vt:lpstr>Wearables</vt:lpstr>
      <vt:lpstr>Internet of Things 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1</cp:revision>
  <dcterms:created xsi:type="dcterms:W3CDTF">2025-05-27T16:37:30Z</dcterms:created>
  <dcterms:modified xsi:type="dcterms:W3CDTF">2025-05-27T17:57:29Z</dcterms:modified>
</cp:coreProperties>
</file>