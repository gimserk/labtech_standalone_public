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65" r:id="rId3"/>
    <p:sldId id="269" r:id="rId4"/>
    <p:sldId id="266" r:id="rId5"/>
    <p:sldId id="268" r:id="rId6"/>
    <p:sldId id="267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6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A7AC07-1597-4CB6-86BE-71BDC9F4B46D}" v="3" dt="2025-05-27T16:37:40.3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108" y="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skell, JT" userId="43ae342c-01b7-44d1-9e4c-5ccd6bbabb0e" providerId="ADAL" clId="{CEA7AC07-1597-4CB6-86BE-71BDC9F4B46D}"/>
    <pc:docChg chg="addSld delSld modSld">
      <pc:chgData name="Haskell, JT" userId="43ae342c-01b7-44d1-9e4c-5ccd6bbabb0e" providerId="ADAL" clId="{CEA7AC07-1597-4CB6-86BE-71BDC9F4B46D}" dt="2025-05-27T16:37:47.937" v="27" actId="20577"/>
      <pc:docMkLst>
        <pc:docMk/>
      </pc:docMkLst>
      <pc:sldChg chg="new del">
        <pc:chgData name="Haskell, JT" userId="43ae342c-01b7-44d1-9e4c-5ccd6bbabb0e" providerId="ADAL" clId="{CEA7AC07-1597-4CB6-86BE-71BDC9F4B46D}" dt="2025-05-27T16:37:35.391" v="3" actId="47"/>
        <pc:sldMkLst>
          <pc:docMk/>
          <pc:sldMk cId="2958641131" sldId="256"/>
        </pc:sldMkLst>
      </pc:sldChg>
      <pc:sldChg chg="modSp add mod">
        <pc:chgData name="Haskell, JT" userId="43ae342c-01b7-44d1-9e4c-5ccd6bbabb0e" providerId="ADAL" clId="{CEA7AC07-1597-4CB6-86BE-71BDC9F4B46D}" dt="2025-05-27T16:37:47.937" v="27" actId="20577"/>
        <pc:sldMkLst>
          <pc:docMk/>
          <pc:sldMk cId="409288186" sldId="257"/>
        </pc:sldMkLst>
        <pc:spChg chg="mod">
          <ac:chgData name="Haskell, JT" userId="43ae342c-01b7-44d1-9e4c-5ccd6bbabb0e" providerId="ADAL" clId="{CEA7AC07-1597-4CB6-86BE-71BDC9F4B46D}" dt="2025-05-27T16:37:42.681" v="7" actId="20577"/>
          <ac:spMkLst>
            <pc:docMk/>
            <pc:sldMk cId="409288186" sldId="257"/>
            <ac:spMk id="2" creationId="{848CE82C-BD33-E236-A89C-353C50ECAB9E}"/>
          </ac:spMkLst>
        </pc:spChg>
        <pc:spChg chg="mod">
          <ac:chgData name="Haskell, JT" userId="43ae342c-01b7-44d1-9e4c-5ccd6bbabb0e" providerId="ADAL" clId="{CEA7AC07-1597-4CB6-86BE-71BDC9F4B46D}" dt="2025-05-27T16:37:47.937" v="27" actId="20577"/>
          <ac:spMkLst>
            <pc:docMk/>
            <pc:sldMk cId="409288186" sldId="257"/>
            <ac:spMk id="3" creationId="{C2D6A4F0-EA2D-376B-20E7-F65A3F067D08}"/>
          </ac:spMkLst>
        </pc:spChg>
      </pc:sldChg>
      <pc:sldChg chg="delSp add setBg delDesignElem">
        <pc:chgData name="Haskell, JT" userId="43ae342c-01b7-44d1-9e4c-5ccd6bbabb0e" providerId="ADAL" clId="{CEA7AC07-1597-4CB6-86BE-71BDC9F4B46D}" dt="2025-05-27T16:37:33.442" v="2"/>
        <pc:sldMkLst>
          <pc:docMk/>
          <pc:sldMk cId="1665520183" sldId="264"/>
        </pc:sldMkLst>
        <pc:spChg chg="del">
          <ac:chgData name="Haskell, JT" userId="43ae342c-01b7-44d1-9e4c-5ccd6bbabb0e" providerId="ADAL" clId="{CEA7AC07-1597-4CB6-86BE-71BDC9F4B46D}" dt="2025-05-27T16:37:33.442" v="2"/>
          <ac:spMkLst>
            <pc:docMk/>
            <pc:sldMk cId="1665520183" sldId="264"/>
            <ac:spMk id="8" creationId="{C79B1AF8-A94D-4E21-A2A0-7F161E1E8110}"/>
          </ac:spMkLst>
        </pc:spChg>
        <pc:spChg chg="del">
          <ac:chgData name="Haskell, JT" userId="43ae342c-01b7-44d1-9e4c-5ccd6bbabb0e" providerId="ADAL" clId="{CEA7AC07-1597-4CB6-86BE-71BDC9F4B46D}" dt="2025-05-27T16:37:33.442" v="2"/>
          <ac:spMkLst>
            <pc:docMk/>
            <pc:sldMk cId="1665520183" sldId="264"/>
            <ac:spMk id="10" creationId="{5E10CB9E-4C45-46DB-835A-2C29CE29A625}"/>
          </ac:spMkLst>
        </pc:spChg>
        <pc:spChg chg="del">
          <ac:chgData name="Haskell, JT" userId="43ae342c-01b7-44d1-9e4c-5ccd6bbabb0e" providerId="ADAL" clId="{CEA7AC07-1597-4CB6-86BE-71BDC9F4B46D}" dt="2025-05-27T16:37:33.442" v="2"/>
          <ac:spMkLst>
            <pc:docMk/>
            <pc:sldMk cId="1665520183" sldId="264"/>
            <ac:spMk id="14" creationId="{B0513689-D00A-4D15-B8A3-AA50EC4B2BB9}"/>
          </ac:spMkLst>
        </pc:spChg>
        <pc:cxnChg chg="del">
          <ac:chgData name="Haskell, JT" userId="43ae342c-01b7-44d1-9e4c-5ccd6bbabb0e" providerId="ADAL" clId="{CEA7AC07-1597-4CB6-86BE-71BDC9F4B46D}" dt="2025-05-27T16:37:33.442" v="2"/>
          <ac:cxnSpMkLst>
            <pc:docMk/>
            <pc:sldMk cId="1665520183" sldId="264"/>
            <ac:cxnSpMk id="12" creationId="{2C1AF0B9-E97D-4D5D-BA2D-1C0BDE3A5EAE}"/>
          </ac:cxnSpMkLst>
        </pc:cxnChg>
      </pc:sldChg>
    </pc:docChg>
  </pc:docChgLst>
  <pc:docChgLst>
    <pc:chgData name="Haskell, JT" userId="43ae342c-01b7-44d1-9e4c-5ccd6bbabb0e" providerId="ADAL" clId="{68B51E5A-C0FA-4382-A876-71ABB5CD37AA}"/>
    <pc:docChg chg="modSld">
      <pc:chgData name="Haskell, JT" userId="43ae342c-01b7-44d1-9e4c-5ccd6bbabb0e" providerId="ADAL" clId="{68B51E5A-C0FA-4382-A876-71ABB5CD37AA}" dt="2025-05-27T16:39:58.271" v="27" actId="20577"/>
      <pc:docMkLst>
        <pc:docMk/>
      </pc:docMkLst>
      <pc:sldChg chg="modSp mod">
        <pc:chgData name="Haskell, JT" userId="43ae342c-01b7-44d1-9e4c-5ccd6bbabb0e" providerId="ADAL" clId="{68B51E5A-C0FA-4382-A876-71ABB5CD37AA}" dt="2025-05-27T16:39:58.271" v="27" actId="20577"/>
        <pc:sldMkLst>
          <pc:docMk/>
          <pc:sldMk cId="409288186" sldId="257"/>
        </pc:sldMkLst>
        <pc:spChg chg="mod">
          <ac:chgData name="Haskell, JT" userId="43ae342c-01b7-44d1-9e4c-5ccd6bbabb0e" providerId="ADAL" clId="{68B51E5A-C0FA-4382-A876-71ABB5CD37AA}" dt="2025-05-27T16:39:49.076" v="1" actId="20577"/>
          <ac:spMkLst>
            <pc:docMk/>
            <pc:sldMk cId="409288186" sldId="257"/>
            <ac:spMk id="2" creationId="{848CE82C-BD33-E236-A89C-353C50ECAB9E}"/>
          </ac:spMkLst>
        </pc:spChg>
        <pc:spChg chg="mod">
          <ac:chgData name="Haskell, JT" userId="43ae342c-01b7-44d1-9e4c-5ccd6bbabb0e" providerId="ADAL" clId="{68B51E5A-C0FA-4382-A876-71ABB5CD37AA}" dt="2025-05-27T16:39:58.271" v="27" actId="20577"/>
          <ac:spMkLst>
            <pc:docMk/>
            <pc:sldMk cId="409288186" sldId="257"/>
            <ac:spMk id="3" creationId="{C2D6A4F0-EA2D-376B-20E7-F65A3F067D08}"/>
          </ac:spMkLst>
        </pc:spChg>
      </pc:sldChg>
    </pc:docChg>
  </pc:docChgLst>
  <pc:docChgLst>
    <pc:chgData name="Haskell, JT" userId="43ae342c-01b7-44d1-9e4c-5ccd6bbabb0e" providerId="ADAL" clId="{8D8D9FCC-C03A-4C49-90E0-0AE8F379FE7D}"/>
    <pc:docChg chg="modSld">
      <pc:chgData name="Haskell, JT" userId="43ae342c-01b7-44d1-9e4c-5ccd6bbabb0e" providerId="ADAL" clId="{8D8D9FCC-C03A-4C49-90E0-0AE8F379FE7D}" dt="2025-05-27T16:40:51.254" v="26" actId="20577"/>
      <pc:docMkLst>
        <pc:docMk/>
      </pc:docMkLst>
      <pc:sldChg chg="modSp mod">
        <pc:chgData name="Haskell, JT" userId="43ae342c-01b7-44d1-9e4c-5ccd6bbabb0e" providerId="ADAL" clId="{8D8D9FCC-C03A-4C49-90E0-0AE8F379FE7D}" dt="2025-05-27T16:40:51.254" v="26" actId="20577"/>
        <pc:sldMkLst>
          <pc:docMk/>
          <pc:sldMk cId="409288186" sldId="257"/>
        </pc:sldMkLst>
        <pc:spChg chg="mod">
          <ac:chgData name="Haskell, JT" userId="43ae342c-01b7-44d1-9e4c-5ccd6bbabb0e" providerId="ADAL" clId="{8D8D9FCC-C03A-4C49-90E0-0AE8F379FE7D}" dt="2025-05-27T16:40:43.571" v="1" actId="20577"/>
          <ac:spMkLst>
            <pc:docMk/>
            <pc:sldMk cId="409288186" sldId="257"/>
            <ac:spMk id="2" creationId="{848CE82C-BD33-E236-A89C-353C50ECAB9E}"/>
          </ac:spMkLst>
        </pc:spChg>
        <pc:spChg chg="mod">
          <ac:chgData name="Haskell, JT" userId="43ae342c-01b7-44d1-9e4c-5ccd6bbabb0e" providerId="ADAL" clId="{8D8D9FCC-C03A-4C49-90E0-0AE8F379FE7D}" dt="2025-05-27T16:40:51.254" v="26" actId="20577"/>
          <ac:spMkLst>
            <pc:docMk/>
            <pc:sldMk cId="409288186" sldId="257"/>
            <ac:spMk id="3" creationId="{C2D6A4F0-EA2D-376B-20E7-F65A3F067D08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10" Type="http://schemas.openxmlformats.org/officeDocument/2006/relationships/image" Target="../media/image37.svg"/><Relationship Id="rId4" Type="http://schemas.openxmlformats.org/officeDocument/2006/relationships/image" Target="../media/image31.svg"/><Relationship Id="rId9" Type="http://schemas.openxmlformats.org/officeDocument/2006/relationships/image" Target="../media/image36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10" Type="http://schemas.openxmlformats.org/officeDocument/2006/relationships/image" Target="../media/image37.svg"/><Relationship Id="rId4" Type="http://schemas.openxmlformats.org/officeDocument/2006/relationships/image" Target="../media/image31.svg"/><Relationship Id="rId9" Type="http://schemas.openxmlformats.org/officeDocument/2006/relationships/image" Target="../media/image3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0A39DD-DA34-463D-B67E-D0B2D107BE9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BCA4DC8-0E38-4D03-98B0-A6A6A696C930}">
      <dgm:prSet/>
      <dgm:spPr/>
      <dgm:t>
        <a:bodyPr/>
        <a:lstStyle/>
        <a:p>
          <a:r>
            <a:rPr lang="en-US"/>
            <a:t>Light Pulses</a:t>
          </a:r>
        </a:p>
      </dgm:t>
    </dgm:pt>
    <dgm:pt modelId="{81FC9C59-9890-4BC4-A00A-3FACA379E410}" type="parTrans" cxnId="{29C01A78-7ACC-45E2-B543-3766E20A2B39}">
      <dgm:prSet/>
      <dgm:spPr/>
      <dgm:t>
        <a:bodyPr/>
        <a:lstStyle/>
        <a:p>
          <a:endParaRPr lang="en-US"/>
        </a:p>
      </dgm:t>
    </dgm:pt>
    <dgm:pt modelId="{3CD94B3F-7A3F-48F8-A078-31212DB45AEB}" type="sibTrans" cxnId="{29C01A78-7ACC-45E2-B543-3766E20A2B39}">
      <dgm:prSet/>
      <dgm:spPr/>
      <dgm:t>
        <a:bodyPr/>
        <a:lstStyle/>
        <a:p>
          <a:endParaRPr lang="en-US"/>
        </a:p>
      </dgm:t>
    </dgm:pt>
    <dgm:pt modelId="{A27026FA-E97C-457E-9013-AE9F475C1EDF}">
      <dgm:prSet/>
      <dgm:spPr/>
      <dgm:t>
        <a:bodyPr/>
        <a:lstStyle/>
        <a:p>
          <a:r>
            <a:rPr lang="en-US"/>
            <a:t>Fiber Optic Cables</a:t>
          </a:r>
        </a:p>
      </dgm:t>
    </dgm:pt>
    <dgm:pt modelId="{ECBB505A-FCDA-436D-82BD-685EF526EFCE}" type="parTrans" cxnId="{8CB21ED7-6BDD-4C60-B97E-529FEEEC227A}">
      <dgm:prSet/>
      <dgm:spPr/>
      <dgm:t>
        <a:bodyPr/>
        <a:lstStyle/>
        <a:p>
          <a:endParaRPr lang="en-US"/>
        </a:p>
      </dgm:t>
    </dgm:pt>
    <dgm:pt modelId="{209C6859-10B4-40A5-9979-BE1D9F86A2CF}" type="sibTrans" cxnId="{8CB21ED7-6BDD-4C60-B97E-529FEEEC227A}">
      <dgm:prSet/>
      <dgm:spPr/>
      <dgm:t>
        <a:bodyPr/>
        <a:lstStyle/>
        <a:p>
          <a:endParaRPr lang="en-US"/>
        </a:p>
      </dgm:t>
    </dgm:pt>
    <dgm:pt modelId="{2D4B40C7-B964-4B58-9ECC-5F554583E4FC}">
      <dgm:prSet/>
      <dgm:spPr/>
      <dgm:t>
        <a:bodyPr/>
        <a:lstStyle/>
        <a:p>
          <a:r>
            <a:rPr lang="en-US"/>
            <a:t>Optical Network Terminal</a:t>
          </a:r>
        </a:p>
      </dgm:t>
    </dgm:pt>
    <dgm:pt modelId="{B2303333-9A10-44EB-9F64-7861562AE36A}" type="parTrans" cxnId="{66706E5B-0916-4E23-861D-93128D1BC851}">
      <dgm:prSet/>
      <dgm:spPr/>
      <dgm:t>
        <a:bodyPr/>
        <a:lstStyle/>
        <a:p>
          <a:endParaRPr lang="en-US"/>
        </a:p>
      </dgm:t>
    </dgm:pt>
    <dgm:pt modelId="{3888CB20-02A4-4CB5-9F60-24C380B84308}" type="sibTrans" cxnId="{66706E5B-0916-4E23-861D-93128D1BC851}">
      <dgm:prSet/>
      <dgm:spPr/>
      <dgm:t>
        <a:bodyPr/>
        <a:lstStyle/>
        <a:p>
          <a:endParaRPr lang="en-US"/>
        </a:p>
      </dgm:t>
    </dgm:pt>
    <dgm:pt modelId="{162A0B7D-71DF-48EA-8A2C-89BF41945DB9}" type="pres">
      <dgm:prSet presAssocID="{850A39DD-DA34-463D-B67E-D0B2D107BE96}" presName="linear" presStyleCnt="0">
        <dgm:presLayoutVars>
          <dgm:animLvl val="lvl"/>
          <dgm:resizeHandles val="exact"/>
        </dgm:presLayoutVars>
      </dgm:prSet>
      <dgm:spPr/>
    </dgm:pt>
    <dgm:pt modelId="{F7A43290-8BB6-4C1E-BF96-3702F9139AD6}" type="pres">
      <dgm:prSet presAssocID="{2BCA4DC8-0E38-4D03-98B0-A6A6A696C93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5A554F3-6812-44B4-B66F-5950BCC4F5FD}" type="pres">
      <dgm:prSet presAssocID="{3CD94B3F-7A3F-48F8-A078-31212DB45AEB}" presName="spacer" presStyleCnt="0"/>
      <dgm:spPr/>
    </dgm:pt>
    <dgm:pt modelId="{FD9EE8F4-30A9-4E04-89BF-A9092B3E8523}" type="pres">
      <dgm:prSet presAssocID="{A27026FA-E97C-457E-9013-AE9F475C1ED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7B09E72-CD18-4B0A-8BD8-0171DAD2AB83}" type="pres">
      <dgm:prSet presAssocID="{209C6859-10B4-40A5-9979-BE1D9F86A2CF}" presName="spacer" presStyleCnt="0"/>
      <dgm:spPr/>
    </dgm:pt>
    <dgm:pt modelId="{5F666E89-B2A2-4E2E-A322-803C14223D60}" type="pres">
      <dgm:prSet presAssocID="{2D4B40C7-B964-4B58-9ECC-5F554583E4F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C4E3415-9F3B-46B2-8222-A7AEF165C99E}" type="presOf" srcId="{2D4B40C7-B964-4B58-9ECC-5F554583E4FC}" destId="{5F666E89-B2A2-4E2E-A322-803C14223D60}" srcOrd="0" destOrd="0" presId="urn:microsoft.com/office/officeart/2005/8/layout/vList2"/>
    <dgm:cxn modelId="{9CD50932-ED78-48B6-9248-5C6388640C48}" type="presOf" srcId="{A27026FA-E97C-457E-9013-AE9F475C1EDF}" destId="{FD9EE8F4-30A9-4E04-89BF-A9092B3E8523}" srcOrd="0" destOrd="0" presId="urn:microsoft.com/office/officeart/2005/8/layout/vList2"/>
    <dgm:cxn modelId="{66706E5B-0916-4E23-861D-93128D1BC851}" srcId="{850A39DD-DA34-463D-B67E-D0B2D107BE96}" destId="{2D4B40C7-B964-4B58-9ECC-5F554583E4FC}" srcOrd="2" destOrd="0" parTransId="{B2303333-9A10-44EB-9F64-7861562AE36A}" sibTransId="{3888CB20-02A4-4CB5-9F60-24C380B84308}"/>
    <dgm:cxn modelId="{46D9BA4E-7D0A-4632-9417-3C2E54A5F23F}" type="presOf" srcId="{2BCA4DC8-0E38-4D03-98B0-A6A6A696C930}" destId="{F7A43290-8BB6-4C1E-BF96-3702F9139AD6}" srcOrd="0" destOrd="0" presId="urn:microsoft.com/office/officeart/2005/8/layout/vList2"/>
    <dgm:cxn modelId="{29C01A78-7ACC-45E2-B543-3766E20A2B39}" srcId="{850A39DD-DA34-463D-B67E-D0B2D107BE96}" destId="{2BCA4DC8-0E38-4D03-98B0-A6A6A696C930}" srcOrd="0" destOrd="0" parTransId="{81FC9C59-9890-4BC4-A00A-3FACA379E410}" sibTransId="{3CD94B3F-7A3F-48F8-A078-31212DB45AEB}"/>
    <dgm:cxn modelId="{8CB21ED7-6BDD-4C60-B97E-529FEEEC227A}" srcId="{850A39DD-DA34-463D-B67E-D0B2D107BE96}" destId="{A27026FA-E97C-457E-9013-AE9F475C1EDF}" srcOrd="1" destOrd="0" parTransId="{ECBB505A-FCDA-436D-82BD-685EF526EFCE}" sibTransId="{209C6859-10B4-40A5-9979-BE1D9F86A2CF}"/>
    <dgm:cxn modelId="{E49160ED-1FC9-402D-9A6B-DA983BA568C0}" type="presOf" srcId="{850A39DD-DA34-463D-B67E-D0B2D107BE96}" destId="{162A0B7D-71DF-48EA-8A2C-89BF41945DB9}" srcOrd="0" destOrd="0" presId="urn:microsoft.com/office/officeart/2005/8/layout/vList2"/>
    <dgm:cxn modelId="{503FEBE2-8A12-4D1C-89BE-B4518744636C}" type="presParOf" srcId="{162A0B7D-71DF-48EA-8A2C-89BF41945DB9}" destId="{F7A43290-8BB6-4C1E-BF96-3702F9139AD6}" srcOrd="0" destOrd="0" presId="urn:microsoft.com/office/officeart/2005/8/layout/vList2"/>
    <dgm:cxn modelId="{AC6ED7D9-73FC-4616-A889-25BBDD2F5015}" type="presParOf" srcId="{162A0B7D-71DF-48EA-8A2C-89BF41945DB9}" destId="{95A554F3-6812-44B4-B66F-5950BCC4F5FD}" srcOrd="1" destOrd="0" presId="urn:microsoft.com/office/officeart/2005/8/layout/vList2"/>
    <dgm:cxn modelId="{0CF887EF-7506-4B28-B893-DA7C60B514DF}" type="presParOf" srcId="{162A0B7D-71DF-48EA-8A2C-89BF41945DB9}" destId="{FD9EE8F4-30A9-4E04-89BF-A9092B3E8523}" srcOrd="2" destOrd="0" presId="urn:microsoft.com/office/officeart/2005/8/layout/vList2"/>
    <dgm:cxn modelId="{83A2D4AE-6E62-44B0-BD9C-8BFFB9B3AE6D}" type="presParOf" srcId="{162A0B7D-71DF-48EA-8A2C-89BF41945DB9}" destId="{B7B09E72-CD18-4B0A-8BD8-0171DAD2AB83}" srcOrd="3" destOrd="0" presId="urn:microsoft.com/office/officeart/2005/8/layout/vList2"/>
    <dgm:cxn modelId="{C769021B-ED2A-4861-9AEC-D3939CF66171}" type="presParOf" srcId="{162A0B7D-71DF-48EA-8A2C-89BF41945DB9}" destId="{5F666E89-B2A2-4E2E-A322-803C14223D6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9F459EA-8370-47B8-A25A-18159BF4F2B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2AE5FC6-4D2A-4074-AA29-E5CB7D48AF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Coaxial Cable Network</a:t>
          </a:r>
        </a:p>
      </dgm:t>
    </dgm:pt>
    <dgm:pt modelId="{C71925DA-2A09-4E30-8EDD-47E2E1EC7AB5}" type="parTrans" cxnId="{4B0C827A-44F7-400B-81BC-D21EC78E7CD4}">
      <dgm:prSet/>
      <dgm:spPr/>
      <dgm:t>
        <a:bodyPr/>
        <a:lstStyle/>
        <a:p>
          <a:endParaRPr lang="en-US"/>
        </a:p>
      </dgm:t>
    </dgm:pt>
    <dgm:pt modelId="{AF4124D9-807A-428A-801D-17B26A38B94C}" type="sibTrans" cxnId="{4B0C827A-44F7-400B-81BC-D21EC78E7CD4}">
      <dgm:prSet/>
      <dgm:spPr/>
      <dgm:t>
        <a:bodyPr/>
        <a:lstStyle/>
        <a:p>
          <a:endParaRPr lang="en-US"/>
        </a:p>
      </dgm:t>
    </dgm:pt>
    <dgm:pt modelId="{B177F59F-5968-4A47-B5D3-99E14D1BF2A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Cable Modem</a:t>
          </a:r>
        </a:p>
      </dgm:t>
    </dgm:pt>
    <dgm:pt modelId="{12790525-3417-49E8-A9B0-6B37125C1471}" type="parTrans" cxnId="{81C5EB74-039D-4F59-9AA8-74F0B3A932E4}">
      <dgm:prSet/>
      <dgm:spPr/>
      <dgm:t>
        <a:bodyPr/>
        <a:lstStyle/>
        <a:p>
          <a:endParaRPr lang="en-US"/>
        </a:p>
      </dgm:t>
    </dgm:pt>
    <dgm:pt modelId="{6AEFF8E0-B303-4295-95B9-4AEAB71F1BB1}" type="sibTrans" cxnId="{81C5EB74-039D-4F59-9AA8-74F0B3A932E4}">
      <dgm:prSet/>
      <dgm:spPr/>
      <dgm:t>
        <a:bodyPr/>
        <a:lstStyle/>
        <a:p>
          <a:endParaRPr lang="en-US"/>
        </a:p>
      </dgm:t>
    </dgm:pt>
    <dgm:pt modelId="{7681120C-0C7C-4CD8-98A0-85943ED43E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DOCSIS</a:t>
          </a:r>
        </a:p>
      </dgm:t>
    </dgm:pt>
    <dgm:pt modelId="{0C59D3AC-38FA-4703-AB9E-A3FFE8369E26}" type="parTrans" cxnId="{9D5366CD-CA66-458A-8C20-95AAE27936CC}">
      <dgm:prSet/>
      <dgm:spPr/>
      <dgm:t>
        <a:bodyPr/>
        <a:lstStyle/>
        <a:p>
          <a:endParaRPr lang="en-US"/>
        </a:p>
      </dgm:t>
    </dgm:pt>
    <dgm:pt modelId="{4F49E42D-168F-4059-B189-39D6B66B016B}" type="sibTrans" cxnId="{9D5366CD-CA66-458A-8C20-95AAE27936CC}">
      <dgm:prSet/>
      <dgm:spPr/>
      <dgm:t>
        <a:bodyPr/>
        <a:lstStyle/>
        <a:p>
          <a:endParaRPr lang="en-US"/>
        </a:p>
      </dgm:t>
    </dgm:pt>
    <dgm:pt modelId="{1C7416D0-6512-4A18-9F34-963F91D7307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Cable Modem Termination System</a:t>
          </a:r>
        </a:p>
      </dgm:t>
    </dgm:pt>
    <dgm:pt modelId="{BD6DD564-4670-4C3C-9907-AFAD59650968}" type="parTrans" cxnId="{A247BF39-B293-43FD-A11D-B4D7E6C2FC97}">
      <dgm:prSet/>
      <dgm:spPr/>
      <dgm:t>
        <a:bodyPr/>
        <a:lstStyle/>
        <a:p>
          <a:endParaRPr lang="en-US"/>
        </a:p>
      </dgm:t>
    </dgm:pt>
    <dgm:pt modelId="{3656DC98-3C24-4F41-AA40-4AC1C47C6999}" type="sibTrans" cxnId="{A247BF39-B293-43FD-A11D-B4D7E6C2FC97}">
      <dgm:prSet/>
      <dgm:spPr/>
      <dgm:t>
        <a:bodyPr/>
        <a:lstStyle/>
        <a:p>
          <a:endParaRPr lang="en-US"/>
        </a:p>
      </dgm:t>
    </dgm:pt>
    <dgm:pt modelId="{E9F7AC10-0381-4D8C-8EF0-E009719BF60C}" type="pres">
      <dgm:prSet presAssocID="{E9F459EA-8370-47B8-A25A-18159BF4F2B3}" presName="root" presStyleCnt="0">
        <dgm:presLayoutVars>
          <dgm:dir/>
          <dgm:resizeHandles val="exact"/>
        </dgm:presLayoutVars>
      </dgm:prSet>
      <dgm:spPr/>
    </dgm:pt>
    <dgm:pt modelId="{DD7569D0-39C8-4CFE-A98A-459DD0566F58}" type="pres">
      <dgm:prSet presAssocID="{92AE5FC6-4D2A-4074-AA29-E5CB7D48AF44}" presName="compNode" presStyleCnt="0"/>
      <dgm:spPr/>
    </dgm:pt>
    <dgm:pt modelId="{A1C42A61-5E83-43D9-991A-3AB6BB003510}" type="pres">
      <dgm:prSet presAssocID="{92AE5FC6-4D2A-4074-AA29-E5CB7D48AF44}" presName="bgRect" presStyleLbl="bgShp" presStyleIdx="0" presStyleCnt="4"/>
      <dgm:spPr/>
    </dgm:pt>
    <dgm:pt modelId="{5A5FFD09-354C-461F-B59D-3282B7B55DD8}" type="pres">
      <dgm:prSet presAssocID="{92AE5FC6-4D2A-4074-AA29-E5CB7D48AF4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2D336EF0-FFC0-4DD0-AA45-5CCC2AAD1D60}" type="pres">
      <dgm:prSet presAssocID="{92AE5FC6-4D2A-4074-AA29-E5CB7D48AF44}" presName="spaceRect" presStyleCnt="0"/>
      <dgm:spPr/>
    </dgm:pt>
    <dgm:pt modelId="{3AB325B1-E8B2-4D27-9C67-99AA36E076F4}" type="pres">
      <dgm:prSet presAssocID="{92AE5FC6-4D2A-4074-AA29-E5CB7D48AF44}" presName="parTx" presStyleLbl="revTx" presStyleIdx="0" presStyleCnt="4">
        <dgm:presLayoutVars>
          <dgm:chMax val="0"/>
          <dgm:chPref val="0"/>
        </dgm:presLayoutVars>
      </dgm:prSet>
      <dgm:spPr/>
    </dgm:pt>
    <dgm:pt modelId="{796918C3-7D71-4093-B7D2-E5E9830D8F36}" type="pres">
      <dgm:prSet presAssocID="{AF4124D9-807A-428A-801D-17B26A38B94C}" presName="sibTrans" presStyleCnt="0"/>
      <dgm:spPr/>
    </dgm:pt>
    <dgm:pt modelId="{F0E6BE6D-A042-499F-AD36-28B5BE4A343A}" type="pres">
      <dgm:prSet presAssocID="{B177F59F-5968-4A47-B5D3-99E14D1BF2A4}" presName="compNode" presStyleCnt="0"/>
      <dgm:spPr/>
    </dgm:pt>
    <dgm:pt modelId="{5D740890-9475-418A-A887-668356B96E55}" type="pres">
      <dgm:prSet presAssocID="{B177F59F-5968-4A47-B5D3-99E14D1BF2A4}" presName="bgRect" presStyleLbl="bgShp" presStyleIdx="1" presStyleCnt="4"/>
      <dgm:spPr/>
    </dgm:pt>
    <dgm:pt modelId="{F388633A-B966-4C0B-ACBE-129915AB07DA}" type="pres">
      <dgm:prSet presAssocID="{B177F59F-5968-4A47-B5D3-99E14D1BF2A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C5EE9593-0C5F-436C-B571-26A2C3D87ADF}" type="pres">
      <dgm:prSet presAssocID="{B177F59F-5968-4A47-B5D3-99E14D1BF2A4}" presName="spaceRect" presStyleCnt="0"/>
      <dgm:spPr/>
    </dgm:pt>
    <dgm:pt modelId="{8B4A397F-62B6-4EE5-8422-A0238BF7C359}" type="pres">
      <dgm:prSet presAssocID="{B177F59F-5968-4A47-B5D3-99E14D1BF2A4}" presName="parTx" presStyleLbl="revTx" presStyleIdx="1" presStyleCnt="4">
        <dgm:presLayoutVars>
          <dgm:chMax val="0"/>
          <dgm:chPref val="0"/>
        </dgm:presLayoutVars>
      </dgm:prSet>
      <dgm:spPr/>
    </dgm:pt>
    <dgm:pt modelId="{BD366E48-7876-4599-B1EB-96DC239ECB22}" type="pres">
      <dgm:prSet presAssocID="{6AEFF8E0-B303-4295-95B9-4AEAB71F1BB1}" presName="sibTrans" presStyleCnt="0"/>
      <dgm:spPr/>
    </dgm:pt>
    <dgm:pt modelId="{3B779C54-32BC-4242-B65A-A623995DD888}" type="pres">
      <dgm:prSet presAssocID="{7681120C-0C7C-4CD8-98A0-85943ED43E70}" presName="compNode" presStyleCnt="0"/>
      <dgm:spPr/>
    </dgm:pt>
    <dgm:pt modelId="{400324F9-F7F1-454F-83D3-E9A0E19CA9C5}" type="pres">
      <dgm:prSet presAssocID="{7681120C-0C7C-4CD8-98A0-85943ED43E70}" presName="bgRect" presStyleLbl="bgShp" presStyleIdx="2" presStyleCnt="4"/>
      <dgm:spPr/>
    </dgm:pt>
    <dgm:pt modelId="{F34F78DC-8CEF-47A1-BD03-53EDD0BC61B6}" type="pres">
      <dgm:prSet presAssocID="{7681120C-0C7C-4CD8-98A0-85943ED43E7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6667277A-0ABA-4C47-9929-03007E220E6E}" type="pres">
      <dgm:prSet presAssocID="{7681120C-0C7C-4CD8-98A0-85943ED43E70}" presName="spaceRect" presStyleCnt="0"/>
      <dgm:spPr/>
    </dgm:pt>
    <dgm:pt modelId="{5C9CFC05-0AFC-4D25-B864-84D4CCA86734}" type="pres">
      <dgm:prSet presAssocID="{7681120C-0C7C-4CD8-98A0-85943ED43E70}" presName="parTx" presStyleLbl="revTx" presStyleIdx="2" presStyleCnt="4">
        <dgm:presLayoutVars>
          <dgm:chMax val="0"/>
          <dgm:chPref val="0"/>
        </dgm:presLayoutVars>
      </dgm:prSet>
      <dgm:spPr/>
    </dgm:pt>
    <dgm:pt modelId="{8E7D9ECB-FAD9-40B6-8B62-D41BD70702CD}" type="pres">
      <dgm:prSet presAssocID="{4F49E42D-168F-4059-B189-39D6B66B016B}" presName="sibTrans" presStyleCnt="0"/>
      <dgm:spPr/>
    </dgm:pt>
    <dgm:pt modelId="{C80DB44E-278D-4980-BEC9-115088AC7B86}" type="pres">
      <dgm:prSet presAssocID="{1C7416D0-6512-4A18-9F34-963F91D73078}" presName="compNode" presStyleCnt="0"/>
      <dgm:spPr/>
    </dgm:pt>
    <dgm:pt modelId="{AE98A556-7986-4ADD-9A59-81C19B58EC6D}" type="pres">
      <dgm:prSet presAssocID="{1C7416D0-6512-4A18-9F34-963F91D73078}" presName="bgRect" presStyleLbl="bgShp" presStyleIdx="3" presStyleCnt="4"/>
      <dgm:spPr/>
    </dgm:pt>
    <dgm:pt modelId="{B9E293A1-3F55-4B38-9A8F-FB46B01D7A7C}" type="pres">
      <dgm:prSet presAssocID="{1C7416D0-6512-4A18-9F34-963F91D7307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A14F446D-745C-49F0-9963-CFC2B4EF36D5}" type="pres">
      <dgm:prSet presAssocID="{1C7416D0-6512-4A18-9F34-963F91D73078}" presName="spaceRect" presStyleCnt="0"/>
      <dgm:spPr/>
    </dgm:pt>
    <dgm:pt modelId="{FD707547-7971-4309-AD02-6A7277AECF1A}" type="pres">
      <dgm:prSet presAssocID="{1C7416D0-6512-4A18-9F34-963F91D7307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801E222-10D9-4CD0-ADBD-26531E7BBA1D}" type="presOf" srcId="{7681120C-0C7C-4CD8-98A0-85943ED43E70}" destId="{5C9CFC05-0AFC-4D25-B864-84D4CCA86734}" srcOrd="0" destOrd="0" presId="urn:microsoft.com/office/officeart/2018/2/layout/IconVerticalSolidList"/>
    <dgm:cxn modelId="{A247BF39-B293-43FD-A11D-B4D7E6C2FC97}" srcId="{E9F459EA-8370-47B8-A25A-18159BF4F2B3}" destId="{1C7416D0-6512-4A18-9F34-963F91D73078}" srcOrd="3" destOrd="0" parTransId="{BD6DD564-4670-4C3C-9907-AFAD59650968}" sibTransId="{3656DC98-3C24-4F41-AA40-4AC1C47C6999}"/>
    <dgm:cxn modelId="{E18FD647-D284-47F6-A665-872BCF4A411B}" type="presOf" srcId="{1C7416D0-6512-4A18-9F34-963F91D73078}" destId="{FD707547-7971-4309-AD02-6A7277AECF1A}" srcOrd="0" destOrd="0" presId="urn:microsoft.com/office/officeart/2018/2/layout/IconVerticalSolidList"/>
    <dgm:cxn modelId="{A9F1F669-6A1E-4ABA-BD08-AEE00DAB2D7B}" type="presOf" srcId="{92AE5FC6-4D2A-4074-AA29-E5CB7D48AF44}" destId="{3AB325B1-E8B2-4D27-9C67-99AA36E076F4}" srcOrd="0" destOrd="0" presId="urn:microsoft.com/office/officeart/2018/2/layout/IconVerticalSolidList"/>
    <dgm:cxn modelId="{9362EA74-8760-4343-97C5-EFB11CD57C23}" type="presOf" srcId="{B177F59F-5968-4A47-B5D3-99E14D1BF2A4}" destId="{8B4A397F-62B6-4EE5-8422-A0238BF7C359}" srcOrd="0" destOrd="0" presId="urn:microsoft.com/office/officeart/2018/2/layout/IconVerticalSolidList"/>
    <dgm:cxn modelId="{81C5EB74-039D-4F59-9AA8-74F0B3A932E4}" srcId="{E9F459EA-8370-47B8-A25A-18159BF4F2B3}" destId="{B177F59F-5968-4A47-B5D3-99E14D1BF2A4}" srcOrd="1" destOrd="0" parTransId="{12790525-3417-49E8-A9B0-6B37125C1471}" sibTransId="{6AEFF8E0-B303-4295-95B9-4AEAB71F1BB1}"/>
    <dgm:cxn modelId="{4B0C827A-44F7-400B-81BC-D21EC78E7CD4}" srcId="{E9F459EA-8370-47B8-A25A-18159BF4F2B3}" destId="{92AE5FC6-4D2A-4074-AA29-E5CB7D48AF44}" srcOrd="0" destOrd="0" parTransId="{C71925DA-2A09-4E30-8EDD-47E2E1EC7AB5}" sibTransId="{AF4124D9-807A-428A-801D-17B26A38B94C}"/>
    <dgm:cxn modelId="{8949C781-BFB5-441F-98D5-D60CBC12DEA4}" type="presOf" srcId="{E9F459EA-8370-47B8-A25A-18159BF4F2B3}" destId="{E9F7AC10-0381-4D8C-8EF0-E009719BF60C}" srcOrd="0" destOrd="0" presId="urn:microsoft.com/office/officeart/2018/2/layout/IconVerticalSolidList"/>
    <dgm:cxn modelId="{9D5366CD-CA66-458A-8C20-95AAE27936CC}" srcId="{E9F459EA-8370-47B8-A25A-18159BF4F2B3}" destId="{7681120C-0C7C-4CD8-98A0-85943ED43E70}" srcOrd="2" destOrd="0" parTransId="{0C59D3AC-38FA-4703-AB9E-A3FFE8369E26}" sibTransId="{4F49E42D-168F-4059-B189-39D6B66B016B}"/>
    <dgm:cxn modelId="{232785C4-43B8-4D5B-B66A-9576F90DA660}" type="presParOf" srcId="{E9F7AC10-0381-4D8C-8EF0-E009719BF60C}" destId="{DD7569D0-39C8-4CFE-A98A-459DD0566F58}" srcOrd="0" destOrd="0" presId="urn:microsoft.com/office/officeart/2018/2/layout/IconVerticalSolidList"/>
    <dgm:cxn modelId="{CB10C72A-5DE2-4DC9-9DAA-44E7CAD57CE7}" type="presParOf" srcId="{DD7569D0-39C8-4CFE-A98A-459DD0566F58}" destId="{A1C42A61-5E83-43D9-991A-3AB6BB003510}" srcOrd="0" destOrd="0" presId="urn:microsoft.com/office/officeart/2018/2/layout/IconVerticalSolidList"/>
    <dgm:cxn modelId="{E8BD7AEB-E519-4B80-9D18-1ACD27823351}" type="presParOf" srcId="{DD7569D0-39C8-4CFE-A98A-459DD0566F58}" destId="{5A5FFD09-354C-461F-B59D-3282B7B55DD8}" srcOrd="1" destOrd="0" presId="urn:microsoft.com/office/officeart/2018/2/layout/IconVerticalSolidList"/>
    <dgm:cxn modelId="{2056E8E9-1A65-40EF-B20F-71D7CF32C4A9}" type="presParOf" srcId="{DD7569D0-39C8-4CFE-A98A-459DD0566F58}" destId="{2D336EF0-FFC0-4DD0-AA45-5CCC2AAD1D60}" srcOrd="2" destOrd="0" presId="urn:microsoft.com/office/officeart/2018/2/layout/IconVerticalSolidList"/>
    <dgm:cxn modelId="{99642041-5C51-4B2E-A3E2-B31D70A541FD}" type="presParOf" srcId="{DD7569D0-39C8-4CFE-A98A-459DD0566F58}" destId="{3AB325B1-E8B2-4D27-9C67-99AA36E076F4}" srcOrd="3" destOrd="0" presId="urn:microsoft.com/office/officeart/2018/2/layout/IconVerticalSolidList"/>
    <dgm:cxn modelId="{7298BB37-2DF4-4DC6-AB59-70C1D5498A6C}" type="presParOf" srcId="{E9F7AC10-0381-4D8C-8EF0-E009719BF60C}" destId="{796918C3-7D71-4093-B7D2-E5E9830D8F36}" srcOrd="1" destOrd="0" presId="urn:microsoft.com/office/officeart/2018/2/layout/IconVerticalSolidList"/>
    <dgm:cxn modelId="{1B0DDEF5-3431-454C-A77A-401037AA50D7}" type="presParOf" srcId="{E9F7AC10-0381-4D8C-8EF0-E009719BF60C}" destId="{F0E6BE6D-A042-499F-AD36-28B5BE4A343A}" srcOrd="2" destOrd="0" presId="urn:microsoft.com/office/officeart/2018/2/layout/IconVerticalSolidList"/>
    <dgm:cxn modelId="{E25B8B83-57AE-4870-A303-8E15C1D151F8}" type="presParOf" srcId="{F0E6BE6D-A042-499F-AD36-28B5BE4A343A}" destId="{5D740890-9475-418A-A887-668356B96E55}" srcOrd="0" destOrd="0" presId="urn:microsoft.com/office/officeart/2018/2/layout/IconVerticalSolidList"/>
    <dgm:cxn modelId="{047BE2C4-5ACE-4CD6-9F14-DB48D59C2D33}" type="presParOf" srcId="{F0E6BE6D-A042-499F-AD36-28B5BE4A343A}" destId="{F388633A-B966-4C0B-ACBE-129915AB07DA}" srcOrd="1" destOrd="0" presId="urn:microsoft.com/office/officeart/2018/2/layout/IconVerticalSolidList"/>
    <dgm:cxn modelId="{686FF670-8236-408D-A86F-481143C654C9}" type="presParOf" srcId="{F0E6BE6D-A042-499F-AD36-28B5BE4A343A}" destId="{C5EE9593-0C5F-436C-B571-26A2C3D87ADF}" srcOrd="2" destOrd="0" presId="urn:microsoft.com/office/officeart/2018/2/layout/IconVerticalSolidList"/>
    <dgm:cxn modelId="{9A660143-13E2-4F34-875E-6F338E24139C}" type="presParOf" srcId="{F0E6BE6D-A042-499F-AD36-28B5BE4A343A}" destId="{8B4A397F-62B6-4EE5-8422-A0238BF7C359}" srcOrd="3" destOrd="0" presId="urn:microsoft.com/office/officeart/2018/2/layout/IconVerticalSolidList"/>
    <dgm:cxn modelId="{F4CB267E-B472-4657-B41C-4237F03421D9}" type="presParOf" srcId="{E9F7AC10-0381-4D8C-8EF0-E009719BF60C}" destId="{BD366E48-7876-4599-B1EB-96DC239ECB22}" srcOrd="3" destOrd="0" presId="urn:microsoft.com/office/officeart/2018/2/layout/IconVerticalSolidList"/>
    <dgm:cxn modelId="{EC3EE866-8AE3-4115-A2A1-24D9B056F1A8}" type="presParOf" srcId="{E9F7AC10-0381-4D8C-8EF0-E009719BF60C}" destId="{3B779C54-32BC-4242-B65A-A623995DD888}" srcOrd="4" destOrd="0" presId="urn:microsoft.com/office/officeart/2018/2/layout/IconVerticalSolidList"/>
    <dgm:cxn modelId="{0877AA22-263A-4CD4-B97E-FD8A756A7B31}" type="presParOf" srcId="{3B779C54-32BC-4242-B65A-A623995DD888}" destId="{400324F9-F7F1-454F-83D3-E9A0E19CA9C5}" srcOrd="0" destOrd="0" presId="urn:microsoft.com/office/officeart/2018/2/layout/IconVerticalSolidList"/>
    <dgm:cxn modelId="{1A9234AC-6B25-4B48-8361-6CDC918A29BC}" type="presParOf" srcId="{3B779C54-32BC-4242-B65A-A623995DD888}" destId="{F34F78DC-8CEF-47A1-BD03-53EDD0BC61B6}" srcOrd="1" destOrd="0" presId="urn:microsoft.com/office/officeart/2018/2/layout/IconVerticalSolidList"/>
    <dgm:cxn modelId="{F8C2F50E-F08C-49CB-9B80-158948948B02}" type="presParOf" srcId="{3B779C54-32BC-4242-B65A-A623995DD888}" destId="{6667277A-0ABA-4C47-9929-03007E220E6E}" srcOrd="2" destOrd="0" presId="urn:microsoft.com/office/officeart/2018/2/layout/IconVerticalSolidList"/>
    <dgm:cxn modelId="{CDB4FA38-5C1D-4919-BDF2-8CD3B008F6AB}" type="presParOf" srcId="{3B779C54-32BC-4242-B65A-A623995DD888}" destId="{5C9CFC05-0AFC-4D25-B864-84D4CCA86734}" srcOrd="3" destOrd="0" presId="urn:microsoft.com/office/officeart/2018/2/layout/IconVerticalSolidList"/>
    <dgm:cxn modelId="{C5DBCB32-A875-4F02-A199-C0025111F859}" type="presParOf" srcId="{E9F7AC10-0381-4D8C-8EF0-E009719BF60C}" destId="{8E7D9ECB-FAD9-40B6-8B62-D41BD70702CD}" srcOrd="5" destOrd="0" presId="urn:microsoft.com/office/officeart/2018/2/layout/IconVerticalSolidList"/>
    <dgm:cxn modelId="{A2F547D8-CCCC-4D31-A93F-81B6E80FF19E}" type="presParOf" srcId="{E9F7AC10-0381-4D8C-8EF0-E009719BF60C}" destId="{C80DB44E-278D-4980-BEC9-115088AC7B86}" srcOrd="6" destOrd="0" presId="urn:microsoft.com/office/officeart/2018/2/layout/IconVerticalSolidList"/>
    <dgm:cxn modelId="{7C467F6B-C1BC-4886-89A2-5A4FF2E00D3E}" type="presParOf" srcId="{C80DB44E-278D-4980-BEC9-115088AC7B86}" destId="{AE98A556-7986-4ADD-9A59-81C19B58EC6D}" srcOrd="0" destOrd="0" presId="urn:microsoft.com/office/officeart/2018/2/layout/IconVerticalSolidList"/>
    <dgm:cxn modelId="{68EA8B56-D7DC-4841-998B-7F0E32AC03DD}" type="presParOf" srcId="{C80DB44E-278D-4980-BEC9-115088AC7B86}" destId="{B9E293A1-3F55-4B38-9A8F-FB46B01D7A7C}" srcOrd="1" destOrd="0" presId="urn:microsoft.com/office/officeart/2018/2/layout/IconVerticalSolidList"/>
    <dgm:cxn modelId="{3655B61F-1C35-4345-A21A-3FE563505E75}" type="presParOf" srcId="{C80DB44E-278D-4980-BEC9-115088AC7B86}" destId="{A14F446D-745C-49F0-9963-CFC2B4EF36D5}" srcOrd="2" destOrd="0" presId="urn:microsoft.com/office/officeart/2018/2/layout/IconVerticalSolidList"/>
    <dgm:cxn modelId="{E6AF9A47-CCC4-40AB-B01C-D8792C43EA97}" type="presParOf" srcId="{C80DB44E-278D-4980-BEC9-115088AC7B86}" destId="{FD707547-7971-4309-AD02-6A7277AECF1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BEF9B88-40AE-4916-B451-26278DA8795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CABD896-3BEA-41F9-B494-F08737582443}">
      <dgm:prSet/>
      <dgm:spPr/>
      <dgm:t>
        <a:bodyPr/>
        <a:lstStyle/>
        <a:p>
          <a:r>
            <a:rPr lang="en-US"/>
            <a:t>Copper Telephone Lines</a:t>
          </a:r>
        </a:p>
      </dgm:t>
    </dgm:pt>
    <dgm:pt modelId="{346567FB-2492-4BDF-8BAE-DF0ED28BF28C}" type="parTrans" cxnId="{021DBCF6-4D72-49D4-A674-1060438E761B}">
      <dgm:prSet/>
      <dgm:spPr/>
      <dgm:t>
        <a:bodyPr/>
        <a:lstStyle/>
        <a:p>
          <a:endParaRPr lang="en-US"/>
        </a:p>
      </dgm:t>
    </dgm:pt>
    <dgm:pt modelId="{21F8D5AA-226A-4D59-9FED-FBE000841304}" type="sibTrans" cxnId="{021DBCF6-4D72-49D4-A674-1060438E761B}">
      <dgm:prSet/>
      <dgm:spPr/>
      <dgm:t>
        <a:bodyPr/>
        <a:lstStyle/>
        <a:p>
          <a:endParaRPr lang="en-US"/>
        </a:p>
      </dgm:t>
    </dgm:pt>
    <dgm:pt modelId="{40A23592-192D-473B-A9C4-755FDF014852}">
      <dgm:prSet/>
      <dgm:spPr/>
      <dgm:t>
        <a:bodyPr/>
        <a:lstStyle/>
        <a:p>
          <a:r>
            <a:rPr lang="en-US"/>
            <a:t>DSL Model</a:t>
          </a:r>
        </a:p>
      </dgm:t>
    </dgm:pt>
    <dgm:pt modelId="{FBC8359D-17F9-4DA0-9DFE-C207750B66CC}" type="parTrans" cxnId="{4D8D32C6-1BD9-4486-ACB3-5A0A17DDE1D4}">
      <dgm:prSet/>
      <dgm:spPr/>
      <dgm:t>
        <a:bodyPr/>
        <a:lstStyle/>
        <a:p>
          <a:endParaRPr lang="en-US"/>
        </a:p>
      </dgm:t>
    </dgm:pt>
    <dgm:pt modelId="{971B1EF2-C299-4515-828F-73A911451867}" type="sibTrans" cxnId="{4D8D32C6-1BD9-4486-ACB3-5A0A17DDE1D4}">
      <dgm:prSet/>
      <dgm:spPr/>
      <dgm:t>
        <a:bodyPr/>
        <a:lstStyle/>
        <a:p>
          <a:endParaRPr lang="en-US"/>
        </a:p>
      </dgm:t>
    </dgm:pt>
    <dgm:pt modelId="{9A69DBDE-061B-46D6-95B4-12211BD9C72F}">
      <dgm:prSet/>
      <dgm:spPr/>
      <dgm:t>
        <a:bodyPr/>
        <a:lstStyle/>
        <a:p>
          <a:r>
            <a:rPr lang="en-US"/>
            <a:t>DLAM</a:t>
          </a:r>
        </a:p>
      </dgm:t>
    </dgm:pt>
    <dgm:pt modelId="{159F7D0F-DA48-44DB-B853-C71EA680A69A}" type="parTrans" cxnId="{8F3F2F7A-8765-46ED-8286-69F7BEBF00D6}">
      <dgm:prSet/>
      <dgm:spPr/>
      <dgm:t>
        <a:bodyPr/>
        <a:lstStyle/>
        <a:p>
          <a:endParaRPr lang="en-US"/>
        </a:p>
      </dgm:t>
    </dgm:pt>
    <dgm:pt modelId="{015C357E-4D09-45F3-99C6-E51B1F5D959B}" type="sibTrans" cxnId="{8F3F2F7A-8765-46ED-8286-69F7BEBF00D6}">
      <dgm:prSet/>
      <dgm:spPr/>
      <dgm:t>
        <a:bodyPr/>
        <a:lstStyle/>
        <a:p>
          <a:endParaRPr lang="en-US"/>
        </a:p>
      </dgm:t>
    </dgm:pt>
    <dgm:pt modelId="{5FED17D5-43CA-4AAE-85F0-DB1AC2D2FEFA}">
      <dgm:prSet/>
      <dgm:spPr/>
      <dgm:t>
        <a:bodyPr/>
        <a:lstStyle/>
        <a:p>
          <a:r>
            <a:rPr lang="en-US"/>
            <a:t>Frequencies</a:t>
          </a:r>
        </a:p>
      </dgm:t>
    </dgm:pt>
    <dgm:pt modelId="{6DFB2DEE-325E-4934-BB06-72888A8DFB67}" type="parTrans" cxnId="{10D53B67-96ED-449E-BB47-28D061AFDC3F}">
      <dgm:prSet/>
      <dgm:spPr/>
      <dgm:t>
        <a:bodyPr/>
        <a:lstStyle/>
        <a:p>
          <a:endParaRPr lang="en-US"/>
        </a:p>
      </dgm:t>
    </dgm:pt>
    <dgm:pt modelId="{EE6A2A46-8C5B-488F-91C4-2ED2F0CFE58A}" type="sibTrans" cxnId="{10D53B67-96ED-449E-BB47-28D061AFDC3F}">
      <dgm:prSet/>
      <dgm:spPr/>
      <dgm:t>
        <a:bodyPr/>
        <a:lstStyle/>
        <a:p>
          <a:endParaRPr lang="en-US"/>
        </a:p>
      </dgm:t>
    </dgm:pt>
    <dgm:pt modelId="{E806AD04-2A61-4C9D-B0A9-8FBA45271FCC}" type="pres">
      <dgm:prSet presAssocID="{DBEF9B88-40AE-4916-B451-26278DA87951}" presName="linear" presStyleCnt="0">
        <dgm:presLayoutVars>
          <dgm:animLvl val="lvl"/>
          <dgm:resizeHandles val="exact"/>
        </dgm:presLayoutVars>
      </dgm:prSet>
      <dgm:spPr/>
    </dgm:pt>
    <dgm:pt modelId="{EB3EE5FC-0665-4E2D-A085-43C28C67FCD1}" type="pres">
      <dgm:prSet presAssocID="{FCABD896-3BEA-41F9-B494-F0873758244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8DEC051-CAE7-4164-89C6-353891541611}" type="pres">
      <dgm:prSet presAssocID="{21F8D5AA-226A-4D59-9FED-FBE000841304}" presName="spacer" presStyleCnt="0"/>
      <dgm:spPr/>
    </dgm:pt>
    <dgm:pt modelId="{2347F6D2-DD8E-4D6C-B124-153B787A3E76}" type="pres">
      <dgm:prSet presAssocID="{40A23592-192D-473B-A9C4-755FDF01485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DE9C668-CEBB-4994-8AC2-FF4BB71BAB6A}" type="pres">
      <dgm:prSet presAssocID="{971B1EF2-C299-4515-828F-73A911451867}" presName="spacer" presStyleCnt="0"/>
      <dgm:spPr/>
    </dgm:pt>
    <dgm:pt modelId="{8403F61F-9F5E-4642-A1F6-950F5EC6439C}" type="pres">
      <dgm:prSet presAssocID="{9A69DBDE-061B-46D6-95B4-12211BD9C72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B0FE845-42FC-4810-929F-BD0F18A11AFA}" type="pres">
      <dgm:prSet presAssocID="{015C357E-4D09-45F3-99C6-E51B1F5D959B}" presName="spacer" presStyleCnt="0"/>
      <dgm:spPr/>
    </dgm:pt>
    <dgm:pt modelId="{79968709-752F-444D-B393-89541A4C9E97}" type="pres">
      <dgm:prSet presAssocID="{5FED17D5-43CA-4AAE-85F0-DB1AC2D2FEF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0D53B67-96ED-449E-BB47-28D061AFDC3F}" srcId="{DBEF9B88-40AE-4916-B451-26278DA87951}" destId="{5FED17D5-43CA-4AAE-85F0-DB1AC2D2FEFA}" srcOrd="3" destOrd="0" parTransId="{6DFB2DEE-325E-4934-BB06-72888A8DFB67}" sibTransId="{EE6A2A46-8C5B-488F-91C4-2ED2F0CFE58A}"/>
    <dgm:cxn modelId="{86ED024F-91DB-471C-B8BC-C354758FA570}" type="presOf" srcId="{FCABD896-3BEA-41F9-B494-F08737582443}" destId="{EB3EE5FC-0665-4E2D-A085-43C28C67FCD1}" srcOrd="0" destOrd="0" presId="urn:microsoft.com/office/officeart/2005/8/layout/vList2"/>
    <dgm:cxn modelId="{8F3F2F7A-8765-46ED-8286-69F7BEBF00D6}" srcId="{DBEF9B88-40AE-4916-B451-26278DA87951}" destId="{9A69DBDE-061B-46D6-95B4-12211BD9C72F}" srcOrd="2" destOrd="0" parTransId="{159F7D0F-DA48-44DB-B853-C71EA680A69A}" sibTransId="{015C357E-4D09-45F3-99C6-E51B1F5D959B}"/>
    <dgm:cxn modelId="{EDA61E8A-C94A-4A83-8332-3A796F408CF9}" type="presOf" srcId="{DBEF9B88-40AE-4916-B451-26278DA87951}" destId="{E806AD04-2A61-4C9D-B0A9-8FBA45271FCC}" srcOrd="0" destOrd="0" presId="urn:microsoft.com/office/officeart/2005/8/layout/vList2"/>
    <dgm:cxn modelId="{EFA47B8A-1927-4886-8781-C9190B1C7DA1}" type="presOf" srcId="{40A23592-192D-473B-A9C4-755FDF014852}" destId="{2347F6D2-DD8E-4D6C-B124-153B787A3E76}" srcOrd="0" destOrd="0" presId="urn:microsoft.com/office/officeart/2005/8/layout/vList2"/>
    <dgm:cxn modelId="{A22AF8B3-F09C-4FB4-8196-C2764BCC838E}" type="presOf" srcId="{5FED17D5-43CA-4AAE-85F0-DB1AC2D2FEFA}" destId="{79968709-752F-444D-B393-89541A4C9E97}" srcOrd="0" destOrd="0" presId="urn:microsoft.com/office/officeart/2005/8/layout/vList2"/>
    <dgm:cxn modelId="{4D8D32C6-1BD9-4486-ACB3-5A0A17DDE1D4}" srcId="{DBEF9B88-40AE-4916-B451-26278DA87951}" destId="{40A23592-192D-473B-A9C4-755FDF014852}" srcOrd="1" destOrd="0" parTransId="{FBC8359D-17F9-4DA0-9DFE-C207750B66CC}" sibTransId="{971B1EF2-C299-4515-828F-73A911451867}"/>
    <dgm:cxn modelId="{1284D5D2-8840-4291-A08A-4E4560F3716F}" type="presOf" srcId="{9A69DBDE-061B-46D6-95B4-12211BD9C72F}" destId="{8403F61F-9F5E-4642-A1F6-950F5EC6439C}" srcOrd="0" destOrd="0" presId="urn:microsoft.com/office/officeart/2005/8/layout/vList2"/>
    <dgm:cxn modelId="{021DBCF6-4D72-49D4-A674-1060438E761B}" srcId="{DBEF9B88-40AE-4916-B451-26278DA87951}" destId="{FCABD896-3BEA-41F9-B494-F08737582443}" srcOrd="0" destOrd="0" parTransId="{346567FB-2492-4BDF-8BAE-DF0ED28BF28C}" sibTransId="{21F8D5AA-226A-4D59-9FED-FBE000841304}"/>
    <dgm:cxn modelId="{79699B2C-38CC-41C1-A80D-BA08F3F91B13}" type="presParOf" srcId="{E806AD04-2A61-4C9D-B0A9-8FBA45271FCC}" destId="{EB3EE5FC-0665-4E2D-A085-43C28C67FCD1}" srcOrd="0" destOrd="0" presId="urn:microsoft.com/office/officeart/2005/8/layout/vList2"/>
    <dgm:cxn modelId="{CB7544CA-BB0E-47AA-A2A3-7B5BB43D7CCA}" type="presParOf" srcId="{E806AD04-2A61-4C9D-B0A9-8FBA45271FCC}" destId="{18DEC051-CAE7-4164-89C6-353891541611}" srcOrd="1" destOrd="0" presId="urn:microsoft.com/office/officeart/2005/8/layout/vList2"/>
    <dgm:cxn modelId="{79954AEA-F7F8-4104-886E-2A1737D9E15B}" type="presParOf" srcId="{E806AD04-2A61-4C9D-B0A9-8FBA45271FCC}" destId="{2347F6D2-DD8E-4D6C-B124-153B787A3E76}" srcOrd="2" destOrd="0" presId="urn:microsoft.com/office/officeart/2005/8/layout/vList2"/>
    <dgm:cxn modelId="{F466BF70-111A-414C-88FC-F2473C3E175F}" type="presParOf" srcId="{E806AD04-2A61-4C9D-B0A9-8FBA45271FCC}" destId="{7DE9C668-CEBB-4994-8AC2-FF4BB71BAB6A}" srcOrd="3" destOrd="0" presId="urn:microsoft.com/office/officeart/2005/8/layout/vList2"/>
    <dgm:cxn modelId="{3AC43B1C-5FA4-4DBC-AE42-E920005AA659}" type="presParOf" srcId="{E806AD04-2A61-4C9D-B0A9-8FBA45271FCC}" destId="{8403F61F-9F5E-4642-A1F6-950F5EC6439C}" srcOrd="4" destOrd="0" presId="urn:microsoft.com/office/officeart/2005/8/layout/vList2"/>
    <dgm:cxn modelId="{E13231D9-E811-4370-90FC-01BE23F53F0E}" type="presParOf" srcId="{E806AD04-2A61-4C9D-B0A9-8FBA45271FCC}" destId="{BB0FE845-42FC-4810-929F-BD0F18A11AFA}" srcOrd="5" destOrd="0" presId="urn:microsoft.com/office/officeart/2005/8/layout/vList2"/>
    <dgm:cxn modelId="{0AB93A4E-25E1-4BC0-83F2-201F2E7C728C}" type="presParOf" srcId="{E806AD04-2A61-4C9D-B0A9-8FBA45271FCC}" destId="{79968709-752F-444D-B393-89541A4C9E9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65561B1-9325-42B6-9D4C-200CB729B4E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3A16615-11EE-4AF4-8117-DAFED44B0B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Can be WIFI</a:t>
          </a:r>
        </a:p>
      </dgm:t>
    </dgm:pt>
    <dgm:pt modelId="{629D2569-F77F-4F02-B349-DACDBB5EA5F5}" type="parTrans" cxnId="{62714EB3-8AAB-41E4-B1FE-0B5F892A24BD}">
      <dgm:prSet/>
      <dgm:spPr/>
      <dgm:t>
        <a:bodyPr/>
        <a:lstStyle/>
        <a:p>
          <a:endParaRPr lang="en-US"/>
        </a:p>
      </dgm:t>
    </dgm:pt>
    <dgm:pt modelId="{698B3BCF-5920-4055-9EB3-862341BF0C29}" type="sibTrans" cxnId="{62714EB3-8AAB-41E4-B1FE-0B5F892A24BD}">
      <dgm:prSet/>
      <dgm:spPr/>
      <dgm:t>
        <a:bodyPr/>
        <a:lstStyle/>
        <a:p>
          <a:endParaRPr lang="en-US"/>
        </a:p>
      </dgm:t>
    </dgm:pt>
    <dgm:pt modelId="{354A4360-D613-4572-B3EE-EE1B948BD60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Cell Towers</a:t>
          </a:r>
        </a:p>
      </dgm:t>
    </dgm:pt>
    <dgm:pt modelId="{F05FC67C-15CC-4875-87A6-C7D9BA4784D3}" type="parTrans" cxnId="{6E46AA0E-0110-4E5B-AA37-BEE2C12FDE86}">
      <dgm:prSet/>
      <dgm:spPr/>
      <dgm:t>
        <a:bodyPr/>
        <a:lstStyle/>
        <a:p>
          <a:endParaRPr lang="en-US"/>
        </a:p>
      </dgm:t>
    </dgm:pt>
    <dgm:pt modelId="{FEB7AFE4-5ACA-4221-B32B-ABB6117B8200}" type="sibTrans" cxnId="{6E46AA0E-0110-4E5B-AA37-BEE2C12FDE86}">
      <dgm:prSet/>
      <dgm:spPr/>
      <dgm:t>
        <a:bodyPr/>
        <a:lstStyle/>
        <a:p>
          <a:endParaRPr lang="en-US"/>
        </a:p>
      </dgm:t>
    </dgm:pt>
    <dgm:pt modelId="{66F24D8C-D5AA-4F33-A768-6457538EA02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Satellite</a:t>
          </a:r>
        </a:p>
      </dgm:t>
    </dgm:pt>
    <dgm:pt modelId="{DBC2F17C-35B9-452B-A070-881E34B9E7ED}" type="parTrans" cxnId="{E321E8D2-04C9-47E0-86E6-62E1726793C1}">
      <dgm:prSet/>
      <dgm:spPr/>
      <dgm:t>
        <a:bodyPr/>
        <a:lstStyle/>
        <a:p>
          <a:endParaRPr lang="en-US"/>
        </a:p>
      </dgm:t>
    </dgm:pt>
    <dgm:pt modelId="{8DD20BFE-5F77-413E-BB14-3C136794C51E}" type="sibTrans" cxnId="{E321E8D2-04C9-47E0-86E6-62E1726793C1}">
      <dgm:prSet/>
      <dgm:spPr/>
      <dgm:t>
        <a:bodyPr/>
        <a:lstStyle/>
        <a:p>
          <a:endParaRPr lang="en-US"/>
        </a:p>
      </dgm:t>
    </dgm:pt>
    <dgm:pt modelId="{548EF895-F2E5-44DB-BD92-FA10D60DE437}" type="pres">
      <dgm:prSet presAssocID="{E65561B1-9325-42B6-9D4C-200CB729B4E8}" presName="root" presStyleCnt="0">
        <dgm:presLayoutVars>
          <dgm:dir/>
          <dgm:resizeHandles val="exact"/>
        </dgm:presLayoutVars>
      </dgm:prSet>
      <dgm:spPr/>
    </dgm:pt>
    <dgm:pt modelId="{5D58AD66-A21F-4551-A9B6-D45092D5CD05}" type="pres">
      <dgm:prSet presAssocID="{13A16615-11EE-4AF4-8117-DAFED44B0B0D}" presName="compNode" presStyleCnt="0"/>
      <dgm:spPr/>
    </dgm:pt>
    <dgm:pt modelId="{168F3E89-498F-4566-8B2B-6C28B5CDEDB6}" type="pres">
      <dgm:prSet presAssocID="{13A16615-11EE-4AF4-8117-DAFED44B0B0D}" presName="bgRect" presStyleLbl="bgShp" presStyleIdx="0" presStyleCnt="3"/>
      <dgm:spPr/>
    </dgm:pt>
    <dgm:pt modelId="{860F1C75-E181-420B-9385-858A057B6076}" type="pres">
      <dgm:prSet presAssocID="{13A16615-11EE-4AF4-8117-DAFED44B0B0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i-Fi"/>
        </a:ext>
      </dgm:extLst>
    </dgm:pt>
    <dgm:pt modelId="{EF1CB299-1390-4E5E-AD5F-C7772410ECE9}" type="pres">
      <dgm:prSet presAssocID="{13A16615-11EE-4AF4-8117-DAFED44B0B0D}" presName="spaceRect" presStyleCnt="0"/>
      <dgm:spPr/>
    </dgm:pt>
    <dgm:pt modelId="{4D3AD013-3347-4542-9E40-4FD89AB67303}" type="pres">
      <dgm:prSet presAssocID="{13A16615-11EE-4AF4-8117-DAFED44B0B0D}" presName="parTx" presStyleLbl="revTx" presStyleIdx="0" presStyleCnt="3">
        <dgm:presLayoutVars>
          <dgm:chMax val="0"/>
          <dgm:chPref val="0"/>
        </dgm:presLayoutVars>
      </dgm:prSet>
      <dgm:spPr/>
    </dgm:pt>
    <dgm:pt modelId="{DDB0F298-6E2F-425A-A1AB-63427058511E}" type="pres">
      <dgm:prSet presAssocID="{698B3BCF-5920-4055-9EB3-862341BF0C29}" presName="sibTrans" presStyleCnt="0"/>
      <dgm:spPr/>
    </dgm:pt>
    <dgm:pt modelId="{23138201-E93B-4282-B971-B9CF7D4E5939}" type="pres">
      <dgm:prSet presAssocID="{354A4360-D613-4572-B3EE-EE1B948BD603}" presName="compNode" presStyleCnt="0"/>
      <dgm:spPr/>
    </dgm:pt>
    <dgm:pt modelId="{62119D01-F3FD-4E8F-B985-31E0ED0A7720}" type="pres">
      <dgm:prSet presAssocID="{354A4360-D613-4572-B3EE-EE1B948BD603}" presName="bgRect" presStyleLbl="bgShp" presStyleIdx="1" presStyleCnt="3"/>
      <dgm:spPr/>
    </dgm:pt>
    <dgm:pt modelId="{F2B3F206-070A-4657-B7E4-829EE26FA59C}" type="pres">
      <dgm:prSet presAssocID="{354A4360-D613-4572-B3EE-EE1B948BD60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7FF4DCBD-255A-4CA5-9D28-9334276BBAC6}" type="pres">
      <dgm:prSet presAssocID="{354A4360-D613-4572-B3EE-EE1B948BD603}" presName="spaceRect" presStyleCnt="0"/>
      <dgm:spPr/>
    </dgm:pt>
    <dgm:pt modelId="{926DA7CB-F74B-4B66-A1B6-1DD75F52B99A}" type="pres">
      <dgm:prSet presAssocID="{354A4360-D613-4572-B3EE-EE1B948BD603}" presName="parTx" presStyleLbl="revTx" presStyleIdx="1" presStyleCnt="3">
        <dgm:presLayoutVars>
          <dgm:chMax val="0"/>
          <dgm:chPref val="0"/>
        </dgm:presLayoutVars>
      </dgm:prSet>
      <dgm:spPr/>
    </dgm:pt>
    <dgm:pt modelId="{3E86F316-A796-4BDD-A219-96A07E1E34C6}" type="pres">
      <dgm:prSet presAssocID="{FEB7AFE4-5ACA-4221-B32B-ABB6117B8200}" presName="sibTrans" presStyleCnt="0"/>
      <dgm:spPr/>
    </dgm:pt>
    <dgm:pt modelId="{73068FAF-DCE0-4CE2-A2BC-3FD27AF8C9FB}" type="pres">
      <dgm:prSet presAssocID="{66F24D8C-D5AA-4F33-A768-6457538EA024}" presName="compNode" presStyleCnt="0"/>
      <dgm:spPr/>
    </dgm:pt>
    <dgm:pt modelId="{E909226D-BAC7-4F16-8F61-71FB8338240F}" type="pres">
      <dgm:prSet presAssocID="{66F24D8C-D5AA-4F33-A768-6457538EA024}" presName="bgRect" presStyleLbl="bgShp" presStyleIdx="2" presStyleCnt="3"/>
      <dgm:spPr/>
    </dgm:pt>
    <dgm:pt modelId="{D16D779F-BD3C-4839-BCDC-8BB52082EC40}" type="pres">
      <dgm:prSet presAssocID="{66F24D8C-D5AA-4F33-A768-6457538EA02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atellite"/>
        </a:ext>
      </dgm:extLst>
    </dgm:pt>
    <dgm:pt modelId="{7B8EE7A9-E177-4590-AF94-F7EF7C8B1245}" type="pres">
      <dgm:prSet presAssocID="{66F24D8C-D5AA-4F33-A768-6457538EA024}" presName="spaceRect" presStyleCnt="0"/>
      <dgm:spPr/>
    </dgm:pt>
    <dgm:pt modelId="{7C9A9BF1-E500-4D1D-ACD3-24310D425F77}" type="pres">
      <dgm:prSet presAssocID="{66F24D8C-D5AA-4F33-A768-6457538EA02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E46AA0E-0110-4E5B-AA37-BEE2C12FDE86}" srcId="{E65561B1-9325-42B6-9D4C-200CB729B4E8}" destId="{354A4360-D613-4572-B3EE-EE1B948BD603}" srcOrd="1" destOrd="0" parTransId="{F05FC67C-15CC-4875-87A6-C7D9BA4784D3}" sibTransId="{FEB7AFE4-5ACA-4221-B32B-ABB6117B8200}"/>
    <dgm:cxn modelId="{0BCD8F2F-E4B5-45EA-A182-8BCC907288E6}" type="presOf" srcId="{13A16615-11EE-4AF4-8117-DAFED44B0B0D}" destId="{4D3AD013-3347-4542-9E40-4FD89AB67303}" srcOrd="0" destOrd="0" presId="urn:microsoft.com/office/officeart/2018/2/layout/IconVerticalSolidList"/>
    <dgm:cxn modelId="{400EBA98-C9C2-4893-AEF4-91619CD67A24}" type="presOf" srcId="{E65561B1-9325-42B6-9D4C-200CB729B4E8}" destId="{548EF895-F2E5-44DB-BD92-FA10D60DE437}" srcOrd="0" destOrd="0" presId="urn:microsoft.com/office/officeart/2018/2/layout/IconVerticalSolidList"/>
    <dgm:cxn modelId="{62714EB3-8AAB-41E4-B1FE-0B5F892A24BD}" srcId="{E65561B1-9325-42B6-9D4C-200CB729B4E8}" destId="{13A16615-11EE-4AF4-8117-DAFED44B0B0D}" srcOrd="0" destOrd="0" parTransId="{629D2569-F77F-4F02-B349-DACDBB5EA5F5}" sibTransId="{698B3BCF-5920-4055-9EB3-862341BF0C29}"/>
    <dgm:cxn modelId="{17490EB5-CCD5-4D3D-93F7-F875590CD215}" type="presOf" srcId="{66F24D8C-D5AA-4F33-A768-6457538EA024}" destId="{7C9A9BF1-E500-4D1D-ACD3-24310D425F77}" srcOrd="0" destOrd="0" presId="urn:microsoft.com/office/officeart/2018/2/layout/IconVerticalSolidList"/>
    <dgm:cxn modelId="{E321E8D2-04C9-47E0-86E6-62E1726793C1}" srcId="{E65561B1-9325-42B6-9D4C-200CB729B4E8}" destId="{66F24D8C-D5AA-4F33-A768-6457538EA024}" srcOrd="2" destOrd="0" parTransId="{DBC2F17C-35B9-452B-A070-881E34B9E7ED}" sibTransId="{8DD20BFE-5F77-413E-BB14-3C136794C51E}"/>
    <dgm:cxn modelId="{EEFFBAE2-155E-4F20-B9C3-E102D432557C}" type="presOf" srcId="{354A4360-D613-4572-B3EE-EE1B948BD603}" destId="{926DA7CB-F74B-4B66-A1B6-1DD75F52B99A}" srcOrd="0" destOrd="0" presId="urn:microsoft.com/office/officeart/2018/2/layout/IconVerticalSolidList"/>
    <dgm:cxn modelId="{510CF04F-B556-4323-A04F-DB77519C7660}" type="presParOf" srcId="{548EF895-F2E5-44DB-BD92-FA10D60DE437}" destId="{5D58AD66-A21F-4551-A9B6-D45092D5CD05}" srcOrd="0" destOrd="0" presId="urn:microsoft.com/office/officeart/2018/2/layout/IconVerticalSolidList"/>
    <dgm:cxn modelId="{1E204098-D322-4207-866D-1B66F7098BE4}" type="presParOf" srcId="{5D58AD66-A21F-4551-A9B6-D45092D5CD05}" destId="{168F3E89-498F-4566-8B2B-6C28B5CDEDB6}" srcOrd="0" destOrd="0" presId="urn:microsoft.com/office/officeart/2018/2/layout/IconVerticalSolidList"/>
    <dgm:cxn modelId="{A1DD82F8-353D-44D9-AD57-64007C9A6A69}" type="presParOf" srcId="{5D58AD66-A21F-4551-A9B6-D45092D5CD05}" destId="{860F1C75-E181-420B-9385-858A057B6076}" srcOrd="1" destOrd="0" presId="urn:microsoft.com/office/officeart/2018/2/layout/IconVerticalSolidList"/>
    <dgm:cxn modelId="{88E68938-F22C-40C7-BAC0-5F408151E243}" type="presParOf" srcId="{5D58AD66-A21F-4551-A9B6-D45092D5CD05}" destId="{EF1CB299-1390-4E5E-AD5F-C7772410ECE9}" srcOrd="2" destOrd="0" presId="urn:microsoft.com/office/officeart/2018/2/layout/IconVerticalSolidList"/>
    <dgm:cxn modelId="{50DA2089-3FF2-4898-B521-655778C33CF0}" type="presParOf" srcId="{5D58AD66-A21F-4551-A9B6-D45092D5CD05}" destId="{4D3AD013-3347-4542-9E40-4FD89AB67303}" srcOrd="3" destOrd="0" presId="urn:microsoft.com/office/officeart/2018/2/layout/IconVerticalSolidList"/>
    <dgm:cxn modelId="{901135FB-2EDB-45F6-BD1D-58B93804032E}" type="presParOf" srcId="{548EF895-F2E5-44DB-BD92-FA10D60DE437}" destId="{DDB0F298-6E2F-425A-A1AB-63427058511E}" srcOrd="1" destOrd="0" presId="urn:microsoft.com/office/officeart/2018/2/layout/IconVerticalSolidList"/>
    <dgm:cxn modelId="{1FB0BFE7-6FB6-456B-BF8F-8BC031498754}" type="presParOf" srcId="{548EF895-F2E5-44DB-BD92-FA10D60DE437}" destId="{23138201-E93B-4282-B971-B9CF7D4E5939}" srcOrd="2" destOrd="0" presId="urn:microsoft.com/office/officeart/2018/2/layout/IconVerticalSolidList"/>
    <dgm:cxn modelId="{224DDD17-57AC-43F6-844F-B17746B9B3AA}" type="presParOf" srcId="{23138201-E93B-4282-B971-B9CF7D4E5939}" destId="{62119D01-F3FD-4E8F-B985-31E0ED0A7720}" srcOrd="0" destOrd="0" presId="urn:microsoft.com/office/officeart/2018/2/layout/IconVerticalSolidList"/>
    <dgm:cxn modelId="{A6E4E215-B932-44BB-A8F1-3BBEFC792E8B}" type="presParOf" srcId="{23138201-E93B-4282-B971-B9CF7D4E5939}" destId="{F2B3F206-070A-4657-B7E4-829EE26FA59C}" srcOrd="1" destOrd="0" presId="urn:microsoft.com/office/officeart/2018/2/layout/IconVerticalSolidList"/>
    <dgm:cxn modelId="{E9F84987-D414-478A-9C78-F8B570C10FE4}" type="presParOf" srcId="{23138201-E93B-4282-B971-B9CF7D4E5939}" destId="{7FF4DCBD-255A-4CA5-9D28-9334276BBAC6}" srcOrd="2" destOrd="0" presId="urn:microsoft.com/office/officeart/2018/2/layout/IconVerticalSolidList"/>
    <dgm:cxn modelId="{1EF7D2C2-9B1C-455B-B5CC-C0E31C502A2E}" type="presParOf" srcId="{23138201-E93B-4282-B971-B9CF7D4E5939}" destId="{926DA7CB-F74B-4B66-A1B6-1DD75F52B99A}" srcOrd="3" destOrd="0" presId="urn:microsoft.com/office/officeart/2018/2/layout/IconVerticalSolidList"/>
    <dgm:cxn modelId="{76B4A85D-5146-4519-A989-0ADF5526F626}" type="presParOf" srcId="{548EF895-F2E5-44DB-BD92-FA10D60DE437}" destId="{3E86F316-A796-4BDD-A219-96A07E1E34C6}" srcOrd="3" destOrd="0" presId="urn:microsoft.com/office/officeart/2018/2/layout/IconVerticalSolidList"/>
    <dgm:cxn modelId="{9E4F5B58-45B5-4A29-AF1B-6663508DDEC1}" type="presParOf" srcId="{548EF895-F2E5-44DB-BD92-FA10D60DE437}" destId="{73068FAF-DCE0-4CE2-A2BC-3FD27AF8C9FB}" srcOrd="4" destOrd="0" presId="urn:microsoft.com/office/officeart/2018/2/layout/IconVerticalSolidList"/>
    <dgm:cxn modelId="{D2A6A23C-6383-44F9-A6A8-C9181AD17C37}" type="presParOf" srcId="{73068FAF-DCE0-4CE2-A2BC-3FD27AF8C9FB}" destId="{E909226D-BAC7-4F16-8F61-71FB8338240F}" srcOrd="0" destOrd="0" presId="urn:microsoft.com/office/officeart/2018/2/layout/IconVerticalSolidList"/>
    <dgm:cxn modelId="{CF4C378E-4F99-4C2D-B9F8-5E0B6750573E}" type="presParOf" srcId="{73068FAF-DCE0-4CE2-A2BC-3FD27AF8C9FB}" destId="{D16D779F-BD3C-4839-BCDC-8BB52082EC40}" srcOrd="1" destOrd="0" presId="urn:microsoft.com/office/officeart/2018/2/layout/IconVerticalSolidList"/>
    <dgm:cxn modelId="{36F6A9FD-2E6F-406A-BF97-6E1AA0FFFA27}" type="presParOf" srcId="{73068FAF-DCE0-4CE2-A2BC-3FD27AF8C9FB}" destId="{7B8EE7A9-E177-4590-AF94-F7EF7C8B1245}" srcOrd="2" destOrd="0" presId="urn:microsoft.com/office/officeart/2018/2/layout/IconVerticalSolidList"/>
    <dgm:cxn modelId="{4E60839E-F74E-4D90-9786-931AADB7CDA8}" type="presParOf" srcId="{73068FAF-DCE0-4CE2-A2BC-3FD27AF8C9FB}" destId="{7C9A9BF1-E500-4D1D-ACD3-24310D425F7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14D67BB-4347-4214-96B6-5403A8DC391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3C888DF4-DA4F-473C-9E38-0DBE0F50AA4F}">
      <dgm:prSet/>
      <dgm:spPr/>
      <dgm:t>
        <a:bodyPr/>
        <a:lstStyle/>
        <a:p>
          <a:r>
            <a:rPr lang="en-US"/>
            <a:t>Wireless Access Points</a:t>
          </a:r>
        </a:p>
      </dgm:t>
    </dgm:pt>
    <dgm:pt modelId="{01D3DF2F-DB67-47E5-A159-2FEC2E60BBFE}" type="parTrans" cxnId="{5E7C858A-BB86-4537-8F27-DB7C64C4603E}">
      <dgm:prSet/>
      <dgm:spPr/>
      <dgm:t>
        <a:bodyPr/>
        <a:lstStyle/>
        <a:p>
          <a:endParaRPr lang="en-US"/>
        </a:p>
      </dgm:t>
    </dgm:pt>
    <dgm:pt modelId="{7F7A7516-A6AC-4084-A3FD-E6AF6B73DFF0}" type="sibTrans" cxnId="{5E7C858A-BB86-4537-8F27-DB7C64C4603E}">
      <dgm:prSet/>
      <dgm:spPr/>
      <dgm:t>
        <a:bodyPr/>
        <a:lstStyle/>
        <a:p>
          <a:endParaRPr lang="en-US"/>
        </a:p>
      </dgm:t>
    </dgm:pt>
    <dgm:pt modelId="{0DC3ACE7-1DF8-48DF-B2E9-132DEDD4DAF7}">
      <dgm:prSet/>
      <dgm:spPr/>
      <dgm:t>
        <a:bodyPr/>
        <a:lstStyle/>
        <a:p>
          <a:r>
            <a:rPr lang="en-US"/>
            <a:t>Connected to a switch</a:t>
          </a:r>
        </a:p>
      </dgm:t>
    </dgm:pt>
    <dgm:pt modelId="{C6E54B96-41BE-437A-9F40-C7C7559E16C2}" type="parTrans" cxnId="{113E646F-46D2-40DD-B758-4369EE46F82B}">
      <dgm:prSet/>
      <dgm:spPr/>
      <dgm:t>
        <a:bodyPr/>
        <a:lstStyle/>
        <a:p>
          <a:endParaRPr lang="en-US"/>
        </a:p>
      </dgm:t>
    </dgm:pt>
    <dgm:pt modelId="{956F411A-3EC6-4974-8090-385AA2AF2A4E}" type="sibTrans" cxnId="{113E646F-46D2-40DD-B758-4369EE46F82B}">
      <dgm:prSet/>
      <dgm:spPr/>
      <dgm:t>
        <a:bodyPr/>
        <a:lstStyle/>
        <a:p>
          <a:endParaRPr lang="en-US"/>
        </a:p>
      </dgm:t>
    </dgm:pt>
    <dgm:pt modelId="{C809DBF9-1965-4C58-A07E-4B72F6CD6304}">
      <dgm:prSet/>
      <dgm:spPr/>
      <dgm:t>
        <a:bodyPr/>
        <a:lstStyle/>
        <a:p>
          <a:r>
            <a:rPr lang="en-US"/>
            <a:t>Allow Wireless NIC to connect</a:t>
          </a:r>
        </a:p>
      </dgm:t>
    </dgm:pt>
    <dgm:pt modelId="{16FE0323-F544-4E24-99DF-97D7C3A9F11F}" type="parTrans" cxnId="{48AFB337-25C1-4F2D-ABF7-DF33AD5F1B57}">
      <dgm:prSet/>
      <dgm:spPr/>
      <dgm:t>
        <a:bodyPr/>
        <a:lstStyle/>
        <a:p>
          <a:endParaRPr lang="en-US"/>
        </a:p>
      </dgm:t>
    </dgm:pt>
    <dgm:pt modelId="{0B7BFF6F-EE32-4AE3-9320-6E8C3BFC2DF9}" type="sibTrans" cxnId="{48AFB337-25C1-4F2D-ABF7-DF33AD5F1B57}">
      <dgm:prSet/>
      <dgm:spPr/>
      <dgm:t>
        <a:bodyPr/>
        <a:lstStyle/>
        <a:p>
          <a:endParaRPr lang="en-US"/>
        </a:p>
      </dgm:t>
    </dgm:pt>
    <dgm:pt modelId="{097FFD3C-B7E3-45F2-BDE8-86D7EADF4F48}">
      <dgm:prSet/>
      <dgm:spPr/>
      <dgm:t>
        <a:bodyPr/>
        <a:lstStyle/>
        <a:p>
          <a:r>
            <a:rPr lang="en-US"/>
            <a:t>Uses Radio Frequencies</a:t>
          </a:r>
        </a:p>
      </dgm:t>
    </dgm:pt>
    <dgm:pt modelId="{EE9BEC43-6F58-4972-AAAB-DE7096CCA4E6}" type="parTrans" cxnId="{D1FCB0F7-2E81-4341-9604-F40577C33BED}">
      <dgm:prSet/>
      <dgm:spPr/>
      <dgm:t>
        <a:bodyPr/>
        <a:lstStyle/>
        <a:p>
          <a:endParaRPr lang="en-US"/>
        </a:p>
      </dgm:t>
    </dgm:pt>
    <dgm:pt modelId="{BFD7D24F-9071-4D02-9A64-A16AF857EA8E}" type="sibTrans" cxnId="{D1FCB0F7-2E81-4341-9604-F40577C33BED}">
      <dgm:prSet/>
      <dgm:spPr/>
      <dgm:t>
        <a:bodyPr/>
        <a:lstStyle/>
        <a:p>
          <a:endParaRPr lang="en-US"/>
        </a:p>
      </dgm:t>
    </dgm:pt>
    <dgm:pt modelId="{99602929-55AD-442B-81A4-367DC8C08993}" type="pres">
      <dgm:prSet presAssocID="{814D67BB-4347-4214-96B6-5403A8DC391F}" presName="root" presStyleCnt="0">
        <dgm:presLayoutVars>
          <dgm:dir/>
          <dgm:resizeHandles val="exact"/>
        </dgm:presLayoutVars>
      </dgm:prSet>
      <dgm:spPr/>
    </dgm:pt>
    <dgm:pt modelId="{DD9A12BE-D643-447A-831C-2FE16E9DAF8C}" type="pres">
      <dgm:prSet presAssocID="{3C888DF4-DA4F-473C-9E38-0DBE0F50AA4F}" presName="compNode" presStyleCnt="0"/>
      <dgm:spPr/>
    </dgm:pt>
    <dgm:pt modelId="{F60F0D2B-A0FD-469A-B162-167105E94845}" type="pres">
      <dgm:prSet presAssocID="{3C888DF4-DA4F-473C-9E38-0DBE0F50AA4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-Fi"/>
        </a:ext>
      </dgm:extLst>
    </dgm:pt>
    <dgm:pt modelId="{67EA0429-EE7C-4411-8BC3-E53C7E1C8F73}" type="pres">
      <dgm:prSet presAssocID="{3C888DF4-DA4F-473C-9E38-0DBE0F50AA4F}" presName="spaceRect" presStyleCnt="0"/>
      <dgm:spPr/>
    </dgm:pt>
    <dgm:pt modelId="{0DFC9F1D-7243-419E-853B-F8019AD5D6C9}" type="pres">
      <dgm:prSet presAssocID="{3C888DF4-DA4F-473C-9E38-0DBE0F50AA4F}" presName="textRect" presStyleLbl="revTx" presStyleIdx="0" presStyleCnt="4">
        <dgm:presLayoutVars>
          <dgm:chMax val="1"/>
          <dgm:chPref val="1"/>
        </dgm:presLayoutVars>
      </dgm:prSet>
      <dgm:spPr/>
    </dgm:pt>
    <dgm:pt modelId="{3061CD78-5F37-4A10-ABDC-B48E3071BB93}" type="pres">
      <dgm:prSet presAssocID="{7F7A7516-A6AC-4084-A3FD-E6AF6B73DFF0}" presName="sibTrans" presStyleCnt="0"/>
      <dgm:spPr/>
    </dgm:pt>
    <dgm:pt modelId="{C8228354-1BBC-4182-AF43-3E9D02457D12}" type="pres">
      <dgm:prSet presAssocID="{0DC3ACE7-1DF8-48DF-B2E9-132DEDD4DAF7}" presName="compNode" presStyleCnt="0"/>
      <dgm:spPr/>
    </dgm:pt>
    <dgm:pt modelId="{36CA4BC9-3173-4551-A680-461BDB4DEB80}" type="pres">
      <dgm:prSet presAssocID="{0DC3ACE7-1DF8-48DF-B2E9-132DEDD4DAF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"/>
        </a:ext>
      </dgm:extLst>
    </dgm:pt>
    <dgm:pt modelId="{06887D7F-CEF8-4E52-862F-DF48FD2BB3B1}" type="pres">
      <dgm:prSet presAssocID="{0DC3ACE7-1DF8-48DF-B2E9-132DEDD4DAF7}" presName="spaceRect" presStyleCnt="0"/>
      <dgm:spPr/>
    </dgm:pt>
    <dgm:pt modelId="{A5E1869C-CBFA-48A3-ACFC-0726AB202202}" type="pres">
      <dgm:prSet presAssocID="{0DC3ACE7-1DF8-48DF-B2E9-132DEDD4DAF7}" presName="textRect" presStyleLbl="revTx" presStyleIdx="1" presStyleCnt="4">
        <dgm:presLayoutVars>
          <dgm:chMax val="1"/>
          <dgm:chPref val="1"/>
        </dgm:presLayoutVars>
      </dgm:prSet>
      <dgm:spPr/>
    </dgm:pt>
    <dgm:pt modelId="{644D429A-B1EE-440C-B898-D2FA6C6B331F}" type="pres">
      <dgm:prSet presAssocID="{956F411A-3EC6-4974-8090-385AA2AF2A4E}" presName="sibTrans" presStyleCnt="0"/>
      <dgm:spPr/>
    </dgm:pt>
    <dgm:pt modelId="{4F4CB300-588C-4769-9FD5-F63BE11ABEBE}" type="pres">
      <dgm:prSet presAssocID="{C809DBF9-1965-4C58-A07E-4B72F6CD6304}" presName="compNode" presStyleCnt="0"/>
      <dgm:spPr/>
    </dgm:pt>
    <dgm:pt modelId="{C96DA5DC-9C87-48B5-8929-4D4DE32C5928}" type="pres">
      <dgm:prSet presAssocID="{C809DBF9-1965-4C58-A07E-4B72F6CD630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9032418C-B12C-4D14-B200-D8E9D1D1836C}" type="pres">
      <dgm:prSet presAssocID="{C809DBF9-1965-4C58-A07E-4B72F6CD6304}" presName="spaceRect" presStyleCnt="0"/>
      <dgm:spPr/>
    </dgm:pt>
    <dgm:pt modelId="{C49697E1-6092-4659-84D3-E9AE44FF4104}" type="pres">
      <dgm:prSet presAssocID="{C809DBF9-1965-4C58-A07E-4B72F6CD6304}" presName="textRect" presStyleLbl="revTx" presStyleIdx="2" presStyleCnt="4">
        <dgm:presLayoutVars>
          <dgm:chMax val="1"/>
          <dgm:chPref val="1"/>
        </dgm:presLayoutVars>
      </dgm:prSet>
      <dgm:spPr/>
    </dgm:pt>
    <dgm:pt modelId="{0AB6917C-319D-422F-9F15-9543C2B2296D}" type="pres">
      <dgm:prSet presAssocID="{0B7BFF6F-EE32-4AE3-9320-6E8C3BFC2DF9}" presName="sibTrans" presStyleCnt="0"/>
      <dgm:spPr/>
    </dgm:pt>
    <dgm:pt modelId="{5D50B1EC-0EB9-4BE3-934E-A9ABA5E70E75}" type="pres">
      <dgm:prSet presAssocID="{097FFD3C-B7E3-45F2-BDE8-86D7EADF4F48}" presName="compNode" presStyleCnt="0"/>
      <dgm:spPr/>
    </dgm:pt>
    <dgm:pt modelId="{9159DB30-B672-4F71-9025-39A3953F84A6}" type="pres">
      <dgm:prSet presAssocID="{097FFD3C-B7E3-45F2-BDE8-86D7EADF4F4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dio"/>
        </a:ext>
      </dgm:extLst>
    </dgm:pt>
    <dgm:pt modelId="{E3177EF2-9C16-40CD-A89D-D3F181F4B95A}" type="pres">
      <dgm:prSet presAssocID="{097FFD3C-B7E3-45F2-BDE8-86D7EADF4F48}" presName="spaceRect" presStyleCnt="0"/>
      <dgm:spPr/>
    </dgm:pt>
    <dgm:pt modelId="{580B7AAC-064E-493F-B015-AB32FC0C5789}" type="pres">
      <dgm:prSet presAssocID="{097FFD3C-B7E3-45F2-BDE8-86D7EADF4F4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8AFB337-25C1-4F2D-ABF7-DF33AD5F1B57}" srcId="{814D67BB-4347-4214-96B6-5403A8DC391F}" destId="{C809DBF9-1965-4C58-A07E-4B72F6CD6304}" srcOrd="2" destOrd="0" parTransId="{16FE0323-F544-4E24-99DF-97D7C3A9F11F}" sibTransId="{0B7BFF6F-EE32-4AE3-9320-6E8C3BFC2DF9}"/>
    <dgm:cxn modelId="{5C2DEC39-5B9C-4121-B049-CD018846E80B}" type="presOf" srcId="{3C888DF4-DA4F-473C-9E38-0DBE0F50AA4F}" destId="{0DFC9F1D-7243-419E-853B-F8019AD5D6C9}" srcOrd="0" destOrd="0" presId="urn:microsoft.com/office/officeart/2018/2/layout/IconLabelList"/>
    <dgm:cxn modelId="{ECD3CA3D-E5F2-48DC-A0CE-81D411B55C19}" type="presOf" srcId="{0DC3ACE7-1DF8-48DF-B2E9-132DEDD4DAF7}" destId="{A5E1869C-CBFA-48A3-ACFC-0726AB202202}" srcOrd="0" destOrd="0" presId="urn:microsoft.com/office/officeart/2018/2/layout/IconLabelList"/>
    <dgm:cxn modelId="{5EDA0C49-F371-47A8-8196-06C2BEA0DBBC}" type="presOf" srcId="{C809DBF9-1965-4C58-A07E-4B72F6CD6304}" destId="{C49697E1-6092-4659-84D3-E9AE44FF4104}" srcOrd="0" destOrd="0" presId="urn:microsoft.com/office/officeart/2018/2/layout/IconLabelList"/>
    <dgm:cxn modelId="{113E646F-46D2-40DD-B758-4369EE46F82B}" srcId="{814D67BB-4347-4214-96B6-5403A8DC391F}" destId="{0DC3ACE7-1DF8-48DF-B2E9-132DEDD4DAF7}" srcOrd="1" destOrd="0" parTransId="{C6E54B96-41BE-437A-9F40-C7C7559E16C2}" sibTransId="{956F411A-3EC6-4974-8090-385AA2AF2A4E}"/>
    <dgm:cxn modelId="{5E7C858A-BB86-4537-8F27-DB7C64C4603E}" srcId="{814D67BB-4347-4214-96B6-5403A8DC391F}" destId="{3C888DF4-DA4F-473C-9E38-0DBE0F50AA4F}" srcOrd="0" destOrd="0" parTransId="{01D3DF2F-DB67-47E5-A159-2FEC2E60BBFE}" sibTransId="{7F7A7516-A6AC-4084-A3FD-E6AF6B73DFF0}"/>
    <dgm:cxn modelId="{E260FB90-A885-41E8-A862-94D673545564}" type="presOf" srcId="{097FFD3C-B7E3-45F2-BDE8-86D7EADF4F48}" destId="{580B7AAC-064E-493F-B015-AB32FC0C5789}" srcOrd="0" destOrd="0" presId="urn:microsoft.com/office/officeart/2018/2/layout/IconLabelList"/>
    <dgm:cxn modelId="{6C9090A2-A37C-4236-A766-C1F2ABD5468C}" type="presOf" srcId="{814D67BB-4347-4214-96B6-5403A8DC391F}" destId="{99602929-55AD-442B-81A4-367DC8C08993}" srcOrd="0" destOrd="0" presId="urn:microsoft.com/office/officeart/2018/2/layout/IconLabelList"/>
    <dgm:cxn modelId="{D1FCB0F7-2E81-4341-9604-F40577C33BED}" srcId="{814D67BB-4347-4214-96B6-5403A8DC391F}" destId="{097FFD3C-B7E3-45F2-BDE8-86D7EADF4F48}" srcOrd="3" destOrd="0" parTransId="{EE9BEC43-6F58-4972-AAAB-DE7096CCA4E6}" sibTransId="{BFD7D24F-9071-4D02-9A64-A16AF857EA8E}"/>
    <dgm:cxn modelId="{D705BD28-95BA-4628-85ED-9BE47151AB5C}" type="presParOf" srcId="{99602929-55AD-442B-81A4-367DC8C08993}" destId="{DD9A12BE-D643-447A-831C-2FE16E9DAF8C}" srcOrd="0" destOrd="0" presId="urn:microsoft.com/office/officeart/2018/2/layout/IconLabelList"/>
    <dgm:cxn modelId="{6C01662A-8D54-4DD4-AA9C-4F22D5D7B853}" type="presParOf" srcId="{DD9A12BE-D643-447A-831C-2FE16E9DAF8C}" destId="{F60F0D2B-A0FD-469A-B162-167105E94845}" srcOrd="0" destOrd="0" presId="urn:microsoft.com/office/officeart/2018/2/layout/IconLabelList"/>
    <dgm:cxn modelId="{63081AF0-4115-407E-BB08-1DE414F9DD83}" type="presParOf" srcId="{DD9A12BE-D643-447A-831C-2FE16E9DAF8C}" destId="{67EA0429-EE7C-4411-8BC3-E53C7E1C8F73}" srcOrd="1" destOrd="0" presId="urn:microsoft.com/office/officeart/2018/2/layout/IconLabelList"/>
    <dgm:cxn modelId="{A5DA71D1-A87B-42DE-9C30-5003FE6A7659}" type="presParOf" srcId="{DD9A12BE-D643-447A-831C-2FE16E9DAF8C}" destId="{0DFC9F1D-7243-419E-853B-F8019AD5D6C9}" srcOrd="2" destOrd="0" presId="urn:microsoft.com/office/officeart/2018/2/layout/IconLabelList"/>
    <dgm:cxn modelId="{97159F21-2E70-4288-8ED8-E5CEC763ED8B}" type="presParOf" srcId="{99602929-55AD-442B-81A4-367DC8C08993}" destId="{3061CD78-5F37-4A10-ABDC-B48E3071BB93}" srcOrd="1" destOrd="0" presId="urn:microsoft.com/office/officeart/2018/2/layout/IconLabelList"/>
    <dgm:cxn modelId="{AB822DE4-358D-44E6-B251-5827D11A1F41}" type="presParOf" srcId="{99602929-55AD-442B-81A4-367DC8C08993}" destId="{C8228354-1BBC-4182-AF43-3E9D02457D12}" srcOrd="2" destOrd="0" presId="urn:microsoft.com/office/officeart/2018/2/layout/IconLabelList"/>
    <dgm:cxn modelId="{FDFE4DFE-5821-4AED-B53E-4E39DEAE14E4}" type="presParOf" srcId="{C8228354-1BBC-4182-AF43-3E9D02457D12}" destId="{36CA4BC9-3173-4551-A680-461BDB4DEB80}" srcOrd="0" destOrd="0" presId="urn:microsoft.com/office/officeart/2018/2/layout/IconLabelList"/>
    <dgm:cxn modelId="{33132F3F-CCDB-4047-BED0-97C55267016A}" type="presParOf" srcId="{C8228354-1BBC-4182-AF43-3E9D02457D12}" destId="{06887D7F-CEF8-4E52-862F-DF48FD2BB3B1}" srcOrd="1" destOrd="0" presId="urn:microsoft.com/office/officeart/2018/2/layout/IconLabelList"/>
    <dgm:cxn modelId="{B199EF3E-C6C3-4862-97B9-7AFC3D8FDF6D}" type="presParOf" srcId="{C8228354-1BBC-4182-AF43-3E9D02457D12}" destId="{A5E1869C-CBFA-48A3-ACFC-0726AB202202}" srcOrd="2" destOrd="0" presId="urn:microsoft.com/office/officeart/2018/2/layout/IconLabelList"/>
    <dgm:cxn modelId="{8B9406B6-0EAD-4DF9-A8E1-7F406B6E3346}" type="presParOf" srcId="{99602929-55AD-442B-81A4-367DC8C08993}" destId="{644D429A-B1EE-440C-B898-D2FA6C6B331F}" srcOrd="3" destOrd="0" presId="urn:microsoft.com/office/officeart/2018/2/layout/IconLabelList"/>
    <dgm:cxn modelId="{DBBE9F10-8F19-4DED-9299-F6CD1ED98D19}" type="presParOf" srcId="{99602929-55AD-442B-81A4-367DC8C08993}" destId="{4F4CB300-588C-4769-9FD5-F63BE11ABEBE}" srcOrd="4" destOrd="0" presId="urn:microsoft.com/office/officeart/2018/2/layout/IconLabelList"/>
    <dgm:cxn modelId="{FB8630A6-A165-42DB-8B0C-B4ED16644EF1}" type="presParOf" srcId="{4F4CB300-588C-4769-9FD5-F63BE11ABEBE}" destId="{C96DA5DC-9C87-48B5-8929-4D4DE32C5928}" srcOrd="0" destOrd="0" presId="urn:microsoft.com/office/officeart/2018/2/layout/IconLabelList"/>
    <dgm:cxn modelId="{535EF50D-FE15-4A5A-B0F8-BBF0E23B927D}" type="presParOf" srcId="{4F4CB300-588C-4769-9FD5-F63BE11ABEBE}" destId="{9032418C-B12C-4D14-B200-D8E9D1D1836C}" srcOrd="1" destOrd="0" presId="urn:microsoft.com/office/officeart/2018/2/layout/IconLabelList"/>
    <dgm:cxn modelId="{50FCB9F3-BAD9-4863-9FF1-D41E29FA6039}" type="presParOf" srcId="{4F4CB300-588C-4769-9FD5-F63BE11ABEBE}" destId="{C49697E1-6092-4659-84D3-E9AE44FF4104}" srcOrd="2" destOrd="0" presId="urn:microsoft.com/office/officeart/2018/2/layout/IconLabelList"/>
    <dgm:cxn modelId="{BF7C1C39-E4FD-4F69-A1F0-FD50EAFDCA67}" type="presParOf" srcId="{99602929-55AD-442B-81A4-367DC8C08993}" destId="{0AB6917C-319D-422F-9F15-9543C2B2296D}" srcOrd="5" destOrd="0" presId="urn:microsoft.com/office/officeart/2018/2/layout/IconLabelList"/>
    <dgm:cxn modelId="{15E919F7-D3DE-4E0A-9C57-5766D58487EF}" type="presParOf" srcId="{99602929-55AD-442B-81A4-367DC8C08993}" destId="{5D50B1EC-0EB9-4BE3-934E-A9ABA5E70E75}" srcOrd="6" destOrd="0" presId="urn:microsoft.com/office/officeart/2018/2/layout/IconLabelList"/>
    <dgm:cxn modelId="{831AA206-FC1C-4EA0-8E2E-AD4B7C7A2168}" type="presParOf" srcId="{5D50B1EC-0EB9-4BE3-934E-A9ABA5E70E75}" destId="{9159DB30-B672-4F71-9025-39A3953F84A6}" srcOrd="0" destOrd="0" presId="urn:microsoft.com/office/officeart/2018/2/layout/IconLabelList"/>
    <dgm:cxn modelId="{CA54CCF7-6520-414F-8616-C77433AC13C3}" type="presParOf" srcId="{5D50B1EC-0EB9-4BE3-934E-A9ABA5E70E75}" destId="{E3177EF2-9C16-40CD-A89D-D3F181F4B95A}" srcOrd="1" destOrd="0" presId="urn:microsoft.com/office/officeart/2018/2/layout/IconLabelList"/>
    <dgm:cxn modelId="{DCF66F5B-A19A-4EA6-AD1D-CA21618B60DD}" type="presParOf" srcId="{5D50B1EC-0EB9-4BE3-934E-A9ABA5E70E75}" destId="{580B7AAC-064E-493F-B015-AB32FC0C578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7B03F73-5623-41B6-8FCC-D4A928576389}" type="doc">
      <dgm:prSet loTypeId="urn:microsoft.com/office/officeart/2005/8/layout/defaul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C02D98F5-2635-4D2F-B896-2A0DB0D15E49}">
      <dgm:prSet/>
      <dgm:spPr/>
      <dgm:t>
        <a:bodyPr/>
        <a:lstStyle/>
        <a:p>
          <a:r>
            <a:rPr lang="en-US"/>
            <a:t>802.11a, b, g, n, ac, ax</a:t>
          </a:r>
        </a:p>
      </dgm:t>
    </dgm:pt>
    <dgm:pt modelId="{1A00F026-3363-4351-B68D-B50A1F5762FC}" type="parTrans" cxnId="{F47FFBB4-5278-47AB-B569-0FA7CC6510B0}">
      <dgm:prSet/>
      <dgm:spPr/>
      <dgm:t>
        <a:bodyPr/>
        <a:lstStyle/>
        <a:p>
          <a:endParaRPr lang="en-US"/>
        </a:p>
      </dgm:t>
    </dgm:pt>
    <dgm:pt modelId="{3F605A21-1DBF-4FBC-8ED1-8B825DEC45BD}" type="sibTrans" cxnId="{F47FFBB4-5278-47AB-B569-0FA7CC6510B0}">
      <dgm:prSet/>
      <dgm:spPr/>
      <dgm:t>
        <a:bodyPr/>
        <a:lstStyle/>
        <a:p>
          <a:endParaRPr lang="en-US"/>
        </a:p>
      </dgm:t>
    </dgm:pt>
    <dgm:pt modelId="{2FFB8DAA-EAAF-4381-8C44-304C718D87AB}">
      <dgm:prSet/>
      <dgm:spPr/>
      <dgm:t>
        <a:bodyPr/>
        <a:lstStyle/>
        <a:p>
          <a:r>
            <a:rPr lang="en-US"/>
            <a:t>A, b, g not used anymore…</a:t>
          </a:r>
        </a:p>
      </dgm:t>
    </dgm:pt>
    <dgm:pt modelId="{BF696E0E-9BD9-4409-A707-ED4AC41AFE4A}" type="parTrans" cxnId="{16F27901-3D0F-4438-818B-D183C59FE7E0}">
      <dgm:prSet/>
      <dgm:spPr/>
      <dgm:t>
        <a:bodyPr/>
        <a:lstStyle/>
        <a:p>
          <a:endParaRPr lang="en-US"/>
        </a:p>
      </dgm:t>
    </dgm:pt>
    <dgm:pt modelId="{04CFF2DD-5CF6-4427-B42A-7F0BF7C0D82A}" type="sibTrans" cxnId="{16F27901-3D0F-4438-818B-D183C59FE7E0}">
      <dgm:prSet/>
      <dgm:spPr/>
      <dgm:t>
        <a:bodyPr/>
        <a:lstStyle/>
        <a:p>
          <a:endParaRPr lang="en-US"/>
        </a:p>
      </dgm:t>
    </dgm:pt>
    <dgm:pt modelId="{A0464FAB-5141-426A-B79F-20D3BD7F0141}">
      <dgm:prSet/>
      <dgm:spPr/>
      <dgm:t>
        <a:bodyPr/>
        <a:lstStyle/>
        <a:p>
          <a:r>
            <a:rPr lang="en-US"/>
            <a:t>N (Wifi 4) operates on 2.4GHz and 5GHz</a:t>
          </a:r>
        </a:p>
      </dgm:t>
    </dgm:pt>
    <dgm:pt modelId="{A4E2E578-2D21-4CC8-B3EB-70C3B9756517}" type="parTrans" cxnId="{2E0C8D1F-07E1-40EF-BFE6-3196BEA7CCC8}">
      <dgm:prSet/>
      <dgm:spPr/>
      <dgm:t>
        <a:bodyPr/>
        <a:lstStyle/>
        <a:p>
          <a:endParaRPr lang="en-US"/>
        </a:p>
      </dgm:t>
    </dgm:pt>
    <dgm:pt modelId="{3009F523-63EA-446A-B89D-7C4637525427}" type="sibTrans" cxnId="{2E0C8D1F-07E1-40EF-BFE6-3196BEA7CCC8}">
      <dgm:prSet/>
      <dgm:spPr/>
      <dgm:t>
        <a:bodyPr/>
        <a:lstStyle/>
        <a:p>
          <a:endParaRPr lang="en-US"/>
        </a:p>
      </dgm:t>
    </dgm:pt>
    <dgm:pt modelId="{038629B5-9E08-45B7-AFCB-0124C9E5B7AB}">
      <dgm:prSet/>
      <dgm:spPr/>
      <dgm:t>
        <a:bodyPr/>
        <a:lstStyle/>
        <a:p>
          <a:r>
            <a:rPr lang="en-US"/>
            <a:t>AC operates primarily on 5GHz</a:t>
          </a:r>
        </a:p>
      </dgm:t>
    </dgm:pt>
    <dgm:pt modelId="{7BB47686-5571-4E8B-93E6-FD3B8D7BDCD9}" type="parTrans" cxnId="{9F957698-DA47-4C67-A56F-5DF716C3FEA8}">
      <dgm:prSet/>
      <dgm:spPr/>
      <dgm:t>
        <a:bodyPr/>
        <a:lstStyle/>
        <a:p>
          <a:endParaRPr lang="en-US"/>
        </a:p>
      </dgm:t>
    </dgm:pt>
    <dgm:pt modelId="{A4C73E2E-249D-4C02-A523-943428A582F4}" type="sibTrans" cxnId="{9F957698-DA47-4C67-A56F-5DF716C3FEA8}">
      <dgm:prSet/>
      <dgm:spPr/>
      <dgm:t>
        <a:bodyPr/>
        <a:lstStyle/>
        <a:p>
          <a:endParaRPr lang="en-US"/>
        </a:p>
      </dgm:t>
    </dgm:pt>
    <dgm:pt modelId="{733B7666-D4E8-4403-823F-954F691A074E}">
      <dgm:prSet/>
      <dgm:spPr/>
      <dgm:t>
        <a:bodyPr/>
        <a:lstStyle/>
        <a:p>
          <a:r>
            <a:rPr lang="en-US"/>
            <a:t>AX newer 6GHZ! FAST!</a:t>
          </a:r>
        </a:p>
      </dgm:t>
    </dgm:pt>
    <dgm:pt modelId="{6C6DA49A-2809-4BD5-BA1D-31537D55D1C0}" type="parTrans" cxnId="{5D5F9D0A-9B5D-4AC9-983A-0159438E55FD}">
      <dgm:prSet/>
      <dgm:spPr/>
      <dgm:t>
        <a:bodyPr/>
        <a:lstStyle/>
        <a:p>
          <a:endParaRPr lang="en-US"/>
        </a:p>
      </dgm:t>
    </dgm:pt>
    <dgm:pt modelId="{096EF4B7-04DB-4A25-8D31-1599BC022C6A}" type="sibTrans" cxnId="{5D5F9D0A-9B5D-4AC9-983A-0159438E55FD}">
      <dgm:prSet/>
      <dgm:spPr/>
      <dgm:t>
        <a:bodyPr/>
        <a:lstStyle/>
        <a:p>
          <a:endParaRPr lang="en-US"/>
        </a:p>
      </dgm:t>
    </dgm:pt>
    <dgm:pt modelId="{2D4663D5-9313-4966-BA41-C9AB4D2101D3}" type="pres">
      <dgm:prSet presAssocID="{57B03F73-5623-41B6-8FCC-D4A928576389}" presName="diagram" presStyleCnt="0">
        <dgm:presLayoutVars>
          <dgm:dir/>
          <dgm:resizeHandles val="exact"/>
        </dgm:presLayoutVars>
      </dgm:prSet>
      <dgm:spPr/>
    </dgm:pt>
    <dgm:pt modelId="{3863D8BC-5838-4E99-AAB5-A980BEE3B4C4}" type="pres">
      <dgm:prSet presAssocID="{C02D98F5-2635-4D2F-B896-2A0DB0D15E49}" presName="node" presStyleLbl="node1" presStyleIdx="0" presStyleCnt="5">
        <dgm:presLayoutVars>
          <dgm:bulletEnabled val="1"/>
        </dgm:presLayoutVars>
      </dgm:prSet>
      <dgm:spPr/>
    </dgm:pt>
    <dgm:pt modelId="{5DBAE6DB-4B09-4B23-821B-CAD69489E576}" type="pres">
      <dgm:prSet presAssocID="{3F605A21-1DBF-4FBC-8ED1-8B825DEC45BD}" presName="sibTrans" presStyleCnt="0"/>
      <dgm:spPr/>
    </dgm:pt>
    <dgm:pt modelId="{F4935954-110F-4B64-8557-BB8F4CF7716F}" type="pres">
      <dgm:prSet presAssocID="{2FFB8DAA-EAAF-4381-8C44-304C718D87AB}" presName="node" presStyleLbl="node1" presStyleIdx="1" presStyleCnt="5">
        <dgm:presLayoutVars>
          <dgm:bulletEnabled val="1"/>
        </dgm:presLayoutVars>
      </dgm:prSet>
      <dgm:spPr/>
    </dgm:pt>
    <dgm:pt modelId="{E2DFB8CD-366C-4106-9F0A-147E3E229449}" type="pres">
      <dgm:prSet presAssocID="{04CFF2DD-5CF6-4427-B42A-7F0BF7C0D82A}" presName="sibTrans" presStyleCnt="0"/>
      <dgm:spPr/>
    </dgm:pt>
    <dgm:pt modelId="{75AD37C7-9968-4B44-B7CC-E39E9E33605F}" type="pres">
      <dgm:prSet presAssocID="{A0464FAB-5141-426A-B79F-20D3BD7F0141}" presName="node" presStyleLbl="node1" presStyleIdx="2" presStyleCnt="5">
        <dgm:presLayoutVars>
          <dgm:bulletEnabled val="1"/>
        </dgm:presLayoutVars>
      </dgm:prSet>
      <dgm:spPr/>
    </dgm:pt>
    <dgm:pt modelId="{0D9B12E1-6F90-4190-B46C-2E6CD29559EA}" type="pres">
      <dgm:prSet presAssocID="{3009F523-63EA-446A-B89D-7C4637525427}" presName="sibTrans" presStyleCnt="0"/>
      <dgm:spPr/>
    </dgm:pt>
    <dgm:pt modelId="{CEF5FC24-9CF7-4B0B-B5A9-75C21251EEB3}" type="pres">
      <dgm:prSet presAssocID="{038629B5-9E08-45B7-AFCB-0124C9E5B7AB}" presName="node" presStyleLbl="node1" presStyleIdx="3" presStyleCnt="5">
        <dgm:presLayoutVars>
          <dgm:bulletEnabled val="1"/>
        </dgm:presLayoutVars>
      </dgm:prSet>
      <dgm:spPr/>
    </dgm:pt>
    <dgm:pt modelId="{065FD569-51FD-4656-8420-4D3087C0FFAC}" type="pres">
      <dgm:prSet presAssocID="{A4C73E2E-249D-4C02-A523-943428A582F4}" presName="sibTrans" presStyleCnt="0"/>
      <dgm:spPr/>
    </dgm:pt>
    <dgm:pt modelId="{81C39CFC-0896-46AB-BCFB-12B03371F6EA}" type="pres">
      <dgm:prSet presAssocID="{733B7666-D4E8-4403-823F-954F691A074E}" presName="node" presStyleLbl="node1" presStyleIdx="4" presStyleCnt="5">
        <dgm:presLayoutVars>
          <dgm:bulletEnabled val="1"/>
        </dgm:presLayoutVars>
      </dgm:prSet>
      <dgm:spPr/>
    </dgm:pt>
  </dgm:ptLst>
  <dgm:cxnLst>
    <dgm:cxn modelId="{16F27901-3D0F-4438-818B-D183C59FE7E0}" srcId="{57B03F73-5623-41B6-8FCC-D4A928576389}" destId="{2FFB8DAA-EAAF-4381-8C44-304C718D87AB}" srcOrd="1" destOrd="0" parTransId="{BF696E0E-9BD9-4409-A707-ED4AC41AFE4A}" sibTransId="{04CFF2DD-5CF6-4427-B42A-7F0BF7C0D82A}"/>
    <dgm:cxn modelId="{5D5F9D0A-9B5D-4AC9-983A-0159438E55FD}" srcId="{57B03F73-5623-41B6-8FCC-D4A928576389}" destId="{733B7666-D4E8-4403-823F-954F691A074E}" srcOrd="4" destOrd="0" parTransId="{6C6DA49A-2809-4BD5-BA1D-31537D55D1C0}" sibTransId="{096EF4B7-04DB-4A25-8D31-1599BC022C6A}"/>
    <dgm:cxn modelId="{53140A1D-E3DC-4FAD-9D8F-2A6415B06C2B}" type="presOf" srcId="{C02D98F5-2635-4D2F-B896-2A0DB0D15E49}" destId="{3863D8BC-5838-4E99-AAB5-A980BEE3B4C4}" srcOrd="0" destOrd="0" presId="urn:microsoft.com/office/officeart/2005/8/layout/default"/>
    <dgm:cxn modelId="{35719C1D-0A54-4E91-AB4C-09CB119CC9F6}" type="presOf" srcId="{57B03F73-5623-41B6-8FCC-D4A928576389}" destId="{2D4663D5-9313-4966-BA41-C9AB4D2101D3}" srcOrd="0" destOrd="0" presId="urn:microsoft.com/office/officeart/2005/8/layout/default"/>
    <dgm:cxn modelId="{2E0C8D1F-07E1-40EF-BFE6-3196BEA7CCC8}" srcId="{57B03F73-5623-41B6-8FCC-D4A928576389}" destId="{A0464FAB-5141-426A-B79F-20D3BD7F0141}" srcOrd="2" destOrd="0" parTransId="{A4E2E578-2D21-4CC8-B3EB-70C3B9756517}" sibTransId="{3009F523-63EA-446A-B89D-7C4637525427}"/>
    <dgm:cxn modelId="{5B753E56-7E4A-464F-819C-B11B770740B3}" type="presOf" srcId="{038629B5-9E08-45B7-AFCB-0124C9E5B7AB}" destId="{CEF5FC24-9CF7-4B0B-B5A9-75C21251EEB3}" srcOrd="0" destOrd="0" presId="urn:microsoft.com/office/officeart/2005/8/layout/default"/>
    <dgm:cxn modelId="{9F957698-DA47-4C67-A56F-5DF716C3FEA8}" srcId="{57B03F73-5623-41B6-8FCC-D4A928576389}" destId="{038629B5-9E08-45B7-AFCB-0124C9E5B7AB}" srcOrd="3" destOrd="0" parTransId="{7BB47686-5571-4E8B-93E6-FD3B8D7BDCD9}" sibTransId="{A4C73E2E-249D-4C02-A523-943428A582F4}"/>
    <dgm:cxn modelId="{C8489D99-D320-4E6D-ACAE-9A3FEF643996}" type="presOf" srcId="{A0464FAB-5141-426A-B79F-20D3BD7F0141}" destId="{75AD37C7-9968-4B44-B7CC-E39E9E33605F}" srcOrd="0" destOrd="0" presId="urn:microsoft.com/office/officeart/2005/8/layout/default"/>
    <dgm:cxn modelId="{0734759B-6CA6-4B05-91EC-9B8F2AC723BD}" type="presOf" srcId="{2FFB8DAA-EAAF-4381-8C44-304C718D87AB}" destId="{F4935954-110F-4B64-8557-BB8F4CF7716F}" srcOrd="0" destOrd="0" presId="urn:microsoft.com/office/officeart/2005/8/layout/default"/>
    <dgm:cxn modelId="{F47FFBB4-5278-47AB-B569-0FA7CC6510B0}" srcId="{57B03F73-5623-41B6-8FCC-D4A928576389}" destId="{C02D98F5-2635-4D2F-B896-2A0DB0D15E49}" srcOrd="0" destOrd="0" parTransId="{1A00F026-3363-4351-B68D-B50A1F5762FC}" sibTransId="{3F605A21-1DBF-4FBC-8ED1-8B825DEC45BD}"/>
    <dgm:cxn modelId="{D07039E1-149A-4C2C-B195-C765A6A7F7E8}" type="presOf" srcId="{733B7666-D4E8-4403-823F-954F691A074E}" destId="{81C39CFC-0896-46AB-BCFB-12B03371F6EA}" srcOrd="0" destOrd="0" presId="urn:microsoft.com/office/officeart/2005/8/layout/default"/>
    <dgm:cxn modelId="{C32F393D-86B1-4425-BC51-A5BF44739215}" type="presParOf" srcId="{2D4663D5-9313-4966-BA41-C9AB4D2101D3}" destId="{3863D8BC-5838-4E99-AAB5-A980BEE3B4C4}" srcOrd="0" destOrd="0" presId="urn:microsoft.com/office/officeart/2005/8/layout/default"/>
    <dgm:cxn modelId="{7EC711F2-0438-4FB6-B65D-B4AB6648C544}" type="presParOf" srcId="{2D4663D5-9313-4966-BA41-C9AB4D2101D3}" destId="{5DBAE6DB-4B09-4B23-821B-CAD69489E576}" srcOrd="1" destOrd="0" presId="urn:microsoft.com/office/officeart/2005/8/layout/default"/>
    <dgm:cxn modelId="{D534E38D-E9B0-4B0D-AEAF-13C20A5A84EC}" type="presParOf" srcId="{2D4663D5-9313-4966-BA41-C9AB4D2101D3}" destId="{F4935954-110F-4B64-8557-BB8F4CF7716F}" srcOrd="2" destOrd="0" presId="urn:microsoft.com/office/officeart/2005/8/layout/default"/>
    <dgm:cxn modelId="{66743695-93B2-49CA-8A06-240D3CB4BC87}" type="presParOf" srcId="{2D4663D5-9313-4966-BA41-C9AB4D2101D3}" destId="{E2DFB8CD-366C-4106-9F0A-147E3E229449}" srcOrd="3" destOrd="0" presId="urn:microsoft.com/office/officeart/2005/8/layout/default"/>
    <dgm:cxn modelId="{D74597FF-8280-41A5-B38A-B26EB6092352}" type="presParOf" srcId="{2D4663D5-9313-4966-BA41-C9AB4D2101D3}" destId="{75AD37C7-9968-4B44-B7CC-E39E9E33605F}" srcOrd="4" destOrd="0" presId="urn:microsoft.com/office/officeart/2005/8/layout/default"/>
    <dgm:cxn modelId="{10C1C3E2-5103-4109-8231-A0D32B59899B}" type="presParOf" srcId="{2D4663D5-9313-4966-BA41-C9AB4D2101D3}" destId="{0D9B12E1-6F90-4190-B46C-2E6CD29559EA}" srcOrd="5" destOrd="0" presId="urn:microsoft.com/office/officeart/2005/8/layout/default"/>
    <dgm:cxn modelId="{5C5C5FF0-9692-4102-98AB-8562996DBCCD}" type="presParOf" srcId="{2D4663D5-9313-4966-BA41-C9AB4D2101D3}" destId="{CEF5FC24-9CF7-4B0B-B5A9-75C21251EEB3}" srcOrd="6" destOrd="0" presId="urn:microsoft.com/office/officeart/2005/8/layout/default"/>
    <dgm:cxn modelId="{88CCEB2E-2BDA-48F7-9D94-77F1D40CC83E}" type="presParOf" srcId="{2D4663D5-9313-4966-BA41-C9AB4D2101D3}" destId="{065FD569-51FD-4656-8420-4D3087C0FFAC}" srcOrd="7" destOrd="0" presId="urn:microsoft.com/office/officeart/2005/8/layout/default"/>
    <dgm:cxn modelId="{35E45362-A48E-4207-927B-505543DA9E45}" type="presParOf" srcId="{2D4663D5-9313-4966-BA41-C9AB4D2101D3}" destId="{81C39CFC-0896-46AB-BCFB-12B03371F6EA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478D4A1-00B5-4ECC-97B4-0FD1F5E2C22D}" type="doc">
      <dgm:prSet loTypeId="urn:microsoft.com/office/officeart/2005/8/layout/hierarchy3" loCatId="hierarchy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25B313B-9EF5-4AF4-AF96-A1755A397020}">
      <dgm:prSet/>
      <dgm:spPr/>
      <dgm:t>
        <a:bodyPr/>
        <a:lstStyle/>
        <a:p>
          <a:r>
            <a:rPr lang="en-US"/>
            <a:t>Interference</a:t>
          </a:r>
        </a:p>
      </dgm:t>
    </dgm:pt>
    <dgm:pt modelId="{54DCC384-177B-4715-832D-445BB2EA235C}" type="parTrans" cxnId="{893C9883-0479-45DC-ADC9-E30C6E814D45}">
      <dgm:prSet/>
      <dgm:spPr/>
      <dgm:t>
        <a:bodyPr/>
        <a:lstStyle/>
        <a:p>
          <a:endParaRPr lang="en-US"/>
        </a:p>
      </dgm:t>
    </dgm:pt>
    <dgm:pt modelId="{1B5344FF-0030-4FB9-AC44-BB8C24B0D0D6}" type="sibTrans" cxnId="{893C9883-0479-45DC-ADC9-E30C6E814D45}">
      <dgm:prSet/>
      <dgm:spPr/>
      <dgm:t>
        <a:bodyPr/>
        <a:lstStyle/>
        <a:p>
          <a:endParaRPr lang="en-US"/>
        </a:p>
      </dgm:t>
    </dgm:pt>
    <dgm:pt modelId="{D3BA7CE1-4C64-45C4-9A29-EB8ABB858169}">
      <dgm:prSet/>
      <dgm:spPr/>
      <dgm:t>
        <a:bodyPr/>
        <a:lstStyle/>
        <a:p>
          <a:r>
            <a:rPr lang="en-US"/>
            <a:t>Attenuation</a:t>
          </a:r>
        </a:p>
      </dgm:t>
    </dgm:pt>
    <dgm:pt modelId="{D7C53A30-2DDD-429D-88E1-B50BE0CA1B96}" type="parTrans" cxnId="{347942DF-5621-4B30-BA4D-68750C071E37}">
      <dgm:prSet/>
      <dgm:spPr/>
      <dgm:t>
        <a:bodyPr/>
        <a:lstStyle/>
        <a:p>
          <a:endParaRPr lang="en-US"/>
        </a:p>
      </dgm:t>
    </dgm:pt>
    <dgm:pt modelId="{FFA2C2BB-336A-496B-85B3-1863D0AE83D7}" type="sibTrans" cxnId="{347942DF-5621-4B30-BA4D-68750C071E37}">
      <dgm:prSet/>
      <dgm:spPr/>
      <dgm:t>
        <a:bodyPr/>
        <a:lstStyle/>
        <a:p>
          <a:endParaRPr lang="en-US"/>
        </a:p>
      </dgm:t>
    </dgm:pt>
    <dgm:pt modelId="{342A6196-8AC0-4254-B284-EF0600699263}" type="pres">
      <dgm:prSet presAssocID="{1478D4A1-00B5-4ECC-97B4-0FD1F5E2C22D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BBBC6F8-2D16-4B49-B396-A4C3C09B5390}" type="pres">
      <dgm:prSet presAssocID="{825B313B-9EF5-4AF4-AF96-A1755A397020}" presName="root" presStyleCnt="0"/>
      <dgm:spPr/>
    </dgm:pt>
    <dgm:pt modelId="{DB617775-59FE-459B-B093-4E6E14EFBC36}" type="pres">
      <dgm:prSet presAssocID="{825B313B-9EF5-4AF4-AF96-A1755A397020}" presName="rootComposite" presStyleCnt="0"/>
      <dgm:spPr/>
    </dgm:pt>
    <dgm:pt modelId="{CC6506F8-A339-4B86-A0E8-6616CA6FF564}" type="pres">
      <dgm:prSet presAssocID="{825B313B-9EF5-4AF4-AF96-A1755A397020}" presName="rootText" presStyleLbl="node1" presStyleIdx="0" presStyleCnt="2"/>
      <dgm:spPr/>
    </dgm:pt>
    <dgm:pt modelId="{A795FDF8-72AF-451B-A08F-F9696ACC7187}" type="pres">
      <dgm:prSet presAssocID="{825B313B-9EF5-4AF4-AF96-A1755A397020}" presName="rootConnector" presStyleLbl="node1" presStyleIdx="0" presStyleCnt="2"/>
      <dgm:spPr/>
    </dgm:pt>
    <dgm:pt modelId="{32003F5A-E93B-49BC-A294-714414A11C64}" type="pres">
      <dgm:prSet presAssocID="{825B313B-9EF5-4AF4-AF96-A1755A397020}" presName="childShape" presStyleCnt="0"/>
      <dgm:spPr/>
    </dgm:pt>
    <dgm:pt modelId="{DFC73AF1-5338-4A35-A26B-9CFB3A26004E}" type="pres">
      <dgm:prSet presAssocID="{D3BA7CE1-4C64-45C4-9A29-EB8ABB858169}" presName="root" presStyleCnt="0"/>
      <dgm:spPr/>
    </dgm:pt>
    <dgm:pt modelId="{AAC6C769-558B-4D4F-8DFD-A987C6A41C19}" type="pres">
      <dgm:prSet presAssocID="{D3BA7CE1-4C64-45C4-9A29-EB8ABB858169}" presName="rootComposite" presStyleCnt="0"/>
      <dgm:spPr/>
    </dgm:pt>
    <dgm:pt modelId="{2594FB75-4BEF-4BD1-84AB-7E5A83F03BF6}" type="pres">
      <dgm:prSet presAssocID="{D3BA7CE1-4C64-45C4-9A29-EB8ABB858169}" presName="rootText" presStyleLbl="node1" presStyleIdx="1" presStyleCnt="2"/>
      <dgm:spPr/>
    </dgm:pt>
    <dgm:pt modelId="{025612ED-07F6-4A9B-A105-BB1A1FD566AC}" type="pres">
      <dgm:prSet presAssocID="{D3BA7CE1-4C64-45C4-9A29-EB8ABB858169}" presName="rootConnector" presStyleLbl="node1" presStyleIdx="1" presStyleCnt="2"/>
      <dgm:spPr/>
    </dgm:pt>
    <dgm:pt modelId="{14C301FF-D20E-409C-86F0-B6C5475C1950}" type="pres">
      <dgm:prSet presAssocID="{D3BA7CE1-4C64-45C4-9A29-EB8ABB858169}" presName="childShape" presStyleCnt="0"/>
      <dgm:spPr/>
    </dgm:pt>
  </dgm:ptLst>
  <dgm:cxnLst>
    <dgm:cxn modelId="{01710D34-5856-4484-8C73-172E8235185E}" type="presOf" srcId="{D3BA7CE1-4C64-45C4-9A29-EB8ABB858169}" destId="{025612ED-07F6-4A9B-A105-BB1A1FD566AC}" srcOrd="1" destOrd="0" presId="urn:microsoft.com/office/officeart/2005/8/layout/hierarchy3"/>
    <dgm:cxn modelId="{3C023F65-8DBE-462A-B457-0A4D0EA8E3CA}" type="presOf" srcId="{825B313B-9EF5-4AF4-AF96-A1755A397020}" destId="{CC6506F8-A339-4B86-A0E8-6616CA6FF564}" srcOrd="0" destOrd="0" presId="urn:microsoft.com/office/officeart/2005/8/layout/hierarchy3"/>
    <dgm:cxn modelId="{1778B86B-E88D-4226-A76E-E25F7A5A9E3F}" type="presOf" srcId="{1478D4A1-00B5-4ECC-97B4-0FD1F5E2C22D}" destId="{342A6196-8AC0-4254-B284-EF0600699263}" srcOrd="0" destOrd="0" presId="urn:microsoft.com/office/officeart/2005/8/layout/hierarchy3"/>
    <dgm:cxn modelId="{D3F4A77F-0CA3-49F9-BF77-9FDBC3AC6E02}" type="presOf" srcId="{D3BA7CE1-4C64-45C4-9A29-EB8ABB858169}" destId="{2594FB75-4BEF-4BD1-84AB-7E5A83F03BF6}" srcOrd="0" destOrd="0" presId="urn:microsoft.com/office/officeart/2005/8/layout/hierarchy3"/>
    <dgm:cxn modelId="{893C9883-0479-45DC-ADC9-E30C6E814D45}" srcId="{1478D4A1-00B5-4ECC-97B4-0FD1F5E2C22D}" destId="{825B313B-9EF5-4AF4-AF96-A1755A397020}" srcOrd="0" destOrd="0" parTransId="{54DCC384-177B-4715-832D-445BB2EA235C}" sibTransId="{1B5344FF-0030-4FB9-AC44-BB8C24B0D0D6}"/>
    <dgm:cxn modelId="{2B9013AD-4BC3-4C7A-8856-FECD4EF00D81}" type="presOf" srcId="{825B313B-9EF5-4AF4-AF96-A1755A397020}" destId="{A795FDF8-72AF-451B-A08F-F9696ACC7187}" srcOrd="1" destOrd="0" presId="urn:microsoft.com/office/officeart/2005/8/layout/hierarchy3"/>
    <dgm:cxn modelId="{347942DF-5621-4B30-BA4D-68750C071E37}" srcId="{1478D4A1-00B5-4ECC-97B4-0FD1F5E2C22D}" destId="{D3BA7CE1-4C64-45C4-9A29-EB8ABB858169}" srcOrd="1" destOrd="0" parTransId="{D7C53A30-2DDD-429D-88E1-B50BE0CA1B96}" sibTransId="{FFA2C2BB-336A-496B-85B3-1863D0AE83D7}"/>
    <dgm:cxn modelId="{6A6EABF2-BCD6-44BB-B6A2-239B153B85AB}" type="presParOf" srcId="{342A6196-8AC0-4254-B284-EF0600699263}" destId="{1BBBC6F8-2D16-4B49-B396-A4C3C09B5390}" srcOrd="0" destOrd="0" presId="urn:microsoft.com/office/officeart/2005/8/layout/hierarchy3"/>
    <dgm:cxn modelId="{1C0CB995-8E44-408E-92D9-8CECA6F15397}" type="presParOf" srcId="{1BBBC6F8-2D16-4B49-B396-A4C3C09B5390}" destId="{DB617775-59FE-459B-B093-4E6E14EFBC36}" srcOrd="0" destOrd="0" presId="urn:microsoft.com/office/officeart/2005/8/layout/hierarchy3"/>
    <dgm:cxn modelId="{B592D435-3427-4C7A-97DE-F40D2F5A8F67}" type="presParOf" srcId="{DB617775-59FE-459B-B093-4E6E14EFBC36}" destId="{CC6506F8-A339-4B86-A0E8-6616CA6FF564}" srcOrd="0" destOrd="0" presId="urn:microsoft.com/office/officeart/2005/8/layout/hierarchy3"/>
    <dgm:cxn modelId="{0891CDEB-F00E-4F10-B7F4-9E806770969C}" type="presParOf" srcId="{DB617775-59FE-459B-B093-4E6E14EFBC36}" destId="{A795FDF8-72AF-451B-A08F-F9696ACC7187}" srcOrd="1" destOrd="0" presId="urn:microsoft.com/office/officeart/2005/8/layout/hierarchy3"/>
    <dgm:cxn modelId="{46A6FC68-9A97-4F6E-8AE9-204AEECEC18C}" type="presParOf" srcId="{1BBBC6F8-2D16-4B49-B396-A4C3C09B5390}" destId="{32003F5A-E93B-49BC-A294-714414A11C64}" srcOrd="1" destOrd="0" presId="urn:microsoft.com/office/officeart/2005/8/layout/hierarchy3"/>
    <dgm:cxn modelId="{DC6FF246-2F95-4DE3-9A74-0BF0F5197A5A}" type="presParOf" srcId="{342A6196-8AC0-4254-B284-EF0600699263}" destId="{DFC73AF1-5338-4A35-A26B-9CFB3A26004E}" srcOrd="1" destOrd="0" presId="urn:microsoft.com/office/officeart/2005/8/layout/hierarchy3"/>
    <dgm:cxn modelId="{2E233EC8-945E-418B-B81B-49E9A29C197A}" type="presParOf" srcId="{DFC73AF1-5338-4A35-A26B-9CFB3A26004E}" destId="{AAC6C769-558B-4D4F-8DFD-A987C6A41C19}" srcOrd="0" destOrd="0" presId="urn:microsoft.com/office/officeart/2005/8/layout/hierarchy3"/>
    <dgm:cxn modelId="{6D2138A9-3636-42FB-8889-D1F6B5EF24B9}" type="presParOf" srcId="{AAC6C769-558B-4D4F-8DFD-A987C6A41C19}" destId="{2594FB75-4BEF-4BD1-84AB-7E5A83F03BF6}" srcOrd="0" destOrd="0" presId="urn:microsoft.com/office/officeart/2005/8/layout/hierarchy3"/>
    <dgm:cxn modelId="{6AD81FBC-C661-4676-A298-29272E39E0CD}" type="presParOf" srcId="{AAC6C769-558B-4D4F-8DFD-A987C6A41C19}" destId="{025612ED-07F6-4A9B-A105-BB1A1FD566AC}" srcOrd="1" destOrd="0" presId="urn:microsoft.com/office/officeart/2005/8/layout/hierarchy3"/>
    <dgm:cxn modelId="{C131C1D8-0704-47F5-83B9-1FEE8A83C04B}" type="presParOf" srcId="{DFC73AF1-5338-4A35-A26B-9CFB3A26004E}" destId="{14C301FF-D20E-409C-86F0-B6C5475C1950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24D42EB-8E66-43A0-984E-BCAE0DA1CB16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02452A8-F5F0-4295-AABD-EBEF36C476B6}">
      <dgm:prSet/>
      <dgm:spPr/>
      <dgm:t>
        <a:bodyPr/>
        <a:lstStyle/>
        <a:p>
          <a:r>
            <a:rPr lang="en-US"/>
            <a:t>Open </a:t>
          </a:r>
        </a:p>
      </dgm:t>
    </dgm:pt>
    <dgm:pt modelId="{E6291F11-EEF5-471B-9FB8-371418065498}" type="parTrans" cxnId="{0AD75478-824A-4764-B8BA-DB099C44CAF4}">
      <dgm:prSet/>
      <dgm:spPr/>
      <dgm:t>
        <a:bodyPr/>
        <a:lstStyle/>
        <a:p>
          <a:endParaRPr lang="en-US"/>
        </a:p>
      </dgm:t>
    </dgm:pt>
    <dgm:pt modelId="{70F90A6A-CD36-4C85-BD6F-187A77CA75CF}" type="sibTrans" cxnId="{0AD75478-824A-4764-B8BA-DB099C44CAF4}">
      <dgm:prSet/>
      <dgm:spPr/>
      <dgm:t>
        <a:bodyPr/>
        <a:lstStyle/>
        <a:p>
          <a:endParaRPr lang="en-US"/>
        </a:p>
      </dgm:t>
    </dgm:pt>
    <dgm:pt modelId="{AD562A12-438F-44A3-9504-4FEB2BC378CE}">
      <dgm:prSet/>
      <dgm:spPr/>
      <dgm:t>
        <a:bodyPr/>
        <a:lstStyle/>
        <a:p>
          <a:r>
            <a:rPr lang="en-US"/>
            <a:t>WEP</a:t>
          </a:r>
        </a:p>
      </dgm:t>
    </dgm:pt>
    <dgm:pt modelId="{CE721E87-F13D-41B9-8983-079EB3BC7B6E}" type="parTrans" cxnId="{109BCEFE-54CC-4442-817D-BFC63B0C3EC7}">
      <dgm:prSet/>
      <dgm:spPr/>
      <dgm:t>
        <a:bodyPr/>
        <a:lstStyle/>
        <a:p>
          <a:endParaRPr lang="en-US"/>
        </a:p>
      </dgm:t>
    </dgm:pt>
    <dgm:pt modelId="{8C92C8EF-DB11-470B-BEC8-32869196691B}" type="sibTrans" cxnId="{109BCEFE-54CC-4442-817D-BFC63B0C3EC7}">
      <dgm:prSet/>
      <dgm:spPr/>
      <dgm:t>
        <a:bodyPr/>
        <a:lstStyle/>
        <a:p>
          <a:endParaRPr lang="en-US"/>
        </a:p>
      </dgm:t>
    </dgm:pt>
    <dgm:pt modelId="{369888F4-E04D-45A2-89B9-642E1604CE1F}">
      <dgm:prSet/>
      <dgm:spPr/>
      <dgm:t>
        <a:bodyPr/>
        <a:lstStyle/>
        <a:p>
          <a:r>
            <a:rPr lang="en-US"/>
            <a:t>WPA</a:t>
          </a:r>
        </a:p>
      </dgm:t>
    </dgm:pt>
    <dgm:pt modelId="{01639732-C488-4068-BE48-2FB40E84B675}" type="parTrans" cxnId="{E0A24083-6D2A-48E0-A2B2-818CA48F1A10}">
      <dgm:prSet/>
      <dgm:spPr/>
      <dgm:t>
        <a:bodyPr/>
        <a:lstStyle/>
        <a:p>
          <a:endParaRPr lang="en-US"/>
        </a:p>
      </dgm:t>
    </dgm:pt>
    <dgm:pt modelId="{FBED88A6-0D74-4B0C-87F2-D8292A1C07B1}" type="sibTrans" cxnId="{E0A24083-6D2A-48E0-A2B2-818CA48F1A10}">
      <dgm:prSet/>
      <dgm:spPr/>
      <dgm:t>
        <a:bodyPr/>
        <a:lstStyle/>
        <a:p>
          <a:endParaRPr lang="en-US"/>
        </a:p>
      </dgm:t>
    </dgm:pt>
    <dgm:pt modelId="{45872C1A-E20A-4228-8A10-53DF472DF539}">
      <dgm:prSet/>
      <dgm:spPr/>
      <dgm:t>
        <a:bodyPr/>
        <a:lstStyle/>
        <a:p>
          <a:r>
            <a:rPr lang="en-US"/>
            <a:t>WPA2</a:t>
          </a:r>
        </a:p>
      </dgm:t>
    </dgm:pt>
    <dgm:pt modelId="{0C084DB7-2F45-44CE-8254-23934613EB57}" type="parTrans" cxnId="{BAA2B03B-CB70-4A53-83C5-95E86F0F7BC3}">
      <dgm:prSet/>
      <dgm:spPr/>
      <dgm:t>
        <a:bodyPr/>
        <a:lstStyle/>
        <a:p>
          <a:endParaRPr lang="en-US"/>
        </a:p>
      </dgm:t>
    </dgm:pt>
    <dgm:pt modelId="{C82966A6-74C0-4FCF-804C-245C8459A14E}" type="sibTrans" cxnId="{BAA2B03B-CB70-4A53-83C5-95E86F0F7BC3}">
      <dgm:prSet/>
      <dgm:spPr/>
      <dgm:t>
        <a:bodyPr/>
        <a:lstStyle/>
        <a:p>
          <a:endParaRPr lang="en-US"/>
        </a:p>
      </dgm:t>
    </dgm:pt>
    <dgm:pt modelId="{EB6F3F41-61A8-4105-A527-A204A0F3D648}">
      <dgm:prSet/>
      <dgm:spPr/>
      <dgm:t>
        <a:bodyPr/>
        <a:lstStyle/>
        <a:p>
          <a:r>
            <a:rPr lang="en-US"/>
            <a:t>WPA3</a:t>
          </a:r>
        </a:p>
      </dgm:t>
    </dgm:pt>
    <dgm:pt modelId="{5E69B6E4-F06F-435F-B834-299A7CE33F25}" type="parTrans" cxnId="{94040FB2-03D5-438D-98E0-C893D9A806F4}">
      <dgm:prSet/>
      <dgm:spPr/>
      <dgm:t>
        <a:bodyPr/>
        <a:lstStyle/>
        <a:p>
          <a:endParaRPr lang="en-US"/>
        </a:p>
      </dgm:t>
    </dgm:pt>
    <dgm:pt modelId="{D3ED27C8-CB6F-4B6C-93C0-E3D12593A2BC}" type="sibTrans" cxnId="{94040FB2-03D5-438D-98E0-C893D9A806F4}">
      <dgm:prSet/>
      <dgm:spPr/>
      <dgm:t>
        <a:bodyPr/>
        <a:lstStyle/>
        <a:p>
          <a:endParaRPr lang="en-US"/>
        </a:p>
      </dgm:t>
    </dgm:pt>
    <dgm:pt modelId="{488A1748-666C-47CA-8E63-CDF8D2F85211}" type="pres">
      <dgm:prSet presAssocID="{324D42EB-8E66-43A0-984E-BCAE0DA1CB16}" presName="Name0" presStyleCnt="0">
        <dgm:presLayoutVars>
          <dgm:dir/>
          <dgm:animLvl val="lvl"/>
          <dgm:resizeHandles val="exact"/>
        </dgm:presLayoutVars>
      </dgm:prSet>
      <dgm:spPr/>
    </dgm:pt>
    <dgm:pt modelId="{C0EE975D-3A13-4390-A6C0-789636AC9659}" type="pres">
      <dgm:prSet presAssocID="{B02452A8-F5F0-4295-AABD-EBEF36C476B6}" presName="linNode" presStyleCnt="0"/>
      <dgm:spPr/>
    </dgm:pt>
    <dgm:pt modelId="{DDD90730-D7AE-4771-B570-47D092AC4C47}" type="pres">
      <dgm:prSet presAssocID="{B02452A8-F5F0-4295-AABD-EBEF36C476B6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2720889E-EB4B-4C61-8A19-2911E262180C}" type="pres">
      <dgm:prSet presAssocID="{70F90A6A-CD36-4C85-BD6F-187A77CA75CF}" presName="sp" presStyleCnt="0"/>
      <dgm:spPr/>
    </dgm:pt>
    <dgm:pt modelId="{E0CC4601-57FA-4C9A-9D26-10DCA894DBCB}" type="pres">
      <dgm:prSet presAssocID="{AD562A12-438F-44A3-9504-4FEB2BC378CE}" presName="linNode" presStyleCnt="0"/>
      <dgm:spPr/>
    </dgm:pt>
    <dgm:pt modelId="{3DE06E5C-3B05-41D3-8F05-58BDA1678909}" type="pres">
      <dgm:prSet presAssocID="{AD562A12-438F-44A3-9504-4FEB2BC378CE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0C4DEABF-90E1-4B34-9697-210F06932A21}" type="pres">
      <dgm:prSet presAssocID="{8C92C8EF-DB11-470B-BEC8-32869196691B}" presName="sp" presStyleCnt="0"/>
      <dgm:spPr/>
    </dgm:pt>
    <dgm:pt modelId="{05BD3A37-B3A7-472C-9130-0F32924F670B}" type="pres">
      <dgm:prSet presAssocID="{369888F4-E04D-45A2-89B9-642E1604CE1F}" presName="linNode" presStyleCnt="0"/>
      <dgm:spPr/>
    </dgm:pt>
    <dgm:pt modelId="{BE7AE209-6D7E-4362-BAA6-E957771BA6B3}" type="pres">
      <dgm:prSet presAssocID="{369888F4-E04D-45A2-89B9-642E1604CE1F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D4E28CAB-1DB6-4D97-BE14-B71E84BCF1AF}" type="pres">
      <dgm:prSet presAssocID="{FBED88A6-0D74-4B0C-87F2-D8292A1C07B1}" presName="sp" presStyleCnt="0"/>
      <dgm:spPr/>
    </dgm:pt>
    <dgm:pt modelId="{5A93B024-7C1F-4E53-B36F-58F15B63D9F9}" type="pres">
      <dgm:prSet presAssocID="{45872C1A-E20A-4228-8A10-53DF472DF539}" presName="linNode" presStyleCnt="0"/>
      <dgm:spPr/>
    </dgm:pt>
    <dgm:pt modelId="{088F8AD1-B677-46C2-885C-2AFBBF098E63}" type="pres">
      <dgm:prSet presAssocID="{45872C1A-E20A-4228-8A10-53DF472DF539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62D99144-340B-4BC8-A105-60324CB25EFF}" type="pres">
      <dgm:prSet presAssocID="{C82966A6-74C0-4FCF-804C-245C8459A14E}" presName="sp" presStyleCnt="0"/>
      <dgm:spPr/>
    </dgm:pt>
    <dgm:pt modelId="{E4B598E2-388D-46E4-8D5C-7294C048DFB1}" type="pres">
      <dgm:prSet presAssocID="{EB6F3F41-61A8-4105-A527-A204A0F3D648}" presName="linNode" presStyleCnt="0"/>
      <dgm:spPr/>
    </dgm:pt>
    <dgm:pt modelId="{3B9BFE15-5C74-4084-BEE0-7135893D9176}" type="pres">
      <dgm:prSet presAssocID="{EB6F3F41-61A8-4105-A527-A204A0F3D648}" presName="parentText" presStyleLbl="node1" presStyleIdx="4" presStyleCnt="5">
        <dgm:presLayoutVars>
          <dgm:chMax val="1"/>
          <dgm:bulletEnabled val="1"/>
        </dgm:presLayoutVars>
      </dgm:prSet>
      <dgm:spPr/>
    </dgm:pt>
  </dgm:ptLst>
  <dgm:cxnLst>
    <dgm:cxn modelId="{48EA0312-77B2-4E37-8E5F-89BA78B1E8E7}" type="presOf" srcId="{B02452A8-F5F0-4295-AABD-EBEF36C476B6}" destId="{DDD90730-D7AE-4771-B570-47D092AC4C47}" srcOrd="0" destOrd="0" presId="urn:microsoft.com/office/officeart/2005/8/layout/vList5"/>
    <dgm:cxn modelId="{02387C23-81E1-47A3-9EB5-DE8A655C4EBD}" type="presOf" srcId="{369888F4-E04D-45A2-89B9-642E1604CE1F}" destId="{BE7AE209-6D7E-4362-BAA6-E957771BA6B3}" srcOrd="0" destOrd="0" presId="urn:microsoft.com/office/officeart/2005/8/layout/vList5"/>
    <dgm:cxn modelId="{BAA2B03B-CB70-4A53-83C5-95E86F0F7BC3}" srcId="{324D42EB-8E66-43A0-984E-BCAE0DA1CB16}" destId="{45872C1A-E20A-4228-8A10-53DF472DF539}" srcOrd="3" destOrd="0" parTransId="{0C084DB7-2F45-44CE-8254-23934613EB57}" sibTransId="{C82966A6-74C0-4FCF-804C-245C8459A14E}"/>
    <dgm:cxn modelId="{0AD75478-824A-4764-B8BA-DB099C44CAF4}" srcId="{324D42EB-8E66-43A0-984E-BCAE0DA1CB16}" destId="{B02452A8-F5F0-4295-AABD-EBEF36C476B6}" srcOrd="0" destOrd="0" parTransId="{E6291F11-EEF5-471B-9FB8-371418065498}" sibTransId="{70F90A6A-CD36-4C85-BD6F-187A77CA75CF}"/>
    <dgm:cxn modelId="{E0A24083-6D2A-48E0-A2B2-818CA48F1A10}" srcId="{324D42EB-8E66-43A0-984E-BCAE0DA1CB16}" destId="{369888F4-E04D-45A2-89B9-642E1604CE1F}" srcOrd="2" destOrd="0" parTransId="{01639732-C488-4068-BE48-2FB40E84B675}" sibTransId="{FBED88A6-0D74-4B0C-87F2-D8292A1C07B1}"/>
    <dgm:cxn modelId="{EC520D84-8388-4DF8-A2B1-2F872FC307C4}" type="presOf" srcId="{324D42EB-8E66-43A0-984E-BCAE0DA1CB16}" destId="{488A1748-666C-47CA-8E63-CDF8D2F85211}" srcOrd="0" destOrd="0" presId="urn:microsoft.com/office/officeart/2005/8/layout/vList5"/>
    <dgm:cxn modelId="{EE13F887-52E6-4A95-BAAF-773084B6F1AF}" type="presOf" srcId="{EB6F3F41-61A8-4105-A527-A204A0F3D648}" destId="{3B9BFE15-5C74-4084-BEE0-7135893D9176}" srcOrd="0" destOrd="0" presId="urn:microsoft.com/office/officeart/2005/8/layout/vList5"/>
    <dgm:cxn modelId="{1D68D189-F7A2-45E3-BE1E-79BB40764DDB}" type="presOf" srcId="{AD562A12-438F-44A3-9504-4FEB2BC378CE}" destId="{3DE06E5C-3B05-41D3-8F05-58BDA1678909}" srcOrd="0" destOrd="0" presId="urn:microsoft.com/office/officeart/2005/8/layout/vList5"/>
    <dgm:cxn modelId="{775DCBAC-C021-408A-93A1-E17FE194B60C}" type="presOf" srcId="{45872C1A-E20A-4228-8A10-53DF472DF539}" destId="{088F8AD1-B677-46C2-885C-2AFBBF098E63}" srcOrd="0" destOrd="0" presId="urn:microsoft.com/office/officeart/2005/8/layout/vList5"/>
    <dgm:cxn modelId="{94040FB2-03D5-438D-98E0-C893D9A806F4}" srcId="{324D42EB-8E66-43A0-984E-BCAE0DA1CB16}" destId="{EB6F3F41-61A8-4105-A527-A204A0F3D648}" srcOrd="4" destOrd="0" parTransId="{5E69B6E4-F06F-435F-B834-299A7CE33F25}" sibTransId="{D3ED27C8-CB6F-4B6C-93C0-E3D12593A2BC}"/>
    <dgm:cxn modelId="{109BCEFE-54CC-4442-817D-BFC63B0C3EC7}" srcId="{324D42EB-8E66-43A0-984E-BCAE0DA1CB16}" destId="{AD562A12-438F-44A3-9504-4FEB2BC378CE}" srcOrd="1" destOrd="0" parTransId="{CE721E87-F13D-41B9-8983-079EB3BC7B6E}" sibTransId="{8C92C8EF-DB11-470B-BEC8-32869196691B}"/>
    <dgm:cxn modelId="{4DC2109B-984A-46FA-9AEB-161E99E626C1}" type="presParOf" srcId="{488A1748-666C-47CA-8E63-CDF8D2F85211}" destId="{C0EE975D-3A13-4390-A6C0-789636AC9659}" srcOrd="0" destOrd="0" presId="urn:microsoft.com/office/officeart/2005/8/layout/vList5"/>
    <dgm:cxn modelId="{DE56B13F-E574-478D-8937-8E3B0DC71520}" type="presParOf" srcId="{C0EE975D-3A13-4390-A6C0-789636AC9659}" destId="{DDD90730-D7AE-4771-B570-47D092AC4C47}" srcOrd="0" destOrd="0" presId="urn:microsoft.com/office/officeart/2005/8/layout/vList5"/>
    <dgm:cxn modelId="{AA470506-75FD-429F-9CA1-E333E4118B4C}" type="presParOf" srcId="{488A1748-666C-47CA-8E63-CDF8D2F85211}" destId="{2720889E-EB4B-4C61-8A19-2911E262180C}" srcOrd="1" destOrd="0" presId="urn:microsoft.com/office/officeart/2005/8/layout/vList5"/>
    <dgm:cxn modelId="{3A942938-AD6B-435A-8FBF-6FD24B85714C}" type="presParOf" srcId="{488A1748-666C-47CA-8E63-CDF8D2F85211}" destId="{E0CC4601-57FA-4C9A-9D26-10DCA894DBCB}" srcOrd="2" destOrd="0" presId="urn:microsoft.com/office/officeart/2005/8/layout/vList5"/>
    <dgm:cxn modelId="{D6BDC27E-91A0-462C-8B3F-538F1047CD2F}" type="presParOf" srcId="{E0CC4601-57FA-4C9A-9D26-10DCA894DBCB}" destId="{3DE06E5C-3B05-41D3-8F05-58BDA1678909}" srcOrd="0" destOrd="0" presId="urn:microsoft.com/office/officeart/2005/8/layout/vList5"/>
    <dgm:cxn modelId="{5F75F68E-17A5-4B5B-8A88-E2FE60075843}" type="presParOf" srcId="{488A1748-666C-47CA-8E63-CDF8D2F85211}" destId="{0C4DEABF-90E1-4B34-9697-210F06932A21}" srcOrd="3" destOrd="0" presId="urn:microsoft.com/office/officeart/2005/8/layout/vList5"/>
    <dgm:cxn modelId="{906809BE-2B7B-4E64-BBA0-2400BE25D86E}" type="presParOf" srcId="{488A1748-666C-47CA-8E63-CDF8D2F85211}" destId="{05BD3A37-B3A7-472C-9130-0F32924F670B}" srcOrd="4" destOrd="0" presId="urn:microsoft.com/office/officeart/2005/8/layout/vList5"/>
    <dgm:cxn modelId="{B1739E23-BFE1-4960-BAD7-E55223E59BF9}" type="presParOf" srcId="{05BD3A37-B3A7-472C-9130-0F32924F670B}" destId="{BE7AE209-6D7E-4362-BAA6-E957771BA6B3}" srcOrd="0" destOrd="0" presId="urn:microsoft.com/office/officeart/2005/8/layout/vList5"/>
    <dgm:cxn modelId="{B2A38C9A-E65F-46D7-B606-1924F01117B7}" type="presParOf" srcId="{488A1748-666C-47CA-8E63-CDF8D2F85211}" destId="{D4E28CAB-1DB6-4D97-BE14-B71E84BCF1AF}" srcOrd="5" destOrd="0" presId="urn:microsoft.com/office/officeart/2005/8/layout/vList5"/>
    <dgm:cxn modelId="{47BDD5D6-A1DD-4437-B25D-0C5CD1592A46}" type="presParOf" srcId="{488A1748-666C-47CA-8E63-CDF8D2F85211}" destId="{5A93B024-7C1F-4E53-B36F-58F15B63D9F9}" srcOrd="6" destOrd="0" presId="urn:microsoft.com/office/officeart/2005/8/layout/vList5"/>
    <dgm:cxn modelId="{5540F9F0-275E-48DC-BBC8-65A0D7742837}" type="presParOf" srcId="{5A93B024-7C1F-4E53-B36F-58F15B63D9F9}" destId="{088F8AD1-B677-46C2-885C-2AFBBF098E63}" srcOrd="0" destOrd="0" presId="urn:microsoft.com/office/officeart/2005/8/layout/vList5"/>
    <dgm:cxn modelId="{04ECA77A-DE36-4BC4-926C-BC3602CD43AB}" type="presParOf" srcId="{488A1748-666C-47CA-8E63-CDF8D2F85211}" destId="{62D99144-340B-4BC8-A105-60324CB25EFF}" srcOrd="7" destOrd="0" presId="urn:microsoft.com/office/officeart/2005/8/layout/vList5"/>
    <dgm:cxn modelId="{13FB6719-607A-4739-BB75-D04210016CF1}" type="presParOf" srcId="{488A1748-666C-47CA-8E63-CDF8D2F85211}" destId="{E4B598E2-388D-46E4-8D5C-7294C048DFB1}" srcOrd="8" destOrd="0" presId="urn:microsoft.com/office/officeart/2005/8/layout/vList5"/>
    <dgm:cxn modelId="{ED4C5242-B8E9-40E0-A196-FAFF9C027BC2}" type="presParOf" srcId="{E4B598E2-388D-46E4-8D5C-7294C048DFB1}" destId="{3B9BFE15-5C74-4084-BEE0-7135893D9176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68AA254-F48A-4C26-9C6F-A8CE3F18D2D4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60E04E9-CB04-4F98-95F4-E922766576DB}">
      <dgm:prSet/>
      <dgm:spPr/>
      <dgm:t>
        <a:bodyPr/>
        <a:lstStyle/>
        <a:p>
          <a:pPr>
            <a:defRPr cap="all"/>
          </a:pPr>
          <a:r>
            <a:rPr lang="en-US"/>
            <a:t>Change default Password</a:t>
          </a:r>
        </a:p>
      </dgm:t>
    </dgm:pt>
    <dgm:pt modelId="{4DD0ED89-953F-487B-BB61-9FDC48FCEF15}" type="parTrans" cxnId="{0444DFE3-BE0C-4BA6-94E6-5C2FE7DFE4E4}">
      <dgm:prSet/>
      <dgm:spPr/>
      <dgm:t>
        <a:bodyPr/>
        <a:lstStyle/>
        <a:p>
          <a:endParaRPr lang="en-US"/>
        </a:p>
      </dgm:t>
    </dgm:pt>
    <dgm:pt modelId="{83E6E6B9-4F80-4533-A5A2-AB358FB7A982}" type="sibTrans" cxnId="{0444DFE3-BE0C-4BA6-94E6-5C2FE7DFE4E4}">
      <dgm:prSet/>
      <dgm:spPr/>
      <dgm:t>
        <a:bodyPr/>
        <a:lstStyle/>
        <a:p>
          <a:endParaRPr lang="en-US"/>
        </a:p>
      </dgm:t>
    </dgm:pt>
    <dgm:pt modelId="{E80BCA62-746E-4A85-8864-E34EB6A450F8}">
      <dgm:prSet/>
      <dgm:spPr/>
      <dgm:t>
        <a:bodyPr/>
        <a:lstStyle/>
        <a:p>
          <a:pPr>
            <a:defRPr cap="all"/>
          </a:pPr>
          <a:r>
            <a:rPr lang="en-US"/>
            <a:t>Change Router Password</a:t>
          </a:r>
        </a:p>
      </dgm:t>
    </dgm:pt>
    <dgm:pt modelId="{D674BD3D-42B3-4C79-B495-ACDBAA0E7315}" type="parTrans" cxnId="{85683B46-15FF-47E6-8ECA-846BE85BD143}">
      <dgm:prSet/>
      <dgm:spPr/>
      <dgm:t>
        <a:bodyPr/>
        <a:lstStyle/>
        <a:p>
          <a:endParaRPr lang="en-US"/>
        </a:p>
      </dgm:t>
    </dgm:pt>
    <dgm:pt modelId="{C81986F8-569C-4C02-BD18-A4B202B45930}" type="sibTrans" cxnId="{85683B46-15FF-47E6-8ECA-846BE85BD143}">
      <dgm:prSet/>
      <dgm:spPr/>
      <dgm:t>
        <a:bodyPr/>
        <a:lstStyle/>
        <a:p>
          <a:endParaRPr lang="en-US"/>
        </a:p>
      </dgm:t>
    </dgm:pt>
    <dgm:pt modelId="{E27B367C-7801-4B24-BEBC-326BD0C5A262}">
      <dgm:prSet/>
      <dgm:spPr/>
      <dgm:t>
        <a:bodyPr/>
        <a:lstStyle/>
        <a:p>
          <a:pPr>
            <a:defRPr cap="all"/>
          </a:pPr>
          <a:r>
            <a:rPr lang="en-US"/>
            <a:t>Change SSID</a:t>
          </a:r>
        </a:p>
      </dgm:t>
    </dgm:pt>
    <dgm:pt modelId="{ADF7F93E-7131-40FC-9600-2237DBA56EA0}" type="parTrans" cxnId="{A50BA52B-D89D-43D6-8C1F-F1C12AE18AD8}">
      <dgm:prSet/>
      <dgm:spPr/>
      <dgm:t>
        <a:bodyPr/>
        <a:lstStyle/>
        <a:p>
          <a:endParaRPr lang="en-US"/>
        </a:p>
      </dgm:t>
    </dgm:pt>
    <dgm:pt modelId="{934CB407-AC19-4732-92F3-04193BA4388E}" type="sibTrans" cxnId="{A50BA52B-D89D-43D6-8C1F-F1C12AE18AD8}">
      <dgm:prSet/>
      <dgm:spPr/>
      <dgm:t>
        <a:bodyPr/>
        <a:lstStyle/>
        <a:p>
          <a:endParaRPr lang="en-US"/>
        </a:p>
      </dgm:t>
    </dgm:pt>
    <dgm:pt modelId="{86979B1D-608B-4AE3-81B8-613532D68542}">
      <dgm:prSet/>
      <dgm:spPr/>
      <dgm:t>
        <a:bodyPr/>
        <a:lstStyle/>
        <a:p>
          <a:pPr>
            <a:defRPr cap="all"/>
          </a:pPr>
          <a:r>
            <a:rPr lang="en-US"/>
            <a:t>Update Firmware </a:t>
          </a:r>
        </a:p>
      </dgm:t>
    </dgm:pt>
    <dgm:pt modelId="{3CA63639-BB99-41D4-A936-1D44F6967600}" type="parTrans" cxnId="{A3D22163-0CEB-484F-9781-E39430C9E66A}">
      <dgm:prSet/>
      <dgm:spPr/>
      <dgm:t>
        <a:bodyPr/>
        <a:lstStyle/>
        <a:p>
          <a:endParaRPr lang="en-US"/>
        </a:p>
      </dgm:t>
    </dgm:pt>
    <dgm:pt modelId="{1638E5F9-64FB-47B7-B042-5898A3C9BFB7}" type="sibTrans" cxnId="{A3D22163-0CEB-484F-9781-E39430C9E66A}">
      <dgm:prSet/>
      <dgm:spPr/>
      <dgm:t>
        <a:bodyPr/>
        <a:lstStyle/>
        <a:p>
          <a:endParaRPr lang="en-US"/>
        </a:p>
      </dgm:t>
    </dgm:pt>
    <dgm:pt modelId="{7E18680C-28BD-4B79-8228-62F0AA95D89F}">
      <dgm:prSet/>
      <dgm:spPr/>
      <dgm:t>
        <a:bodyPr/>
        <a:lstStyle/>
        <a:p>
          <a:pPr>
            <a:defRPr cap="all"/>
          </a:pPr>
          <a:r>
            <a:rPr lang="en-US"/>
            <a:t>MAC filtering?</a:t>
          </a:r>
        </a:p>
      </dgm:t>
    </dgm:pt>
    <dgm:pt modelId="{063AE2B8-0C1C-4BB7-B7E7-1906FF3D12BB}" type="parTrans" cxnId="{FE5CAE6D-83A8-4CBB-8AA3-61D86D74AD17}">
      <dgm:prSet/>
      <dgm:spPr/>
      <dgm:t>
        <a:bodyPr/>
        <a:lstStyle/>
        <a:p>
          <a:endParaRPr lang="en-US"/>
        </a:p>
      </dgm:t>
    </dgm:pt>
    <dgm:pt modelId="{E3C7A104-5ADF-4D10-B683-D5F99B3F5B71}" type="sibTrans" cxnId="{FE5CAE6D-83A8-4CBB-8AA3-61D86D74AD17}">
      <dgm:prSet/>
      <dgm:spPr/>
      <dgm:t>
        <a:bodyPr/>
        <a:lstStyle/>
        <a:p>
          <a:endParaRPr lang="en-US"/>
        </a:p>
      </dgm:t>
    </dgm:pt>
    <dgm:pt modelId="{CFE41666-9039-4763-AE87-C9F55B494A81}" type="pres">
      <dgm:prSet presAssocID="{A68AA254-F48A-4C26-9C6F-A8CE3F18D2D4}" presName="root" presStyleCnt="0">
        <dgm:presLayoutVars>
          <dgm:dir/>
          <dgm:resizeHandles val="exact"/>
        </dgm:presLayoutVars>
      </dgm:prSet>
      <dgm:spPr/>
    </dgm:pt>
    <dgm:pt modelId="{04DB4C44-DDA5-4EEA-8105-81F0B6CF5C56}" type="pres">
      <dgm:prSet presAssocID="{260E04E9-CB04-4F98-95F4-E922766576DB}" presName="compNode" presStyleCnt="0"/>
      <dgm:spPr/>
    </dgm:pt>
    <dgm:pt modelId="{6885DF72-0E5C-482C-9CD6-5A90878854E5}" type="pres">
      <dgm:prSet presAssocID="{260E04E9-CB04-4F98-95F4-E922766576DB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D14BB0D2-A578-45E1-83C4-4734A0B3A4F8}" type="pres">
      <dgm:prSet presAssocID="{260E04E9-CB04-4F98-95F4-E922766576D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2EB0E11F-5D71-4C04-9DFF-2EED79E68A64}" type="pres">
      <dgm:prSet presAssocID="{260E04E9-CB04-4F98-95F4-E922766576DB}" presName="spaceRect" presStyleCnt="0"/>
      <dgm:spPr/>
    </dgm:pt>
    <dgm:pt modelId="{3DD14AA7-5762-4021-A8CF-8F7B94FF6AB1}" type="pres">
      <dgm:prSet presAssocID="{260E04E9-CB04-4F98-95F4-E922766576DB}" presName="textRect" presStyleLbl="revTx" presStyleIdx="0" presStyleCnt="5">
        <dgm:presLayoutVars>
          <dgm:chMax val="1"/>
          <dgm:chPref val="1"/>
        </dgm:presLayoutVars>
      </dgm:prSet>
      <dgm:spPr/>
    </dgm:pt>
    <dgm:pt modelId="{98C1D253-DE23-4B62-A365-A59171830146}" type="pres">
      <dgm:prSet presAssocID="{83E6E6B9-4F80-4533-A5A2-AB358FB7A982}" presName="sibTrans" presStyleCnt="0"/>
      <dgm:spPr/>
    </dgm:pt>
    <dgm:pt modelId="{A4597A27-6905-4F53-B9E5-A59D1937AF79}" type="pres">
      <dgm:prSet presAssocID="{E80BCA62-746E-4A85-8864-E34EB6A450F8}" presName="compNode" presStyleCnt="0"/>
      <dgm:spPr/>
    </dgm:pt>
    <dgm:pt modelId="{36909B89-0CAD-471F-965D-960CF60834E2}" type="pres">
      <dgm:prSet presAssocID="{E80BCA62-746E-4A85-8864-E34EB6A450F8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BFADBB6F-AEBA-4F9D-93F5-86E4B98213FE}" type="pres">
      <dgm:prSet presAssocID="{E80BCA62-746E-4A85-8864-E34EB6A450F8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BDE2828E-6D45-482C-BE1A-E8D6423B798C}" type="pres">
      <dgm:prSet presAssocID="{E80BCA62-746E-4A85-8864-E34EB6A450F8}" presName="spaceRect" presStyleCnt="0"/>
      <dgm:spPr/>
    </dgm:pt>
    <dgm:pt modelId="{323E0096-3808-4A0D-AE08-DA95C692245B}" type="pres">
      <dgm:prSet presAssocID="{E80BCA62-746E-4A85-8864-E34EB6A450F8}" presName="textRect" presStyleLbl="revTx" presStyleIdx="1" presStyleCnt="5">
        <dgm:presLayoutVars>
          <dgm:chMax val="1"/>
          <dgm:chPref val="1"/>
        </dgm:presLayoutVars>
      </dgm:prSet>
      <dgm:spPr/>
    </dgm:pt>
    <dgm:pt modelId="{F7A725AF-4CED-409A-B8C3-F705A5CB96DD}" type="pres">
      <dgm:prSet presAssocID="{C81986F8-569C-4C02-BD18-A4B202B45930}" presName="sibTrans" presStyleCnt="0"/>
      <dgm:spPr/>
    </dgm:pt>
    <dgm:pt modelId="{780196FE-5C03-462F-9EBF-4D10EBC3ADA9}" type="pres">
      <dgm:prSet presAssocID="{E27B367C-7801-4B24-BEBC-326BD0C5A262}" presName="compNode" presStyleCnt="0"/>
      <dgm:spPr/>
    </dgm:pt>
    <dgm:pt modelId="{FE10FB0C-10C3-496C-A04D-1C5A754D0DF0}" type="pres">
      <dgm:prSet presAssocID="{E27B367C-7801-4B24-BEBC-326BD0C5A262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D3908918-1743-42E6-9BB2-1E9646C42AAE}" type="pres">
      <dgm:prSet presAssocID="{E27B367C-7801-4B24-BEBC-326BD0C5A26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B35FF45C-833F-41D2-8A3D-A5B935198297}" type="pres">
      <dgm:prSet presAssocID="{E27B367C-7801-4B24-BEBC-326BD0C5A262}" presName="spaceRect" presStyleCnt="0"/>
      <dgm:spPr/>
    </dgm:pt>
    <dgm:pt modelId="{DBB43887-8299-47C5-A7C5-886EA2D1CA57}" type="pres">
      <dgm:prSet presAssocID="{E27B367C-7801-4B24-BEBC-326BD0C5A262}" presName="textRect" presStyleLbl="revTx" presStyleIdx="2" presStyleCnt="5">
        <dgm:presLayoutVars>
          <dgm:chMax val="1"/>
          <dgm:chPref val="1"/>
        </dgm:presLayoutVars>
      </dgm:prSet>
      <dgm:spPr/>
    </dgm:pt>
    <dgm:pt modelId="{2429DE23-1C8C-46B3-8149-28261A28D0B0}" type="pres">
      <dgm:prSet presAssocID="{934CB407-AC19-4732-92F3-04193BA4388E}" presName="sibTrans" presStyleCnt="0"/>
      <dgm:spPr/>
    </dgm:pt>
    <dgm:pt modelId="{489D8DDF-B9D3-4318-9A8D-87EF31BA8A12}" type="pres">
      <dgm:prSet presAssocID="{86979B1D-608B-4AE3-81B8-613532D68542}" presName="compNode" presStyleCnt="0"/>
      <dgm:spPr/>
    </dgm:pt>
    <dgm:pt modelId="{FBEF00C8-95D2-4732-9D72-75EBB0241A51}" type="pres">
      <dgm:prSet presAssocID="{86979B1D-608B-4AE3-81B8-613532D68542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47E72E95-4060-40F0-B29D-806336779600}" type="pres">
      <dgm:prSet presAssocID="{86979B1D-608B-4AE3-81B8-613532D6854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663F37E-3226-4573-913F-DBCCB085C338}" type="pres">
      <dgm:prSet presAssocID="{86979B1D-608B-4AE3-81B8-613532D68542}" presName="spaceRect" presStyleCnt="0"/>
      <dgm:spPr/>
    </dgm:pt>
    <dgm:pt modelId="{FA52AAF1-8106-4B56-9C08-28EBEF05514E}" type="pres">
      <dgm:prSet presAssocID="{86979B1D-608B-4AE3-81B8-613532D68542}" presName="textRect" presStyleLbl="revTx" presStyleIdx="3" presStyleCnt="5">
        <dgm:presLayoutVars>
          <dgm:chMax val="1"/>
          <dgm:chPref val="1"/>
        </dgm:presLayoutVars>
      </dgm:prSet>
      <dgm:spPr/>
    </dgm:pt>
    <dgm:pt modelId="{CF11D9AB-2C34-4F10-B657-0D03E0E84B29}" type="pres">
      <dgm:prSet presAssocID="{1638E5F9-64FB-47B7-B042-5898A3C9BFB7}" presName="sibTrans" presStyleCnt="0"/>
      <dgm:spPr/>
    </dgm:pt>
    <dgm:pt modelId="{FEA2C03D-3991-4231-AC10-175C8FC4F0EC}" type="pres">
      <dgm:prSet presAssocID="{7E18680C-28BD-4B79-8228-62F0AA95D89F}" presName="compNode" presStyleCnt="0"/>
      <dgm:spPr/>
    </dgm:pt>
    <dgm:pt modelId="{B27F42EC-59F2-4442-BD57-A643179CD826}" type="pres">
      <dgm:prSet presAssocID="{7E18680C-28BD-4B79-8228-62F0AA95D89F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E04E6A16-A58B-4F51-8B40-327E6682EA75}" type="pres">
      <dgm:prSet presAssocID="{7E18680C-28BD-4B79-8228-62F0AA95D89F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4563D70F-3FEE-47A8-80BA-592041235033}" type="pres">
      <dgm:prSet presAssocID="{7E18680C-28BD-4B79-8228-62F0AA95D89F}" presName="spaceRect" presStyleCnt="0"/>
      <dgm:spPr/>
    </dgm:pt>
    <dgm:pt modelId="{AF1CEF57-A9FD-4E10-89F0-C1E94040CC1A}" type="pres">
      <dgm:prSet presAssocID="{7E18680C-28BD-4B79-8228-62F0AA95D89F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A50BA52B-D89D-43D6-8C1F-F1C12AE18AD8}" srcId="{A68AA254-F48A-4C26-9C6F-A8CE3F18D2D4}" destId="{E27B367C-7801-4B24-BEBC-326BD0C5A262}" srcOrd="2" destOrd="0" parTransId="{ADF7F93E-7131-40FC-9600-2237DBA56EA0}" sibTransId="{934CB407-AC19-4732-92F3-04193BA4388E}"/>
    <dgm:cxn modelId="{A3D22163-0CEB-484F-9781-E39430C9E66A}" srcId="{A68AA254-F48A-4C26-9C6F-A8CE3F18D2D4}" destId="{86979B1D-608B-4AE3-81B8-613532D68542}" srcOrd="3" destOrd="0" parTransId="{3CA63639-BB99-41D4-A936-1D44F6967600}" sibTransId="{1638E5F9-64FB-47B7-B042-5898A3C9BFB7}"/>
    <dgm:cxn modelId="{7C7D4364-8E45-4657-B867-3B4AA4AA0D58}" type="presOf" srcId="{A68AA254-F48A-4C26-9C6F-A8CE3F18D2D4}" destId="{CFE41666-9039-4763-AE87-C9F55B494A81}" srcOrd="0" destOrd="0" presId="urn:microsoft.com/office/officeart/2018/5/layout/IconLeafLabelList"/>
    <dgm:cxn modelId="{85683B46-15FF-47E6-8ECA-846BE85BD143}" srcId="{A68AA254-F48A-4C26-9C6F-A8CE3F18D2D4}" destId="{E80BCA62-746E-4A85-8864-E34EB6A450F8}" srcOrd="1" destOrd="0" parTransId="{D674BD3D-42B3-4C79-B495-ACDBAA0E7315}" sibTransId="{C81986F8-569C-4C02-BD18-A4B202B45930}"/>
    <dgm:cxn modelId="{FE5CAE6D-83A8-4CBB-8AA3-61D86D74AD17}" srcId="{A68AA254-F48A-4C26-9C6F-A8CE3F18D2D4}" destId="{7E18680C-28BD-4B79-8228-62F0AA95D89F}" srcOrd="4" destOrd="0" parTransId="{063AE2B8-0C1C-4BB7-B7E7-1906FF3D12BB}" sibTransId="{E3C7A104-5ADF-4D10-B683-D5F99B3F5B71}"/>
    <dgm:cxn modelId="{14F47676-F728-448A-A2AB-65AF17D7DB4E}" type="presOf" srcId="{260E04E9-CB04-4F98-95F4-E922766576DB}" destId="{3DD14AA7-5762-4021-A8CF-8F7B94FF6AB1}" srcOrd="0" destOrd="0" presId="urn:microsoft.com/office/officeart/2018/5/layout/IconLeafLabelList"/>
    <dgm:cxn modelId="{A039085A-2441-4453-A3ED-2FADF53B0790}" type="presOf" srcId="{E27B367C-7801-4B24-BEBC-326BD0C5A262}" destId="{DBB43887-8299-47C5-A7C5-886EA2D1CA57}" srcOrd="0" destOrd="0" presId="urn:microsoft.com/office/officeart/2018/5/layout/IconLeafLabelList"/>
    <dgm:cxn modelId="{5541B5A7-1B64-4BAF-A079-2F09492D6910}" type="presOf" srcId="{86979B1D-608B-4AE3-81B8-613532D68542}" destId="{FA52AAF1-8106-4B56-9C08-28EBEF05514E}" srcOrd="0" destOrd="0" presId="urn:microsoft.com/office/officeart/2018/5/layout/IconLeafLabelList"/>
    <dgm:cxn modelId="{D088B7A8-9C46-4040-856F-C9814235A132}" type="presOf" srcId="{7E18680C-28BD-4B79-8228-62F0AA95D89F}" destId="{AF1CEF57-A9FD-4E10-89F0-C1E94040CC1A}" srcOrd="0" destOrd="0" presId="urn:microsoft.com/office/officeart/2018/5/layout/IconLeafLabelList"/>
    <dgm:cxn modelId="{376DF7C4-B92A-4063-9039-7186A50AE514}" type="presOf" srcId="{E80BCA62-746E-4A85-8864-E34EB6A450F8}" destId="{323E0096-3808-4A0D-AE08-DA95C692245B}" srcOrd="0" destOrd="0" presId="urn:microsoft.com/office/officeart/2018/5/layout/IconLeafLabelList"/>
    <dgm:cxn modelId="{0444DFE3-BE0C-4BA6-94E6-5C2FE7DFE4E4}" srcId="{A68AA254-F48A-4C26-9C6F-A8CE3F18D2D4}" destId="{260E04E9-CB04-4F98-95F4-E922766576DB}" srcOrd="0" destOrd="0" parTransId="{4DD0ED89-953F-487B-BB61-9FDC48FCEF15}" sibTransId="{83E6E6B9-4F80-4533-A5A2-AB358FB7A982}"/>
    <dgm:cxn modelId="{661DEAB2-EA2D-4F75-9C7F-3CAF0B3A897C}" type="presParOf" srcId="{CFE41666-9039-4763-AE87-C9F55B494A81}" destId="{04DB4C44-DDA5-4EEA-8105-81F0B6CF5C56}" srcOrd="0" destOrd="0" presId="urn:microsoft.com/office/officeart/2018/5/layout/IconLeafLabelList"/>
    <dgm:cxn modelId="{7E6E4F26-9CF4-414B-8E71-AA74D68B6A98}" type="presParOf" srcId="{04DB4C44-DDA5-4EEA-8105-81F0B6CF5C56}" destId="{6885DF72-0E5C-482C-9CD6-5A90878854E5}" srcOrd="0" destOrd="0" presId="urn:microsoft.com/office/officeart/2018/5/layout/IconLeafLabelList"/>
    <dgm:cxn modelId="{4C6E593E-02FE-4ED5-AEDF-AFC39D225413}" type="presParOf" srcId="{04DB4C44-DDA5-4EEA-8105-81F0B6CF5C56}" destId="{D14BB0D2-A578-45E1-83C4-4734A0B3A4F8}" srcOrd="1" destOrd="0" presId="urn:microsoft.com/office/officeart/2018/5/layout/IconLeafLabelList"/>
    <dgm:cxn modelId="{386C22B2-0D36-46D3-982F-1EB6B0EB691F}" type="presParOf" srcId="{04DB4C44-DDA5-4EEA-8105-81F0B6CF5C56}" destId="{2EB0E11F-5D71-4C04-9DFF-2EED79E68A64}" srcOrd="2" destOrd="0" presId="urn:microsoft.com/office/officeart/2018/5/layout/IconLeafLabelList"/>
    <dgm:cxn modelId="{65DA711C-4460-4E7E-97F3-3DC043823EE2}" type="presParOf" srcId="{04DB4C44-DDA5-4EEA-8105-81F0B6CF5C56}" destId="{3DD14AA7-5762-4021-A8CF-8F7B94FF6AB1}" srcOrd="3" destOrd="0" presId="urn:microsoft.com/office/officeart/2018/5/layout/IconLeafLabelList"/>
    <dgm:cxn modelId="{2CC4D97D-9D08-4098-A19A-FC362C9F7BF4}" type="presParOf" srcId="{CFE41666-9039-4763-AE87-C9F55B494A81}" destId="{98C1D253-DE23-4B62-A365-A59171830146}" srcOrd="1" destOrd="0" presId="urn:microsoft.com/office/officeart/2018/5/layout/IconLeafLabelList"/>
    <dgm:cxn modelId="{03251D17-793E-4CA8-B168-4A4C344F8098}" type="presParOf" srcId="{CFE41666-9039-4763-AE87-C9F55B494A81}" destId="{A4597A27-6905-4F53-B9E5-A59D1937AF79}" srcOrd="2" destOrd="0" presId="urn:microsoft.com/office/officeart/2018/5/layout/IconLeafLabelList"/>
    <dgm:cxn modelId="{3A5DA291-EAF9-4950-80D0-7193D57FD9D8}" type="presParOf" srcId="{A4597A27-6905-4F53-B9E5-A59D1937AF79}" destId="{36909B89-0CAD-471F-965D-960CF60834E2}" srcOrd="0" destOrd="0" presId="urn:microsoft.com/office/officeart/2018/5/layout/IconLeafLabelList"/>
    <dgm:cxn modelId="{EBD9EA20-8793-4D2B-882E-6F956DF9D25E}" type="presParOf" srcId="{A4597A27-6905-4F53-B9E5-A59D1937AF79}" destId="{BFADBB6F-AEBA-4F9D-93F5-86E4B98213FE}" srcOrd="1" destOrd="0" presId="urn:microsoft.com/office/officeart/2018/5/layout/IconLeafLabelList"/>
    <dgm:cxn modelId="{19102813-6DC5-4F40-BDC2-F3C9FCCE21D1}" type="presParOf" srcId="{A4597A27-6905-4F53-B9E5-A59D1937AF79}" destId="{BDE2828E-6D45-482C-BE1A-E8D6423B798C}" srcOrd="2" destOrd="0" presId="urn:microsoft.com/office/officeart/2018/5/layout/IconLeafLabelList"/>
    <dgm:cxn modelId="{3D3AE5CC-BAEB-4F00-8B3B-DD097FDA5592}" type="presParOf" srcId="{A4597A27-6905-4F53-B9E5-A59D1937AF79}" destId="{323E0096-3808-4A0D-AE08-DA95C692245B}" srcOrd="3" destOrd="0" presId="urn:microsoft.com/office/officeart/2018/5/layout/IconLeafLabelList"/>
    <dgm:cxn modelId="{8A2ED2B7-59AF-41ED-BEE0-F9E247EB72E0}" type="presParOf" srcId="{CFE41666-9039-4763-AE87-C9F55B494A81}" destId="{F7A725AF-4CED-409A-B8C3-F705A5CB96DD}" srcOrd="3" destOrd="0" presId="urn:microsoft.com/office/officeart/2018/5/layout/IconLeafLabelList"/>
    <dgm:cxn modelId="{FD9A410A-EAC7-4048-AB0B-BD2A7BF60242}" type="presParOf" srcId="{CFE41666-9039-4763-AE87-C9F55B494A81}" destId="{780196FE-5C03-462F-9EBF-4D10EBC3ADA9}" srcOrd="4" destOrd="0" presId="urn:microsoft.com/office/officeart/2018/5/layout/IconLeafLabelList"/>
    <dgm:cxn modelId="{ED3A4AAC-850F-49DB-964A-8349C1594F3B}" type="presParOf" srcId="{780196FE-5C03-462F-9EBF-4D10EBC3ADA9}" destId="{FE10FB0C-10C3-496C-A04D-1C5A754D0DF0}" srcOrd="0" destOrd="0" presId="urn:microsoft.com/office/officeart/2018/5/layout/IconLeafLabelList"/>
    <dgm:cxn modelId="{0188E072-1D2C-4B41-ADC2-EF0AD93D500C}" type="presParOf" srcId="{780196FE-5C03-462F-9EBF-4D10EBC3ADA9}" destId="{D3908918-1743-42E6-9BB2-1E9646C42AAE}" srcOrd="1" destOrd="0" presId="urn:microsoft.com/office/officeart/2018/5/layout/IconLeafLabelList"/>
    <dgm:cxn modelId="{734A2475-E9C2-4B63-A9A9-0BFD9F73E3D0}" type="presParOf" srcId="{780196FE-5C03-462F-9EBF-4D10EBC3ADA9}" destId="{B35FF45C-833F-41D2-8A3D-A5B935198297}" srcOrd="2" destOrd="0" presId="urn:microsoft.com/office/officeart/2018/5/layout/IconLeafLabelList"/>
    <dgm:cxn modelId="{EF52EACF-3FD3-4BBA-86DA-85B62C0E300B}" type="presParOf" srcId="{780196FE-5C03-462F-9EBF-4D10EBC3ADA9}" destId="{DBB43887-8299-47C5-A7C5-886EA2D1CA57}" srcOrd="3" destOrd="0" presId="urn:microsoft.com/office/officeart/2018/5/layout/IconLeafLabelList"/>
    <dgm:cxn modelId="{64ACD5D2-54B2-4B11-AFC3-8B238F138A38}" type="presParOf" srcId="{CFE41666-9039-4763-AE87-C9F55B494A81}" destId="{2429DE23-1C8C-46B3-8149-28261A28D0B0}" srcOrd="5" destOrd="0" presId="urn:microsoft.com/office/officeart/2018/5/layout/IconLeafLabelList"/>
    <dgm:cxn modelId="{52EE3CA4-0477-45C8-9F08-90761B296F8C}" type="presParOf" srcId="{CFE41666-9039-4763-AE87-C9F55B494A81}" destId="{489D8DDF-B9D3-4318-9A8D-87EF31BA8A12}" srcOrd="6" destOrd="0" presId="urn:microsoft.com/office/officeart/2018/5/layout/IconLeafLabelList"/>
    <dgm:cxn modelId="{8562C2A1-6C50-4CDD-9179-41D4D1822DF7}" type="presParOf" srcId="{489D8DDF-B9D3-4318-9A8D-87EF31BA8A12}" destId="{FBEF00C8-95D2-4732-9D72-75EBB0241A51}" srcOrd="0" destOrd="0" presId="urn:microsoft.com/office/officeart/2018/5/layout/IconLeafLabelList"/>
    <dgm:cxn modelId="{C22B6CBA-6FA6-416F-A5BC-FBDE8342400C}" type="presParOf" srcId="{489D8DDF-B9D3-4318-9A8D-87EF31BA8A12}" destId="{47E72E95-4060-40F0-B29D-806336779600}" srcOrd="1" destOrd="0" presId="urn:microsoft.com/office/officeart/2018/5/layout/IconLeafLabelList"/>
    <dgm:cxn modelId="{0C6CB1CC-53B0-498A-94DB-DD38EB9754E1}" type="presParOf" srcId="{489D8DDF-B9D3-4318-9A8D-87EF31BA8A12}" destId="{2663F37E-3226-4573-913F-DBCCB085C338}" srcOrd="2" destOrd="0" presId="urn:microsoft.com/office/officeart/2018/5/layout/IconLeafLabelList"/>
    <dgm:cxn modelId="{C2AE5E4A-FB83-4F93-929D-4352DFC18FC4}" type="presParOf" srcId="{489D8DDF-B9D3-4318-9A8D-87EF31BA8A12}" destId="{FA52AAF1-8106-4B56-9C08-28EBEF05514E}" srcOrd="3" destOrd="0" presId="urn:microsoft.com/office/officeart/2018/5/layout/IconLeafLabelList"/>
    <dgm:cxn modelId="{B4FF5CC1-E212-4DC2-8F8E-DAD6B4963FF3}" type="presParOf" srcId="{CFE41666-9039-4763-AE87-C9F55B494A81}" destId="{CF11D9AB-2C34-4F10-B657-0D03E0E84B29}" srcOrd="7" destOrd="0" presId="urn:microsoft.com/office/officeart/2018/5/layout/IconLeafLabelList"/>
    <dgm:cxn modelId="{AFE978F6-6ED1-4CA2-83C0-44099C7C7666}" type="presParOf" srcId="{CFE41666-9039-4763-AE87-C9F55B494A81}" destId="{FEA2C03D-3991-4231-AC10-175C8FC4F0EC}" srcOrd="8" destOrd="0" presId="urn:microsoft.com/office/officeart/2018/5/layout/IconLeafLabelList"/>
    <dgm:cxn modelId="{B5AE6AAE-BAAA-471C-B2A1-997272BB4C71}" type="presParOf" srcId="{FEA2C03D-3991-4231-AC10-175C8FC4F0EC}" destId="{B27F42EC-59F2-4442-BD57-A643179CD826}" srcOrd="0" destOrd="0" presId="urn:microsoft.com/office/officeart/2018/5/layout/IconLeafLabelList"/>
    <dgm:cxn modelId="{7DF816C8-1F07-4FF5-83F8-1372ED15B381}" type="presParOf" srcId="{FEA2C03D-3991-4231-AC10-175C8FC4F0EC}" destId="{E04E6A16-A58B-4F51-8B40-327E6682EA75}" srcOrd="1" destOrd="0" presId="urn:microsoft.com/office/officeart/2018/5/layout/IconLeafLabelList"/>
    <dgm:cxn modelId="{A24738B8-D588-4BC3-B8A9-6AE0019EB8BD}" type="presParOf" srcId="{FEA2C03D-3991-4231-AC10-175C8FC4F0EC}" destId="{4563D70F-3FEE-47A8-80BA-592041235033}" srcOrd="2" destOrd="0" presId="urn:microsoft.com/office/officeart/2018/5/layout/IconLeafLabelList"/>
    <dgm:cxn modelId="{00BAE7D6-0A35-44DC-B7ED-D8FFFEDCD312}" type="presParOf" srcId="{FEA2C03D-3991-4231-AC10-175C8FC4F0EC}" destId="{AF1CEF57-A9FD-4E10-89F0-C1E94040CC1A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A43290-8BB6-4C1E-BF96-3702F9139AD6}">
      <dsp:nvSpPr>
        <dsp:cNvPr id="0" name=""/>
        <dsp:cNvSpPr/>
      </dsp:nvSpPr>
      <dsp:spPr>
        <a:xfrm>
          <a:off x="0" y="768239"/>
          <a:ext cx="4754880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Light Pulses</a:t>
          </a:r>
        </a:p>
      </dsp:txBody>
      <dsp:txXfrm>
        <a:off x="37467" y="805706"/>
        <a:ext cx="4679946" cy="692586"/>
      </dsp:txXfrm>
    </dsp:sp>
    <dsp:sp modelId="{FD9EE8F4-30A9-4E04-89BF-A9092B3E8523}">
      <dsp:nvSpPr>
        <dsp:cNvPr id="0" name=""/>
        <dsp:cNvSpPr/>
      </dsp:nvSpPr>
      <dsp:spPr>
        <a:xfrm>
          <a:off x="0" y="1627920"/>
          <a:ext cx="4754880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Fiber Optic Cables</a:t>
          </a:r>
        </a:p>
      </dsp:txBody>
      <dsp:txXfrm>
        <a:off x="37467" y="1665387"/>
        <a:ext cx="4679946" cy="692586"/>
      </dsp:txXfrm>
    </dsp:sp>
    <dsp:sp modelId="{5F666E89-B2A2-4E2E-A322-803C14223D60}">
      <dsp:nvSpPr>
        <dsp:cNvPr id="0" name=""/>
        <dsp:cNvSpPr/>
      </dsp:nvSpPr>
      <dsp:spPr>
        <a:xfrm>
          <a:off x="0" y="2487599"/>
          <a:ext cx="4754880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Optical Network Terminal</a:t>
          </a:r>
        </a:p>
      </dsp:txBody>
      <dsp:txXfrm>
        <a:off x="37467" y="2525066"/>
        <a:ext cx="4679946" cy="6925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C42A61-5E83-43D9-991A-3AB6BB003510}">
      <dsp:nvSpPr>
        <dsp:cNvPr id="0" name=""/>
        <dsp:cNvSpPr/>
      </dsp:nvSpPr>
      <dsp:spPr>
        <a:xfrm>
          <a:off x="0" y="1669"/>
          <a:ext cx="4754880" cy="84632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5FFD09-354C-461F-B59D-3282B7B55DD8}">
      <dsp:nvSpPr>
        <dsp:cNvPr id="0" name=""/>
        <dsp:cNvSpPr/>
      </dsp:nvSpPr>
      <dsp:spPr>
        <a:xfrm>
          <a:off x="256011" y="192091"/>
          <a:ext cx="465476" cy="4654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B325B1-E8B2-4D27-9C67-99AA36E076F4}">
      <dsp:nvSpPr>
        <dsp:cNvPr id="0" name=""/>
        <dsp:cNvSpPr/>
      </dsp:nvSpPr>
      <dsp:spPr>
        <a:xfrm>
          <a:off x="977499" y="1669"/>
          <a:ext cx="3777380" cy="846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69" tIns="89569" rIns="89569" bIns="89569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Coaxial Cable Network</a:t>
          </a:r>
        </a:p>
      </dsp:txBody>
      <dsp:txXfrm>
        <a:off x="977499" y="1669"/>
        <a:ext cx="3777380" cy="846320"/>
      </dsp:txXfrm>
    </dsp:sp>
    <dsp:sp modelId="{5D740890-9475-418A-A887-668356B96E55}">
      <dsp:nvSpPr>
        <dsp:cNvPr id="0" name=""/>
        <dsp:cNvSpPr/>
      </dsp:nvSpPr>
      <dsp:spPr>
        <a:xfrm>
          <a:off x="0" y="1059569"/>
          <a:ext cx="4754880" cy="84632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88633A-B966-4C0B-ACBE-129915AB07DA}">
      <dsp:nvSpPr>
        <dsp:cNvPr id="0" name=""/>
        <dsp:cNvSpPr/>
      </dsp:nvSpPr>
      <dsp:spPr>
        <a:xfrm>
          <a:off x="256011" y="1249991"/>
          <a:ext cx="465476" cy="4654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4A397F-62B6-4EE5-8422-A0238BF7C359}">
      <dsp:nvSpPr>
        <dsp:cNvPr id="0" name=""/>
        <dsp:cNvSpPr/>
      </dsp:nvSpPr>
      <dsp:spPr>
        <a:xfrm>
          <a:off x="977499" y="1059569"/>
          <a:ext cx="3777380" cy="846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69" tIns="89569" rIns="89569" bIns="89569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Cable Modem</a:t>
          </a:r>
        </a:p>
      </dsp:txBody>
      <dsp:txXfrm>
        <a:off x="977499" y="1059569"/>
        <a:ext cx="3777380" cy="846320"/>
      </dsp:txXfrm>
    </dsp:sp>
    <dsp:sp modelId="{400324F9-F7F1-454F-83D3-E9A0E19CA9C5}">
      <dsp:nvSpPr>
        <dsp:cNvPr id="0" name=""/>
        <dsp:cNvSpPr/>
      </dsp:nvSpPr>
      <dsp:spPr>
        <a:xfrm>
          <a:off x="0" y="2117470"/>
          <a:ext cx="4754880" cy="84632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4F78DC-8CEF-47A1-BD03-53EDD0BC61B6}">
      <dsp:nvSpPr>
        <dsp:cNvPr id="0" name=""/>
        <dsp:cNvSpPr/>
      </dsp:nvSpPr>
      <dsp:spPr>
        <a:xfrm>
          <a:off x="256011" y="2307892"/>
          <a:ext cx="465476" cy="4654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9CFC05-0AFC-4D25-B864-84D4CCA86734}">
      <dsp:nvSpPr>
        <dsp:cNvPr id="0" name=""/>
        <dsp:cNvSpPr/>
      </dsp:nvSpPr>
      <dsp:spPr>
        <a:xfrm>
          <a:off x="977499" y="2117470"/>
          <a:ext cx="3777380" cy="846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69" tIns="89569" rIns="89569" bIns="89569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DOCSIS</a:t>
          </a:r>
        </a:p>
      </dsp:txBody>
      <dsp:txXfrm>
        <a:off x="977499" y="2117470"/>
        <a:ext cx="3777380" cy="846320"/>
      </dsp:txXfrm>
    </dsp:sp>
    <dsp:sp modelId="{AE98A556-7986-4ADD-9A59-81C19B58EC6D}">
      <dsp:nvSpPr>
        <dsp:cNvPr id="0" name=""/>
        <dsp:cNvSpPr/>
      </dsp:nvSpPr>
      <dsp:spPr>
        <a:xfrm>
          <a:off x="0" y="3175370"/>
          <a:ext cx="4754880" cy="84632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E293A1-3F55-4B38-9A8F-FB46B01D7A7C}">
      <dsp:nvSpPr>
        <dsp:cNvPr id="0" name=""/>
        <dsp:cNvSpPr/>
      </dsp:nvSpPr>
      <dsp:spPr>
        <a:xfrm>
          <a:off x="256011" y="3365792"/>
          <a:ext cx="465476" cy="46547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707547-7971-4309-AD02-6A7277AECF1A}">
      <dsp:nvSpPr>
        <dsp:cNvPr id="0" name=""/>
        <dsp:cNvSpPr/>
      </dsp:nvSpPr>
      <dsp:spPr>
        <a:xfrm>
          <a:off x="977499" y="3175370"/>
          <a:ext cx="3777380" cy="846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69" tIns="89569" rIns="89569" bIns="89569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Cable Modem Termination System</a:t>
          </a:r>
        </a:p>
      </dsp:txBody>
      <dsp:txXfrm>
        <a:off x="977499" y="3175370"/>
        <a:ext cx="3777380" cy="8463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3EE5FC-0665-4E2D-A085-43C28C67FCD1}">
      <dsp:nvSpPr>
        <dsp:cNvPr id="0" name=""/>
        <dsp:cNvSpPr/>
      </dsp:nvSpPr>
      <dsp:spPr>
        <a:xfrm>
          <a:off x="0" y="233819"/>
          <a:ext cx="475488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Copper Telephone Lines</a:t>
          </a:r>
        </a:p>
      </dsp:txBody>
      <dsp:txXfrm>
        <a:off x="39809" y="273628"/>
        <a:ext cx="4675262" cy="735872"/>
      </dsp:txXfrm>
    </dsp:sp>
    <dsp:sp modelId="{2347F6D2-DD8E-4D6C-B124-153B787A3E76}">
      <dsp:nvSpPr>
        <dsp:cNvPr id="0" name=""/>
        <dsp:cNvSpPr/>
      </dsp:nvSpPr>
      <dsp:spPr>
        <a:xfrm>
          <a:off x="0" y="1147230"/>
          <a:ext cx="475488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DSL Model</a:t>
          </a:r>
        </a:p>
      </dsp:txBody>
      <dsp:txXfrm>
        <a:off x="39809" y="1187039"/>
        <a:ext cx="4675262" cy="735872"/>
      </dsp:txXfrm>
    </dsp:sp>
    <dsp:sp modelId="{8403F61F-9F5E-4642-A1F6-950F5EC6439C}">
      <dsp:nvSpPr>
        <dsp:cNvPr id="0" name=""/>
        <dsp:cNvSpPr/>
      </dsp:nvSpPr>
      <dsp:spPr>
        <a:xfrm>
          <a:off x="0" y="2060640"/>
          <a:ext cx="475488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DLAM</a:t>
          </a:r>
        </a:p>
      </dsp:txBody>
      <dsp:txXfrm>
        <a:off x="39809" y="2100449"/>
        <a:ext cx="4675262" cy="735872"/>
      </dsp:txXfrm>
    </dsp:sp>
    <dsp:sp modelId="{79968709-752F-444D-B393-89541A4C9E97}">
      <dsp:nvSpPr>
        <dsp:cNvPr id="0" name=""/>
        <dsp:cNvSpPr/>
      </dsp:nvSpPr>
      <dsp:spPr>
        <a:xfrm>
          <a:off x="0" y="2974050"/>
          <a:ext cx="475488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Frequencies</a:t>
          </a:r>
        </a:p>
      </dsp:txBody>
      <dsp:txXfrm>
        <a:off x="39809" y="3013859"/>
        <a:ext cx="4675262" cy="73587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8F3E89-498F-4566-8B2B-6C28B5CDEDB6}">
      <dsp:nvSpPr>
        <dsp:cNvPr id="0" name=""/>
        <dsp:cNvSpPr/>
      </dsp:nvSpPr>
      <dsp:spPr>
        <a:xfrm>
          <a:off x="0" y="491"/>
          <a:ext cx="4754880" cy="114925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0F1C75-E181-420B-9385-858A057B6076}">
      <dsp:nvSpPr>
        <dsp:cNvPr id="0" name=""/>
        <dsp:cNvSpPr/>
      </dsp:nvSpPr>
      <dsp:spPr>
        <a:xfrm>
          <a:off x="347648" y="259072"/>
          <a:ext cx="632087" cy="6320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3AD013-3347-4542-9E40-4FD89AB67303}">
      <dsp:nvSpPr>
        <dsp:cNvPr id="0" name=""/>
        <dsp:cNvSpPr/>
      </dsp:nvSpPr>
      <dsp:spPr>
        <a:xfrm>
          <a:off x="1327384" y="491"/>
          <a:ext cx="3427495" cy="1149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629" tIns="121629" rIns="121629" bIns="12162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Can be WIFI</a:t>
          </a:r>
        </a:p>
      </dsp:txBody>
      <dsp:txXfrm>
        <a:off x="1327384" y="491"/>
        <a:ext cx="3427495" cy="1149250"/>
      </dsp:txXfrm>
    </dsp:sp>
    <dsp:sp modelId="{62119D01-F3FD-4E8F-B985-31E0ED0A7720}">
      <dsp:nvSpPr>
        <dsp:cNvPr id="0" name=""/>
        <dsp:cNvSpPr/>
      </dsp:nvSpPr>
      <dsp:spPr>
        <a:xfrm>
          <a:off x="0" y="1437054"/>
          <a:ext cx="4754880" cy="114925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B3F206-070A-4657-B7E4-829EE26FA59C}">
      <dsp:nvSpPr>
        <dsp:cNvPr id="0" name=""/>
        <dsp:cNvSpPr/>
      </dsp:nvSpPr>
      <dsp:spPr>
        <a:xfrm>
          <a:off x="347648" y="1695636"/>
          <a:ext cx="632087" cy="6320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6DA7CB-F74B-4B66-A1B6-1DD75F52B99A}">
      <dsp:nvSpPr>
        <dsp:cNvPr id="0" name=""/>
        <dsp:cNvSpPr/>
      </dsp:nvSpPr>
      <dsp:spPr>
        <a:xfrm>
          <a:off x="1327384" y="1437054"/>
          <a:ext cx="3427495" cy="1149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629" tIns="121629" rIns="121629" bIns="12162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Cell Towers</a:t>
          </a:r>
        </a:p>
      </dsp:txBody>
      <dsp:txXfrm>
        <a:off x="1327384" y="1437054"/>
        <a:ext cx="3427495" cy="1149250"/>
      </dsp:txXfrm>
    </dsp:sp>
    <dsp:sp modelId="{E909226D-BAC7-4F16-8F61-71FB8338240F}">
      <dsp:nvSpPr>
        <dsp:cNvPr id="0" name=""/>
        <dsp:cNvSpPr/>
      </dsp:nvSpPr>
      <dsp:spPr>
        <a:xfrm>
          <a:off x="0" y="2873618"/>
          <a:ext cx="4754880" cy="114925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6D779F-BD3C-4839-BCDC-8BB52082EC40}">
      <dsp:nvSpPr>
        <dsp:cNvPr id="0" name=""/>
        <dsp:cNvSpPr/>
      </dsp:nvSpPr>
      <dsp:spPr>
        <a:xfrm>
          <a:off x="347648" y="3132199"/>
          <a:ext cx="632087" cy="6320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9A9BF1-E500-4D1D-ACD3-24310D425F77}">
      <dsp:nvSpPr>
        <dsp:cNvPr id="0" name=""/>
        <dsp:cNvSpPr/>
      </dsp:nvSpPr>
      <dsp:spPr>
        <a:xfrm>
          <a:off x="1327384" y="2873618"/>
          <a:ext cx="3427495" cy="1149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629" tIns="121629" rIns="121629" bIns="12162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Satellite</a:t>
          </a:r>
        </a:p>
      </dsp:txBody>
      <dsp:txXfrm>
        <a:off x="1327384" y="2873618"/>
        <a:ext cx="3427495" cy="114925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0F0D2B-A0FD-469A-B162-167105E94845}">
      <dsp:nvSpPr>
        <dsp:cNvPr id="0" name=""/>
        <dsp:cNvSpPr/>
      </dsp:nvSpPr>
      <dsp:spPr>
        <a:xfrm>
          <a:off x="857443" y="931898"/>
          <a:ext cx="923521" cy="9235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FC9F1D-7243-419E-853B-F8019AD5D6C9}">
      <dsp:nvSpPr>
        <dsp:cNvPr id="0" name=""/>
        <dsp:cNvSpPr/>
      </dsp:nvSpPr>
      <dsp:spPr>
        <a:xfrm>
          <a:off x="293068" y="2145570"/>
          <a:ext cx="205227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Wireless Access Points</a:t>
          </a:r>
        </a:p>
      </dsp:txBody>
      <dsp:txXfrm>
        <a:off x="293068" y="2145570"/>
        <a:ext cx="2052270" cy="720000"/>
      </dsp:txXfrm>
    </dsp:sp>
    <dsp:sp modelId="{36CA4BC9-3173-4551-A680-461BDB4DEB80}">
      <dsp:nvSpPr>
        <dsp:cNvPr id="0" name=""/>
        <dsp:cNvSpPr/>
      </dsp:nvSpPr>
      <dsp:spPr>
        <a:xfrm>
          <a:off x="3268861" y="931898"/>
          <a:ext cx="923521" cy="9235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E1869C-CBFA-48A3-ACFC-0726AB202202}">
      <dsp:nvSpPr>
        <dsp:cNvPr id="0" name=""/>
        <dsp:cNvSpPr/>
      </dsp:nvSpPr>
      <dsp:spPr>
        <a:xfrm>
          <a:off x="2704487" y="2145570"/>
          <a:ext cx="205227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Connected to a switch</a:t>
          </a:r>
        </a:p>
      </dsp:txBody>
      <dsp:txXfrm>
        <a:off x="2704487" y="2145570"/>
        <a:ext cx="2052270" cy="720000"/>
      </dsp:txXfrm>
    </dsp:sp>
    <dsp:sp modelId="{C96DA5DC-9C87-48B5-8929-4D4DE32C5928}">
      <dsp:nvSpPr>
        <dsp:cNvPr id="0" name=""/>
        <dsp:cNvSpPr/>
      </dsp:nvSpPr>
      <dsp:spPr>
        <a:xfrm>
          <a:off x="5680279" y="931898"/>
          <a:ext cx="923521" cy="9235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9697E1-6092-4659-84D3-E9AE44FF4104}">
      <dsp:nvSpPr>
        <dsp:cNvPr id="0" name=""/>
        <dsp:cNvSpPr/>
      </dsp:nvSpPr>
      <dsp:spPr>
        <a:xfrm>
          <a:off x="5115905" y="2145570"/>
          <a:ext cx="205227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Allow Wireless NIC to connect</a:t>
          </a:r>
        </a:p>
      </dsp:txBody>
      <dsp:txXfrm>
        <a:off x="5115905" y="2145570"/>
        <a:ext cx="2052270" cy="720000"/>
      </dsp:txXfrm>
    </dsp:sp>
    <dsp:sp modelId="{9159DB30-B672-4F71-9025-39A3953F84A6}">
      <dsp:nvSpPr>
        <dsp:cNvPr id="0" name=""/>
        <dsp:cNvSpPr/>
      </dsp:nvSpPr>
      <dsp:spPr>
        <a:xfrm>
          <a:off x="8091697" y="931898"/>
          <a:ext cx="923521" cy="92352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0B7AAC-064E-493F-B015-AB32FC0C5789}">
      <dsp:nvSpPr>
        <dsp:cNvPr id="0" name=""/>
        <dsp:cNvSpPr/>
      </dsp:nvSpPr>
      <dsp:spPr>
        <a:xfrm>
          <a:off x="7527323" y="2145570"/>
          <a:ext cx="205227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Uses Radio Frequencies</a:t>
          </a:r>
        </a:p>
      </dsp:txBody>
      <dsp:txXfrm>
        <a:off x="7527323" y="2145570"/>
        <a:ext cx="205227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63D8BC-5838-4E99-AAB5-A980BEE3B4C4}">
      <dsp:nvSpPr>
        <dsp:cNvPr id="0" name=""/>
        <dsp:cNvSpPr/>
      </dsp:nvSpPr>
      <dsp:spPr>
        <a:xfrm>
          <a:off x="269955" y="3019"/>
          <a:ext cx="2916484" cy="174989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802.11a, b, g, n, ac, ax</a:t>
          </a:r>
        </a:p>
      </dsp:txBody>
      <dsp:txXfrm>
        <a:off x="269955" y="3019"/>
        <a:ext cx="2916484" cy="1749890"/>
      </dsp:txXfrm>
    </dsp:sp>
    <dsp:sp modelId="{F4935954-110F-4B64-8557-BB8F4CF7716F}">
      <dsp:nvSpPr>
        <dsp:cNvPr id="0" name=""/>
        <dsp:cNvSpPr/>
      </dsp:nvSpPr>
      <dsp:spPr>
        <a:xfrm>
          <a:off x="3478089" y="3019"/>
          <a:ext cx="2916484" cy="174989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A, b, g not used anymore…</a:t>
          </a:r>
        </a:p>
      </dsp:txBody>
      <dsp:txXfrm>
        <a:off x="3478089" y="3019"/>
        <a:ext cx="2916484" cy="1749890"/>
      </dsp:txXfrm>
    </dsp:sp>
    <dsp:sp modelId="{75AD37C7-9968-4B44-B7CC-E39E9E33605F}">
      <dsp:nvSpPr>
        <dsp:cNvPr id="0" name=""/>
        <dsp:cNvSpPr/>
      </dsp:nvSpPr>
      <dsp:spPr>
        <a:xfrm>
          <a:off x="6686222" y="3019"/>
          <a:ext cx="2916484" cy="174989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N (Wifi 4) operates on 2.4GHz and 5GHz</a:t>
          </a:r>
        </a:p>
      </dsp:txBody>
      <dsp:txXfrm>
        <a:off x="6686222" y="3019"/>
        <a:ext cx="2916484" cy="1749890"/>
      </dsp:txXfrm>
    </dsp:sp>
    <dsp:sp modelId="{CEF5FC24-9CF7-4B0B-B5A9-75C21251EEB3}">
      <dsp:nvSpPr>
        <dsp:cNvPr id="0" name=""/>
        <dsp:cNvSpPr/>
      </dsp:nvSpPr>
      <dsp:spPr>
        <a:xfrm>
          <a:off x="1874022" y="2044558"/>
          <a:ext cx="2916484" cy="174989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AC operates primarily on 5GHz</a:t>
          </a:r>
        </a:p>
      </dsp:txBody>
      <dsp:txXfrm>
        <a:off x="1874022" y="2044558"/>
        <a:ext cx="2916484" cy="1749890"/>
      </dsp:txXfrm>
    </dsp:sp>
    <dsp:sp modelId="{81C39CFC-0896-46AB-BCFB-12B03371F6EA}">
      <dsp:nvSpPr>
        <dsp:cNvPr id="0" name=""/>
        <dsp:cNvSpPr/>
      </dsp:nvSpPr>
      <dsp:spPr>
        <a:xfrm>
          <a:off x="5082155" y="2044558"/>
          <a:ext cx="2916484" cy="174989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AX newer 6GHZ! FAST!</a:t>
          </a:r>
        </a:p>
      </dsp:txBody>
      <dsp:txXfrm>
        <a:off x="5082155" y="2044558"/>
        <a:ext cx="2916484" cy="174989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6506F8-A339-4B86-A0E8-6616CA6FF564}">
      <dsp:nvSpPr>
        <dsp:cNvPr id="0" name=""/>
        <dsp:cNvSpPr/>
      </dsp:nvSpPr>
      <dsp:spPr>
        <a:xfrm>
          <a:off x="1205" y="802040"/>
          <a:ext cx="4386778" cy="219338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78740" rIns="118110" bIns="78740" numCol="1" spcCol="1270" anchor="ctr" anchorCtr="0">
          <a:noAutofit/>
        </a:bodyPr>
        <a:lstStyle/>
        <a:p>
          <a:pPr marL="0" lvl="0" indent="0" algn="ctr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200" kern="1200"/>
            <a:t>Interference</a:t>
          </a:r>
        </a:p>
      </dsp:txBody>
      <dsp:txXfrm>
        <a:off x="65447" y="866282"/>
        <a:ext cx="4258294" cy="2064905"/>
      </dsp:txXfrm>
    </dsp:sp>
    <dsp:sp modelId="{2594FB75-4BEF-4BD1-84AB-7E5A83F03BF6}">
      <dsp:nvSpPr>
        <dsp:cNvPr id="0" name=""/>
        <dsp:cNvSpPr/>
      </dsp:nvSpPr>
      <dsp:spPr>
        <a:xfrm>
          <a:off x="5484678" y="802040"/>
          <a:ext cx="4386778" cy="219338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78740" rIns="118110" bIns="78740" numCol="1" spcCol="1270" anchor="ctr" anchorCtr="0">
          <a:noAutofit/>
        </a:bodyPr>
        <a:lstStyle/>
        <a:p>
          <a:pPr marL="0" lvl="0" indent="0" algn="ctr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200" kern="1200"/>
            <a:t>Attenuation</a:t>
          </a:r>
        </a:p>
      </dsp:txBody>
      <dsp:txXfrm>
        <a:off x="5548920" y="866282"/>
        <a:ext cx="4258294" cy="206490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D90730-D7AE-4771-B570-47D092AC4C47}">
      <dsp:nvSpPr>
        <dsp:cNvPr id="0" name=""/>
        <dsp:cNvSpPr/>
      </dsp:nvSpPr>
      <dsp:spPr>
        <a:xfrm>
          <a:off x="3159252" y="1668"/>
          <a:ext cx="3554158" cy="7296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Open </a:t>
          </a:r>
        </a:p>
      </dsp:txBody>
      <dsp:txXfrm>
        <a:off x="3194870" y="37286"/>
        <a:ext cx="3482922" cy="658404"/>
      </dsp:txXfrm>
    </dsp:sp>
    <dsp:sp modelId="{3DE06E5C-3B05-41D3-8F05-58BDA1678909}">
      <dsp:nvSpPr>
        <dsp:cNvPr id="0" name=""/>
        <dsp:cNvSpPr/>
      </dsp:nvSpPr>
      <dsp:spPr>
        <a:xfrm>
          <a:off x="3159252" y="767791"/>
          <a:ext cx="3554158" cy="7296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WEP</a:t>
          </a:r>
        </a:p>
      </dsp:txBody>
      <dsp:txXfrm>
        <a:off x="3194870" y="803409"/>
        <a:ext cx="3482922" cy="658404"/>
      </dsp:txXfrm>
    </dsp:sp>
    <dsp:sp modelId="{BE7AE209-6D7E-4362-BAA6-E957771BA6B3}">
      <dsp:nvSpPr>
        <dsp:cNvPr id="0" name=""/>
        <dsp:cNvSpPr/>
      </dsp:nvSpPr>
      <dsp:spPr>
        <a:xfrm>
          <a:off x="3159252" y="1533914"/>
          <a:ext cx="3554158" cy="7296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WPA</a:t>
          </a:r>
        </a:p>
      </dsp:txBody>
      <dsp:txXfrm>
        <a:off x="3194870" y="1569532"/>
        <a:ext cx="3482922" cy="658404"/>
      </dsp:txXfrm>
    </dsp:sp>
    <dsp:sp modelId="{088F8AD1-B677-46C2-885C-2AFBBF098E63}">
      <dsp:nvSpPr>
        <dsp:cNvPr id="0" name=""/>
        <dsp:cNvSpPr/>
      </dsp:nvSpPr>
      <dsp:spPr>
        <a:xfrm>
          <a:off x="3159252" y="2300037"/>
          <a:ext cx="3554158" cy="7296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WPA2</a:t>
          </a:r>
        </a:p>
      </dsp:txBody>
      <dsp:txXfrm>
        <a:off x="3194870" y="2335655"/>
        <a:ext cx="3482922" cy="658404"/>
      </dsp:txXfrm>
    </dsp:sp>
    <dsp:sp modelId="{3B9BFE15-5C74-4084-BEE0-7135893D9176}">
      <dsp:nvSpPr>
        <dsp:cNvPr id="0" name=""/>
        <dsp:cNvSpPr/>
      </dsp:nvSpPr>
      <dsp:spPr>
        <a:xfrm>
          <a:off x="3159252" y="3066160"/>
          <a:ext cx="3554158" cy="72964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WPA3</a:t>
          </a:r>
        </a:p>
      </dsp:txBody>
      <dsp:txXfrm>
        <a:off x="3194870" y="3101778"/>
        <a:ext cx="3482922" cy="65840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85DF72-0E5C-482C-9CD6-5A90878854E5}">
      <dsp:nvSpPr>
        <dsp:cNvPr id="0" name=""/>
        <dsp:cNvSpPr/>
      </dsp:nvSpPr>
      <dsp:spPr>
        <a:xfrm>
          <a:off x="339344" y="859867"/>
          <a:ext cx="1056181" cy="1056181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4BB0D2-A578-45E1-83C4-4734A0B3A4F8}">
      <dsp:nvSpPr>
        <dsp:cNvPr id="0" name=""/>
        <dsp:cNvSpPr/>
      </dsp:nvSpPr>
      <dsp:spPr>
        <a:xfrm>
          <a:off x="564432" y="1084955"/>
          <a:ext cx="606005" cy="60600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D14AA7-5762-4021-A8CF-8F7B94FF6AB1}">
      <dsp:nvSpPr>
        <dsp:cNvPr id="0" name=""/>
        <dsp:cNvSpPr/>
      </dsp:nvSpPr>
      <dsp:spPr>
        <a:xfrm>
          <a:off x="1712" y="2245023"/>
          <a:ext cx="1731445" cy="69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Change default Password</a:t>
          </a:r>
        </a:p>
      </dsp:txBody>
      <dsp:txXfrm>
        <a:off x="1712" y="2245023"/>
        <a:ext cx="1731445" cy="692578"/>
      </dsp:txXfrm>
    </dsp:sp>
    <dsp:sp modelId="{36909B89-0CAD-471F-965D-960CF60834E2}">
      <dsp:nvSpPr>
        <dsp:cNvPr id="0" name=""/>
        <dsp:cNvSpPr/>
      </dsp:nvSpPr>
      <dsp:spPr>
        <a:xfrm>
          <a:off x="2373792" y="859867"/>
          <a:ext cx="1056181" cy="1056181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ADBB6F-AEBA-4F9D-93F5-86E4B98213FE}">
      <dsp:nvSpPr>
        <dsp:cNvPr id="0" name=""/>
        <dsp:cNvSpPr/>
      </dsp:nvSpPr>
      <dsp:spPr>
        <a:xfrm>
          <a:off x="2598880" y="1084955"/>
          <a:ext cx="606005" cy="60600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3E0096-3808-4A0D-AE08-DA95C692245B}">
      <dsp:nvSpPr>
        <dsp:cNvPr id="0" name=""/>
        <dsp:cNvSpPr/>
      </dsp:nvSpPr>
      <dsp:spPr>
        <a:xfrm>
          <a:off x="2036160" y="2245023"/>
          <a:ext cx="1731445" cy="69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Change Router Password</a:t>
          </a:r>
        </a:p>
      </dsp:txBody>
      <dsp:txXfrm>
        <a:off x="2036160" y="2245023"/>
        <a:ext cx="1731445" cy="692578"/>
      </dsp:txXfrm>
    </dsp:sp>
    <dsp:sp modelId="{FE10FB0C-10C3-496C-A04D-1C5A754D0DF0}">
      <dsp:nvSpPr>
        <dsp:cNvPr id="0" name=""/>
        <dsp:cNvSpPr/>
      </dsp:nvSpPr>
      <dsp:spPr>
        <a:xfrm>
          <a:off x="4408240" y="859867"/>
          <a:ext cx="1056181" cy="1056181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908918-1743-42E6-9BB2-1E9646C42AAE}">
      <dsp:nvSpPr>
        <dsp:cNvPr id="0" name=""/>
        <dsp:cNvSpPr/>
      </dsp:nvSpPr>
      <dsp:spPr>
        <a:xfrm>
          <a:off x="4633328" y="1084955"/>
          <a:ext cx="606005" cy="60600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B43887-8299-47C5-A7C5-886EA2D1CA57}">
      <dsp:nvSpPr>
        <dsp:cNvPr id="0" name=""/>
        <dsp:cNvSpPr/>
      </dsp:nvSpPr>
      <dsp:spPr>
        <a:xfrm>
          <a:off x="4070608" y="2245023"/>
          <a:ext cx="1731445" cy="69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Change SSID</a:t>
          </a:r>
        </a:p>
      </dsp:txBody>
      <dsp:txXfrm>
        <a:off x="4070608" y="2245023"/>
        <a:ext cx="1731445" cy="692578"/>
      </dsp:txXfrm>
    </dsp:sp>
    <dsp:sp modelId="{FBEF00C8-95D2-4732-9D72-75EBB0241A51}">
      <dsp:nvSpPr>
        <dsp:cNvPr id="0" name=""/>
        <dsp:cNvSpPr/>
      </dsp:nvSpPr>
      <dsp:spPr>
        <a:xfrm>
          <a:off x="6442688" y="859867"/>
          <a:ext cx="1056181" cy="1056181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E72E95-4060-40F0-B29D-806336779600}">
      <dsp:nvSpPr>
        <dsp:cNvPr id="0" name=""/>
        <dsp:cNvSpPr/>
      </dsp:nvSpPr>
      <dsp:spPr>
        <a:xfrm>
          <a:off x="6667776" y="1084955"/>
          <a:ext cx="606005" cy="60600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52AAF1-8106-4B56-9C08-28EBEF05514E}">
      <dsp:nvSpPr>
        <dsp:cNvPr id="0" name=""/>
        <dsp:cNvSpPr/>
      </dsp:nvSpPr>
      <dsp:spPr>
        <a:xfrm>
          <a:off x="6105057" y="2245023"/>
          <a:ext cx="1731445" cy="69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Update Firmware </a:t>
          </a:r>
        </a:p>
      </dsp:txBody>
      <dsp:txXfrm>
        <a:off x="6105057" y="2245023"/>
        <a:ext cx="1731445" cy="692578"/>
      </dsp:txXfrm>
    </dsp:sp>
    <dsp:sp modelId="{B27F42EC-59F2-4442-BD57-A643179CD826}">
      <dsp:nvSpPr>
        <dsp:cNvPr id="0" name=""/>
        <dsp:cNvSpPr/>
      </dsp:nvSpPr>
      <dsp:spPr>
        <a:xfrm>
          <a:off x="8477137" y="859867"/>
          <a:ext cx="1056181" cy="1056181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4E6A16-A58B-4F51-8B40-327E6682EA75}">
      <dsp:nvSpPr>
        <dsp:cNvPr id="0" name=""/>
        <dsp:cNvSpPr/>
      </dsp:nvSpPr>
      <dsp:spPr>
        <a:xfrm>
          <a:off x="8702225" y="1084955"/>
          <a:ext cx="606005" cy="60600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1CEF57-A9FD-4E10-89F0-C1E94040CC1A}">
      <dsp:nvSpPr>
        <dsp:cNvPr id="0" name=""/>
        <dsp:cNvSpPr/>
      </dsp:nvSpPr>
      <dsp:spPr>
        <a:xfrm>
          <a:off x="8139505" y="2245023"/>
          <a:ext cx="1731445" cy="69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MAC filtering?</a:t>
          </a:r>
        </a:p>
      </dsp:txBody>
      <dsp:txXfrm>
        <a:off x="8139505" y="2245023"/>
        <a:ext cx="1731445" cy="6925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F9699B1-E4A0-4067-92A8-9E71A925B482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198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47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5631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198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591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819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91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560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472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866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374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EF9699B1-E4A0-4067-92A8-9E71A925B482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640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CE82C-BD33-E236-A89C-353C50ECAB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8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D6A4F0-EA2D-376B-20E7-F65A3F067D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CompTIA Tech+</a:t>
            </a:r>
          </a:p>
          <a:p>
            <a:r>
              <a:rPr lang="en-US" dirty="0"/>
              <a:t>Implementing Networks</a:t>
            </a:r>
          </a:p>
        </p:txBody>
      </p:sp>
    </p:spTree>
    <p:extLst>
      <p:ext uri="{BB962C8B-B14F-4D97-AF65-F5344CB8AC3E}">
        <p14:creationId xmlns:p14="http://schemas.microsoft.com/office/powerpoint/2010/main" val="409288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68A5362-EC3B-4BE3-804B-E6B289AF8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1D37744E-F5F6-4ED5-9F5F-21183A8FE7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DD9D7C55-D0C1-4B48-ADC5-A9E322B196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0BCB6D3E-2815-49BC-A13F-4EFD17509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2100" cy="6377939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039" name="Rectangle 1038">
            <a:extLst>
              <a:ext uri="{FF2B5EF4-FFF2-40B4-BE49-F238E27FC236}">
                <a16:creationId xmlns:a16="http://schemas.microsoft.com/office/drawing/2014/main" id="{C77A9593-26A9-4234-8351-9339ABF91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2944" y="246887"/>
            <a:ext cx="4397755" cy="6377939"/>
          </a:xfrm>
          <a:prstGeom prst="rect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041" name="Straight Connector 1040">
            <a:extLst>
              <a:ext uri="{FF2B5EF4-FFF2-40B4-BE49-F238E27FC236}">
                <a16:creationId xmlns:a16="http://schemas.microsoft.com/office/drawing/2014/main" id="{6E1AD3BD-190E-448E-9100-7E7AAB9BB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370284" y="4405863"/>
            <a:ext cx="2763075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7723AC0F-348F-4B67-BAC9-F3049BD209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00" y="246888"/>
            <a:ext cx="11724640" cy="6377939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7DF2AA-3E44-CC26-77AB-ABBE9ED4B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5138" y="857675"/>
            <a:ext cx="3113366" cy="362284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4600" b="1" cap="all">
                <a:solidFill>
                  <a:srgbClr val="FFFFFF"/>
                </a:solidFill>
              </a:rPr>
              <a:t>Fiber Optic Internet Service</a:t>
            </a:r>
          </a:p>
        </p:txBody>
      </p:sp>
      <p:pic>
        <p:nvPicPr>
          <p:cNvPr id="1026" name="Picture 2" descr="Introduction to Fiber Optics">
            <a:extLst>
              <a:ext uri="{FF2B5EF4-FFF2-40B4-BE49-F238E27FC236}">
                <a16:creationId xmlns:a16="http://schemas.microsoft.com/office/drawing/2014/main" id="{C6FE766F-0992-50A7-5D6C-202F6C851AD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2064" y="1727691"/>
            <a:ext cx="6045576" cy="3400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6642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4C450-EC29-2A4C-04E5-3C82A4CE3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Fiber Optic Internet Service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C2D9F1E2-6FEE-F259-5E94-C30DB3BBE64D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143000" y="2057399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E63167-3A15-084C-5526-6294DAE9C0F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Advantage</a:t>
            </a:r>
          </a:p>
          <a:p>
            <a:pPr lvl="1"/>
            <a:r>
              <a:rPr lang="en-US" dirty="0"/>
              <a:t>Speed</a:t>
            </a:r>
          </a:p>
          <a:p>
            <a:pPr lvl="1"/>
            <a:r>
              <a:rPr lang="en-US" dirty="0"/>
              <a:t>Bandwidth</a:t>
            </a:r>
          </a:p>
          <a:p>
            <a:pPr lvl="1"/>
            <a:r>
              <a:rPr lang="en-US" dirty="0"/>
              <a:t>Low Latency</a:t>
            </a:r>
          </a:p>
          <a:p>
            <a:pPr lvl="1"/>
            <a:r>
              <a:rPr lang="en-US" dirty="0"/>
              <a:t>Future-Proofing</a:t>
            </a:r>
          </a:p>
          <a:p>
            <a:r>
              <a:rPr lang="en-US" dirty="0"/>
              <a:t>Disadvantage</a:t>
            </a:r>
          </a:p>
          <a:p>
            <a:pPr lvl="1"/>
            <a:r>
              <a:rPr lang="en-US" dirty="0"/>
              <a:t>Availability</a:t>
            </a:r>
          </a:p>
          <a:p>
            <a:pPr lvl="1"/>
            <a:r>
              <a:rPr lang="en-US" dirty="0"/>
              <a:t>Cost</a:t>
            </a:r>
          </a:p>
          <a:p>
            <a:pPr lvl="1"/>
            <a:r>
              <a:rPr lang="en-US" dirty="0" err="1"/>
              <a:t>Installaton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569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368A5362-EC3B-4BE3-804B-E6B289AF8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1D37744E-F5F6-4ED5-9F5F-21183A8FE7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059" name="Straight Connector 2058">
            <a:extLst>
              <a:ext uri="{FF2B5EF4-FFF2-40B4-BE49-F238E27FC236}">
                <a16:creationId xmlns:a16="http://schemas.microsoft.com/office/drawing/2014/main" id="{DD9D7C55-D0C1-4B48-ADC5-A9E322B196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F843697F-C030-482D-BB1C-DB61ABBFC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B5316F66-3DCC-4344-9396-C5CAFC354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3840" y="256540"/>
            <a:ext cx="11704320" cy="63652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065" name="Straight Connector 2064">
            <a:extLst>
              <a:ext uri="{FF2B5EF4-FFF2-40B4-BE49-F238E27FC236}">
                <a16:creationId xmlns:a16="http://schemas.microsoft.com/office/drawing/2014/main" id="{A08CA396-1800-42B7-87F6-FCB40A1B7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545896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5F5AE4-15A0-DB94-A1E9-FEF215FE9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980" y="4206240"/>
            <a:ext cx="9966960" cy="1325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6100" b="1" cap="all"/>
              <a:t>Cable Internet Service</a:t>
            </a:r>
          </a:p>
        </p:txBody>
      </p:sp>
      <p:pic>
        <p:nvPicPr>
          <p:cNvPr id="2050" name="Picture 2" descr="What is Modem? - GeeksforGeeks">
            <a:extLst>
              <a:ext uri="{FF2B5EF4-FFF2-40B4-BE49-F238E27FC236}">
                <a16:creationId xmlns:a16="http://schemas.microsoft.com/office/drawing/2014/main" id="{7CABF4D0-F5C9-38EA-C188-046228A2D353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71555" y="741172"/>
            <a:ext cx="10248889" cy="3279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7511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D876D-C0B5-63C4-DE76-B02539A12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Cable Internet Service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3528F997-D0C6-C6DE-3B16-EE8B12862D6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343584989"/>
              </p:ext>
            </p:extLst>
          </p:nvPr>
        </p:nvGraphicFramePr>
        <p:xfrm>
          <a:off x="1143000" y="2057399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10F0A7-9EC9-AF0D-E1EA-23F5F4626C0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Advantage</a:t>
            </a:r>
          </a:p>
          <a:p>
            <a:pPr lvl="1"/>
            <a:r>
              <a:rPr lang="en-US" dirty="0"/>
              <a:t>Widely Available</a:t>
            </a:r>
          </a:p>
          <a:p>
            <a:pPr lvl="1"/>
            <a:r>
              <a:rPr lang="en-US" dirty="0"/>
              <a:t>Good Download Speeds</a:t>
            </a:r>
          </a:p>
          <a:p>
            <a:pPr lvl="1"/>
            <a:r>
              <a:rPr lang="en-US" dirty="0"/>
              <a:t>Simple Setup</a:t>
            </a:r>
          </a:p>
          <a:p>
            <a:r>
              <a:rPr lang="en-US" dirty="0"/>
              <a:t>Disadvantage</a:t>
            </a:r>
          </a:p>
          <a:p>
            <a:pPr lvl="1"/>
            <a:r>
              <a:rPr lang="en-US" dirty="0"/>
              <a:t>Shared bandwidth</a:t>
            </a:r>
          </a:p>
          <a:p>
            <a:pPr lvl="1"/>
            <a:r>
              <a:rPr lang="en-US" dirty="0"/>
              <a:t>Asymmetrical Speeds</a:t>
            </a:r>
          </a:p>
          <a:p>
            <a:pPr lvl="1"/>
            <a:r>
              <a:rPr lang="en-US" dirty="0"/>
              <a:t>Local Outages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796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0" name="Rectangle 3109">
            <a:extLst>
              <a:ext uri="{FF2B5EF4-FFF2-40B4-BE49-F238E27FC236}">
                <a16:creationId xmlns:a16="http://schemas.microsoft.com/office/drawing/2014/main" id="{368A5362-EC3B-4BE3-804B-E6B289AF8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11" name="Rectangle 3110">
            <a:extLst>
              <a:ext uri="{FF2B5EF4-FFF2-40B4-BE49-F238E27FC236}">
                <a16:creationId xmlns:a16="http://schemas.microsoft.com/office/drawing/2014/main" id="{1D37744E-F5F6-4ED5-9F5F-21183A8FE7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3112" name="Straight Connector 3111">
            <a:extLst>
              <a:ext uri="{FF2B5EF4-FFF2-40B4-BE49-F238E27FC236}">
                <a16:creationId xmlns:a16="http://schemas.microsoft.com/office/drawing/2014/main" id="{DD9D7C55-D0C1-4B48-ADC5-A9E322B196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3" name="Rectangle 3112">
            <a:extLst>
              <a:ext uri="{FF2B5EF4-FFF2-40B4-BE49-F238E27FC236}">
                <a16:creationId xmlns:a16="http://schemas.microsoft.com/office/drawing/2014/main" id="{AF76D8A0-F840-44FD-94A8-A20CBDF8D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2100" cy="6377939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3114" name="Rectangle 3113">
            <a:extLst>
              <a:ext uri="{FF2B5EF4-FFF2-40B4-BE49-F238E27FC236}">
                <a16:creationId xmlns:a16="http://schemas.microsoft.com/office/drawing/2014/main" id="{CC844B5A-A65D-41B5-8242-5470C11DC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9378" y="246887"/>
            <a:ext cx="5861321" cy="6377939"/>
          </a:xfrm>
          <a:prstGeom prst="rect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3115" name="Straight Connector 3114">
            <a:extLst>
              <a:ext uri="{FF2B5EF4-FFF2-40B4-BE49-F238E27FC236}">
                <a16:creationId xmlns:a16="http://schemas.microsoft.com/office/drawing/2014/main" id="{76795CB0-CC14-43E3-9440-AD43DE65E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36924" y="4220801"/>
            <a:ext cx="4215939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6" name="Rectangle 3115">
            <a:extLst>
              <a:ext uri="{FF2B5EF4-FFF2-40B4-BE49-F238E27FC236}">
                <a16:creationId xmlns:a16="http://schemas.microsoft.com/office/drawing/2014/main" id="{14AE8570-D9D3-44BE-A679-3A4B0F1C27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00" y="246888"/>
            <a:ext cx="11724640" cy="6377939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708409-4D02-5A1E-BDCF-9547EF0D6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6924" y="857675"/>
            <a:ext cx="4566230" cy="343778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7200" b="1" cap="all">
                <a:solidFill>
                  <a:srgbClr val="FFFFFF"/>
                </a:solidFill>
              </a:rPr>
              <a:t>DSL Internet Service</a:t>
            </a:r>
          </a:p>
        </p:txBody>
      </p:sp>
      <p:pic>
        <p:nvPicPr>
          <p:cNvPr id="3078" name="Picture 6" descr="What is DSL - howtonetwork.com">
            <a:extLst>
              <a:ext uri="{FF2B5EF4-FFF2-40B4-BE49-F238E27FC236}">
                <a16:creationId xmlns:a16="http://schemas.microsoft.com/office/drawing/2014/main" id="{FFCF4321-ECFF-62B6-0189-98978A122B8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2064" y="1280448"/>
            <a:ext cx="4593715" cy="4295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697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E489F61-EFDE-BAB7-EC99-D21A9E6DE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DSL Internet Service</a:t>
            </a:r>
          </a:p>
        </p:txBody>
      </p:sp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id="{53DCA77C-B9B6-69ED-F3E1-F6DE39CF5778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143000" y="2057399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B99419-A003-531D-8B76-8EC3A2BAF93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Advantages</a:t>
            </a:r>
          </a:p>
          <a:p>
            <a:pPr lvl="1"/>
            <a:r>
              <a:rPr lang="en-US" dirty="0"/>
              <a:t>Wide Availability</a:t>
            </a:r>
          </a:p>
          <a:p>
            <a:pPr lvl="1"/>
            <a:r>
              <a:rPr lang="en-US" dirty="0"/>
              <a:t>Dedicated Connection</a:t>
            </a:r>
          </a:p>
          <a:p>
            <a:pPr lvl="1"/>
            <a:r>
              <a:rPr lang="en-US" dirty="0"/>
              <a:t>Cost-Effective</a:t>
            </a:r>
          </a:p>
          <a:p>
            <a:r>
              <a:rPr lang="en-US" dirty="0"/>
              <a:t>Disadvantage</a:t>
            </a:r>
          </a:p>
          <a:p>
            <a:pPr lvl="1"/>
            <a:r>
              <a:rPr lang="en-US" dirty="0"/>
              <a:t>Distance Sensitivity</a:t>
            </a:r>
          </a:p>
          <a:p>
            <a:pPr lvl="1"/>
            <a:r>
              <a:rPr lang="en-US" dirty="0"/>
              <a:t>Lower Speeds</a:t>
            </a:r>
          </a:p>
          <a:p>
            <a:pPr lvl="1"/>
            <a:r>
              <a:rPr lang="en-US" dirty="0"/>
              <a:t>Asymmetrical Speeds</a:t>
            </a:r>
          </a:p>
          <a:p>
            <a:pPr lvl="1"/>
            <a:r>
              <a:rPr lang="en-US" dirty="0"/>
              <a:t>Requires a Phone Line</a:t>
            </a:r>
          </a:p>
        </p:txBody>
      </p:sp>
    </p:spTree>
    <p:extLst>
      <p:ext uri="{BB962C8B-B14F-4D97-AF65-F5344CB8AC3E}">
        <p14:creationId xmlns:p14="http://schemas.microsoft.com/office/powerpoint/2010/main" val="3370300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4102">
            <a:extLst>
              <a:ext uri="{FF2B5EF4-FFF2-40B4-BE49-F238E27FC236}">
                <a16:creationId xmlns:a16="http://schemas.microsoft.com/office/drawing/2014/main" id="{368A5362-EC3B-4BE3-804B-E6B289AF8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105" name="Rectangle 4104">
            <a:extLst>
              <a:ext uri="{FF2B5EF4-FFF2-40B4-BE49-F238E27FC236}">
                <a16:creationId xmlns:a16="http://schemas.microsoft.com/office/drawing/2014/main" id="{1D37744E-F5F6-4ED5-9F5F-21183A8FE7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4107" name="Straight Connector 4106">
            <a:extLst>
              <a:ext uri="{FF2B5EF4-FFF2-40B4-BE49-F238E27FC236}">
                <a16:creationId xmlns:a16="http://schemas.microsoft.com/office/drawing/2014/main" id="{DD9D7C55-D0C1-4B48-ADC5-A9E322B196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09" name="Rectangle 4108">
            <a:extLst>
              <a:ext uri="{FF2B5EF4-FFF2-40B4-BE49-F238E27FC236}">
                <a16:creationId xmlns:a16="http://schemas.microsoft.com/office/drawing/2014/main" id="{0BCB6D3E-2815-49BC-A13F-4EFD17509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2100" cy="6377939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4111" name="Rectangle 4110">
            <a:extLst>
              <a:ext uri="{FF2B5EF4-FFF2-40B4-BE49-F238E27FC236}">
                <a16:creationId xmlns:a16="http://schemas.microsoft.com/office/drawing/2014/main" id="{C77A9593-26A9-4234-8351-9339ABF91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2944" y="246887"/>
            <a:ext cx="4397755" cy="6377939"/>
          </a:xfrm>
          <a:prstGeom prst="rect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4113" name="Straight Connector 4112">
            <a:extLst>
              <a:ext uri="{FF2B5EF4-FFF2-40B4-BE49-F238E27FC236}">
                <a16:creationId xmlns:a16="http://schemas.microsoft.com/office/drawing/2014/main" id="{6E1AD3BD-190E-448E-9100-7E7AAB9BB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370284" y="4405863"/>
            <a:ext cx="2763075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15" name="Rectangle 4114">
            <a:extLst>
              <a:ext uri="{FF2B5EF4-FFF2-40B4-BE49-F238E27FC236}">
                <a16:creationId xmlns:a16="http://schemas.microsoft.com/office/drawing/2014/main" id="{7723AC0F-348F-4B67-BAC9-F3049BD209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00" y="246888"/>
            <a:ext cx="11724640" cy="6377939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ED790F-426A-BFD3-068D-64848B337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5138" y="857675"/>
            <a:ext cx="3113366" cy="362284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4600" b="1" cap="all">
                <a:solidFill>
                  <a:srgbClr val="FFFFFF"/>
                </a:solidFill>
              </a:rPr>
              <a:t>Wireless Internet Service</a:t>
            </a:r>
          </a:p>
        </p:txBody>
      </p:sp>
      <p:pic>
        <p:nvPicPr>
          <p:cNvPr id="4098" name="Picture 2" descr="Fixed Wireless Internet - What it is and how it works. | Upward Broadband">
            <a:extLst>
              <a:ext uri="{FF2B5EF4-FFF2-40B4-BE49-F238E27FC236}">
                <a16:creationId xmlns:a16="http://schemas.microsoft.com/office/drawing/2014/main" id="{5B83D329-CAA1-B225-D216-F5B481C7E34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2064" y="1457384"/>
            <a:ext cx="6045576" cy="394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8184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B4D00-F1F6-B9BE-3134-A948FDCD2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Wireless Internet Service 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4AFF3051-36DA-2330-C2EC-4818442947F9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143000" y="2057399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F0CA0F-3935-EDF5-3940-10B59285CA0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Advantages:</a:t>
            </a:r>
          </a:p>
          <a:p>
            <a:pPr lvl="1"/>
            <a:r>
              <a:rPr lang="en-US" dirty="0"/>
              <a:t>Reach underserved areas</a:t>
            </a:r>
          </a:p>
          <a:p>
            <a:pPr lvl="1"/>
            <a:r>
              <a:rPr lang="en-US" dirty="0"/>
              <a:t>Installation is quick</a:t>
            </a:r>
          </a:p>
          <a:p>
            <a:r>
              <a:rPr lang="en-US" dirty="0"/>
              <a:t>Disadvantage</a:t>
            </a:r>
          </a:p>
          <a:p>
            <a:pPr lvl="1"/>
            <a:r>
              <a:rPr lang="en-US" dirty="0"/>
              <a:t>Requires line of sight to tower</a:t>
            </a:r>
          </a:p>
          <a:p>
            <a:pPr lvl="1"/>
            <a:r>
              <a:rPr lang="en-US" dirty="0"/>
              <a:t>Can be affected by weather</a:t>
            </a:r>
          </a:p>
          <a:p>
            <a:pPr lvl="1"/>
            <a:r>
              <a:rPr lang="en-US" dirty="0"/>
              <a:t>Speeds can differ</a:t>
            </a:r>
          </a:p>
        </p:txBody>
      </p:sp>
    </p:spTree>
    <p:extLst>
      <p:ext uri="{BB962C8B-B14F-4D97-AF65-F5344CB8AC3E}">
        <p14:creationId xmlns:p14="http://schemas.microsoft.com/office/powerpoint/2010/main" val="64313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79DC9-3DA2-86F4-FE48-B2B038871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r>
              <a:rPr lang="en-US" dirty="0"/>
              <a:t>WIFI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4D6C1DA-4585-63DB-4EBF-0699DA06B0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8674356"/>
              </p:ext>
            </p:extLst>
          </p:nvPr>
        </p:nvGraphicFramePr>
        <p:xfrm>
          <a:off x="1143000" y="2298530"/>
          <a:ext cx="9872663" cy="37974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38984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2115A-6884-FDD5-7F5C-88E23A7F8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r>
              <a:rPr lang="en-US" dirty="0"/>
              <a:t>Standardization 802.11x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BC55C2D-B171-E7CB-2814-119A2D1169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3222924"/>
              </p:ext>
            </p:extLst>
          </p:nvPr>
        </p:nvGraphicFramePr>
        <p:xfrm>
          <a:off x="1143000" y="2298530"/>
          <a:ext cx="9872663" cy="37974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99635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4C44F-78A2-6D9C-DDF6-79C5585EA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frequency goes farther?</a:t>
            </a:r>
          </a:p>
        </p:txBody>
      </p:sp>
      <p:pic>
        <p:nvPicPr>
          <p:cNvPr id="5122" name="Picture 2" descr="WLAN Frequency Bands ⋆ | WiFi Frequency Bands | 2 GHz vs 5 GHz">
            <a:extLst>
              <a:ext uri="{FF2B5EF4-FFF2-40B4-BE49-F238E27FC236}">
                <a16:creationId xmlns:a16="http://schemas.microsoft.com/office/drawing/2014/main" id="{6C45E3CD-A34C-A77C-9E1D-DBB33C2068B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652" y="2057400"/>
            <a:ext cx="7395358" cy="403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3869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A9B5C-4271-3092-80EB-60EC48775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r>
              <a:rPr lang="en-US" dirty="0"/>
              <a:t>What to worry about?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DF4E3E3-8E75-20E7-7C86-FC4711FF53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9814900"/>
              </p:ext>
            </p:extLst>
          </p:nvPr>
        </p:nvGraphicFramePr>
        <p:xfrm>
          <a:off x="1143000" y="2298530"/>
          <a:ext cx="9872663" cy="37974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554927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37C80-43A8-BE52-CE83-F8E6E7F50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r>
              <a:rPr lang="en-US" dirty="0"/>
              <a:t>Wi-Fi Security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1041443-132B-EA1C-E2E1-3E8589FE48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6505341"/>
              </p:ext>
            </p:extLst>
          </p:nvPr>
        </p:nvGraphicFramePr>
        <p:xfrm>
          <a:off x="1143000" y="2298530"/>
          <a:ext cx="9872663" cy="37974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16818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1F463-6057-93D0-4694-9C2A266C2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r>
              <a:rPr lang="en-US" dirty="0"/>
              <a:t>Other things to DO!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9792E7D-745A-9CB6-EAB0-0B2F0BD706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2291891"/>
              </p:ext>
            </p:extLst>
          </p:nvPr>
        </p:nvGraphicFramePr>
        <p:xfrm>
          <a:off x="1143000" y="2298530"/>
          <a:ext cx="9872663" cy="37974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224617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F571B-FEF0-2773-10E0-49EF98FF6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900" y="637563"/>
            <a:ext cx="8640201" cy="30703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4000" b="1" cap="all">
                <a:solidFill>
                  <a:schemeClr val="tx1"/>
                </a:solidFill>
              </a:rPr>
              <a:t>KAHOOT!</a:t>
            </a:r>
          </a:p>
        </p:txBody>
      </p:sp>
    </p:spTree>
    <p:extLst>
      <p:ext uri="{BB962C8B-B14F-4D97-AF65-F5344CB8AC3E}">
        <p14:creationId xmlns:p14="http://schemas.microsoft.com/office/powerpoint/2010/main" val="1665520183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D9D01AC2-EE7D-4E49-99EE-8E62E4E7E8A7}"/>
    </a:ext>
  </a:extLst>
</a:theme>
</file>

<file path=docMetadata/LabelInfo.xml><?xml version="1.0" encoding="utf-8"?>
<clbl:labelList xmlns:clbl="http://schemas.microsoft.com/office/2020/mipLabelMetadata">
  <clbl:label id="{979a234f-6676-4346-ab46-4d9633c4cad1}" enabled="0" method="" siteId="{979a234f-6676-4346-ab46-4d9633c4cad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25</TotalTime>
  <Words>227</Words>
  <Application>Microsoft Office PowerPoint</Application>
  <PresentationFormat>Widescreen</PresentationFormat>
  <Paragraphs>86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Corbel</vt:lpstr>
      <vt:lpstr>Basis</vt:lpstr>
      <vt:lpstr>Chapter 8</vt:lpstr>
      <vt:lpstr>Fiber Optic Internet Service</vt:lpstr>
      <vt:lpstr>Fiber Optic Internet Service</vt:lpstr>
      <vt:lpstr>Cable Internet Service</vt:lpstr>
      <vt:lpstr>Cable Internet Service</vt:lpstr>
      <vt:lpstr>DSL Internet Service</vt:lpstr>
      <vt:lpstr>DSL Internet Service</vt:lpstr>
      <vt:lpstr>Wireless Internet Service</vt:lpstr>
      <vt:lpstr>Wireless Internet Service </vt:lpstr>
      <vt:lpstr>WIFI </vt:lpstr>
      <vt:lpstr>Standardization 802.11x</vt:lpstr>
      <vt:lpstr>What frequency goes farther?</vt:lpstr>
      <vt:lpstr>What to worry about?</vt:lpstr>
      <vt:lpstr>Wi-Fi Security</vt:lpstr>
      <vt:lpstr>Other things to DO!</vt:lpstr>
      <vt:lpstr>KAHOOT!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Haskell, JT</dc:creator>
  <cp:lastModifiedBy>Haskell, JT</cp:lastModifiedBy>
  <cp:revision>2</cp:revision>
  <dcterms:created xsi:type="dcterms:W3CDTF">2025-05-27T16:37:30Z</dcterms:created>
  <dcterms:modified xsi:type="dcterms:W3CDTF">2025-06-10T04:30:42Z</dcterms:modified>
</cp:coreProperties>
</file>