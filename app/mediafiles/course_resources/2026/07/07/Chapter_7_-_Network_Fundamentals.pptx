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78" r:id="rId7"/>
    <p:sldId id="269" r:id="rId8"/>
    <p:sldId id="279" r:id="rId9"/>
    <p:sldId id="270" r:id="rId10"/>
    <p:sldId id="271" r:id="rId11"/>
    <p:sldId id="280" r:id="rId12"/>
    <p:sldId id="272" r:id="rId13"/>
    <p:sldId id="273" r:id="rId14"/>
    <p:sldId id="274" r:id="rId15"/>
    <p:sldId id="275" r:id="rId16"/>
    <p:sldId id="276" r:id="rId17"/>
    <p:sldId id="277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8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</pc:sldChg>
    </pc:docChg>
  </pc:docChgLst>
  <pc:docChgLst>
    <pc:chgData name="Haskell, JT" userId="43ae342c-01b7-44d1-9e4c-5ccd6bbabb0e" providerId="ADAL" clId="{E0A62BF7-CBDD-4C2A-A7B2-C00CBD864A17}"/>
    <pc:docChg chg="custSel addSld modSld">
      <pc:chgData name="Haskell, JT" userId="43ae342c-01b7-44d1-9e4c-5ccd6bbabb0e" providerId="ADAL" clId="{E0A62BF7-CBDD-4C2A-A7B2-C00CBD864A17}" dt="2025-05-30T03:09:37.710" v="612" actId="20577"/>
      <pc:docMkLst>
        <pc:docMk/>
      </pc:docMkLst>
      <pc:sldChg chg="modSp mod">
        <pc:chgData name="Haskell, JT" userId="43ae342c-01b7-44d1-9e4c-5ccd6bbabb0e" providerId="ADAL" clId="{E0A62BF7-CBDD-4C2A-A7B2-C00CBD864A17}" dt="2025-05-30T03:09:37.710" v="612" actId="20577"/>
        <pc:sldMkLst>
          <pc:docMk/>
          <pc:sldMk cId="409288186" sldId="257"/>
        </pc:sldMkLst>
        <pc:spChg chg="mod">
          <ac:chgData name="Haskell, JT" userId="43ae342c-01b7-44d1-9e4c-5ccd6bbabb0e" providerId="ADAL" clId="{E0A62BF7-CBDD-4C2A-A7B2-C00CBD864A17}" dt="2025-05-30T03:09:31.682" v="592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E0A62BF7-CBDD-4C2A-A7B2-C00CBD864A17}" dt="2025-05-30T03:09:37.710" v="612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addSp delSp modSp new mod setBg">
        <pc:chgData name="Haskell, JT" userId="43ae342c-01b7-44d1-9e4c-5ccd6bbabb0e" providerId="ADAL" clId="{E0A62BF7-CBDD-4C2A-A7B2-C00CBD864A17}" dt="2025-05-30T03:02:24.222" v="90" actId="26606"/>
        <pc:sldMkLst>
          <pc:docMk/>
          <pc:sldMk cId="589794409" sldId="265"/>
        </pc:sldMkLst>
        <pc:spChg chg="mod">
          <ac:chgData name="Haskell, JT" userId="43ae342c-01b7-44d1-9e4c-5ccd6bbabb0e" providerId="ADAL" clId="{E0A62BF7-CBDD-4C2A-A7B2-C00CBD864A17}" dt="2025-05-30T03:02:24.222" v="90" actId="26606"/>
          <ac:spMkLst>
            <pc:docMk/>
            <pc:sldMk cId="589794409" sldId="265"/>
            <ac:spMk id="2" creationId="{B314AE1C-7A86-49F5-4757-04797DBC54EE}"/>
          </ac:spMkLst>
        </pc:spChg>
        <pc:spChg chg="del mod">
          <ac:chgData name="Haskell, JT" userId="43ae342c-01b7-44d1-9e4c-5ccd6bbabb0e" providerId="ADAL" clId="{E0A62BF7-CBDD-4C2A-A7B2-C00CBD864A17}" dt="2025-05-30T03:02:24.222" v="90" actId="26606"/>
          <ac:spMkLst>
            <pc:docMk/>
            <pc:sldMk cId="589794409" sldId="265"/>
            <ac:spMk id="3" creationId="{97343BB9-7A5E-6CBE-3B1D-3BC20D580920}"/>
          </ac:spMkLst>
        </pc:spChg>
        <pc:spChg chg="add">
          <ac:chgData name="Haskell, JT" userId="43ae342c-01b7-44d1-9e4c-5ccd6bbabb0e" providerId="ADAL" clId="{E0A62BF7-CBDD-4C2A-A7B2-C00CBD864A17}" dt="2025-05-30T03:02:24.222" v="90" actId="26606"/>
          <ac:spMkLst>
            <pc:docMk/>
            <pc:sldMk cId="589794409" sldId="265"/>
            <ac:spMk id="9" creationId="{B83E8C22-504C-4CA6-B605-D045DFB6D21F}"/>
          </ac:spMkLst>
        </pc:spChg>
        <pc:spChg chg="add">
          <ac:chgData name="Haskell, JT" userId="43ae342c-01b7-44d1-9e4c-5ccd6bbabb0e" providerId="ADAL" clId="{E0A62BF7-CBDD-4C2A-A7B2-C00CBD864A17}" dt="2025-05-30T03:02:24.222" v="90" actId="26606"/>
          <ac:spMkLst>
            <pc:docMk/>
            <pc:sldMk cId="589794409" sldId="265"/>
            <ac:spMk id="11" creationId="{AD67450E-55EC-4621-8697-52443DDEAA3A}"/>
          </ac:spMkLst>
        </pc:spChg>
        <pc:graphicFrameChg chg="add">
          <ac:chgData name="Haskell, JT" userId="43ae342c-01b7-44d1-9e4c-5ccd6bbabb0e" providerId="ADAL" clId="{E0A62BF7-CBDD-4C2A-A7B2-C00CBD864A17}" dt="2025-05-30T03:02:24.222" v="90" actId="26606"/>
          <ac:graphicFrameMkLst>
            <pc:docMk/>
            <pc:sldMk cId="589794409" sldId="265"/>
            <ac:graphicFrameMk id="5" creationId="{12916BB8-9EEF-2991-99B0-01A19F94FF9F}"/>
          </ac:graphicFrameMkLst>
        </pc:graphicFrameChg>
      </pc:sldChg>
      <pc:sldChg chg="addSp delSp modSp new mod setBg modClrScheme chgLayout">
        <pc:chgData name="Haskell, JT" userId="43ae342c-01b7-44d1-9e4c-5ccd6bbabb0e" providerId="ADAL" clId="{E0A62BF7-CBDD-4C2A-A7B2-C00CBD864A17}" dt="2025-05-30T03:04:03.407" v="277" actId="26606"/>
        <pc:sldMkLst>
          <pc:docMk/>
          <pc:sldMk cId="2609755654" sldId="266"/>
        </pc:sldMkLst>
        <pc:spChg chg="mod ord">
          <ac:chgData name="Haskell, JT" userId="43ae342c-01b7-44d1-9e4c-5ccd6bbabb0e" providerId="ADAL" clId="{E0A62BF7-CBDD-4C2A-A7B2-C00CBD864A17}" dt="2025-05-30T03:04:03.407" v="277" actId="26606"/>
          <ac:spMkLst>
            <pc:docMk/>
            <pc:sldMk cId="2609755654" sldId="266"/>
            <ac:spMk id="2" creationId="{179566A4-1D55-26C7-B746-748EFC5FFAE6}"/>
          </ac:spMkLst>
        </pc:spChg>
        <pc:spChg chg="mod ord">
          <ac:chgData name="Haskell, JT" userId="43ae342c-01b7-44d1-9e4c-5ccd6bbabb0e" providerId="ADAL" clId="{E0A62BF7-CBDD-4C2A-A7B2-C00CBD864A17}" dt="2025-05-30T03:04:03.407" v="277" actId="26606"/>
          <ac:spMkLst>
            <pc:docMk/>
            <pc:sldMk cId="2609755654" sldId="266"/>
            <ac:spMk id="3" creationId="{9A424897-220E-6BB8-6D69-2E67A5516500}"/>
          </ac:spMkLst>
        </pc:spChg>
        <pc:spChg chg="add del mod ord">
          <ac:chgData name="Haskell, JT" userId="43ae342c-01b7-44d1-9e4c-5ccd6bbabb0e" providerId="ADAL" clId="{E0A62BF7-CBDD-4C2A-A7B2-C00CBD864A17}" dt="2025-05-30T03:04:01.316" v="276" actId="22"/>
          <ac:spMkLst>
            <pc:docMk/>
            <pc:sldMk cId="2609755654" sldId="266"/>
            <ac:spMk id="4" creationId="{2D095541-D007-B90F-552B-E58C43EF7A35}"/>
          </ac:spMkLst>
        </pc:spChg>
        <pc:spChg chg="add">
          <ac:chgData name="Haskell, JT" userId="43ae342c-01b7-44d1-9e4c-5ccd6bbabb0e" providerId="ADAL" clId="{E0A62BF7-CBDD-4C2A-A7B2-C00CBD864A17}" dt="2025-05-30T03:04:03.407" v="277" actId="26606"/>
          <ac:spMkLst>
            <pc:docMk/>
            <pc:sldMk cId="2609755654" sldId="266"/>
            <ac:spMk id="11" creationId="{368A5362-EC3B-4BE3-804B-E6B289AF8A36}"/>
          </ac:spMkLst>
        </pc:spChg>
        <pc:picChg chg="add mod ord">
          <ac:chgData name="Haskell, JT" userId="43ae342c-01b7-44d1-9e4c-5ccd6bbabb0e" providerId="ADAL" clId="{E0A62BF7-CBDD-4C2A-A7B2-C00CBD864A17}" dt="2025-05-30T03:04:03.407" v="277" actId="26606"/>
          <ac:picMkLst>
            <pc:docMk/>
            <pc:sldMk cId="2609755654" sldId="266"/>
            <ac:picMk id="6" creationId="{42BFB122-81E8-AEF3-414B-70E26D79E726}"/>
          </ac:picMkLst>
        </pc:picChg>
      </pc:sldChg>
      <pc:sldChg chg="addSp delSp modSp new mod">
        <pc:chgData name="Haskell, JT" userId="43ae342c-01b7-44d1-9e4c-5ccd6bbabb0e" providerId="ADAL" clId="{E0A62BF7-CBDD-4C2A-A7B2-C00CBD864A17}" dt="2025-05-30T03:06:10.356" v="424" actId="22"/>
        <pc:sldMkLst>
          <pc:docMk/>
          <pc:sldMk cId="167143418" sldId="267"/>
        </pc:sldMkLst>
        <pc:spChg chg="mod">
          <ac:chgData name="Haskell, JT" userId="43ae342c-01b7-44d1-9e4c-5ccd6bbabb0e" providerId="ADAL" clId="{E0A62BF7-CBDD-4C2A-A7B2-C00CBD864A17}" dt="2025-05-30T03:04:17.456" v="296" actId="20577"/>
          <ac:spMkLst>
            <pc:docMk/>
            <pc:sldMk cId="167143418" sldId="267"/>
            <ac:spMk id="2" creationId="{BDE2CE82-0F3D-E3F0-C3FE-E089FFF2784A}"/>
          </ac:spMkLst>
        </pc:spChg>
        <pc:spChg chg="mod">
          <ac:chgData name="Haskell, JT" userId="43ae342c-01b7-44d1-9e4c-5ccd6bbabb0e" providerId="ADAL" clId="{E0A62BF7-CBDD-4C2A-A7B2-C00CBD864A17}" dt="2025-05-30T03:05:38.212" v="423" actId="20577"/>
          <ac:spMkLst>
            <pc:docMk/>
            <pc:sldMk cId="167143418" sldId="267"/>
            <ac:spMk id="3" creationId="{D35BA384-3CA7-3382-E02B-FB6AB65E595B}"/>
          </ac:spMkLst>
        </pc:spChg>
        <pc:spChg chg="del">
          <ac:chgData name="Haskell, JT" userId="43ae342c-01b7-44d1-9e4c-5ccd6bbabb0e" providerId="ADAL" clId="{E0A62BF7-CBDD-4C2A-A7B2-C00CBD864A17}" dt="2025-05-30T03:06:10.356" v="424" actId="22"/>
          <ac:spMkLst>
            <pc:docMk/>
            <pc:sldMk cId="167143418" sldId="267"/>
            <ac:spMk id="4" creationId="{2B9E328D-6B00-D2E1-DF4D-E9D2EE8CF41C}"/>
          </ac:spMkLst>
        </pc:spChg>
        <pc:picChg chg="add mod ord">
          <ac:chgData name="Haskell, JT" userId="43ae342c-01b7-44d1-9e4c-5ccd6bbabb0e" providerId="ADAL" clId="{E0A62BF7-CBDD-4C2A-A7B2-C00CBD864A17}" dt="2025-05-30T03:06:10.356" v="424" actId="22"/>
          <ac:picMkLst>
            <pc:docMk/>
            <pc:sldMk cId="167143418" sldId="267"/>
            <ac:picMk id="6" creationId="{0890F144-2CF3-6747-B08D-F4D3144493A5}"/>
          </ac:picMkLst>
        </pc:picChg>
      </pc:sldChg>
      <pc:sldChg chg="modSp new mod">
        <pc:chgData name="Haskell, JT" userId="43ae342c-01b7-44d1-9e4c-5ccd6bbabb0e" providerId="ADAL" clId="{E0A62BF7-CBDD-4C2A-A7B2-C00CBD864A17}" dt="2025-05-30T03:06:36.715" v="428" actId="20577"/>
        <pc:sldMkLst>
          <pc:docMk/>
          <pc:sldMk cId="2686229731" sldId="268"/>
        </pc:sldMkLst>
        <pc:spChg chg="mod">
          <ac:chgData name="Haskell, JT" userId="43ae342c-01b7-44d1-9e4c-5ccd6bbabb0e" providerId="ADAL" clId="{E0A62BF7-CBDD-4C2A-A7B2-C00CBD864A17}" dt="2025-05-30T03:06:36.715" v="428" actId="20577"/>
          <ac:spMkLst>
            <pc:docMk/>
            <pc:sldMk cId="2686229731" sldId="268"/>
            <ac:spMk id="2" creationId="{16215E38-837A-504C-B0C8-8A3B81FE42F3}"/>
          </ac:spMkLst>
        </pc:spChg>
      </pc:sldChg>
      <pc:sldChg chg="modSp new mod">
        <pc:chgData name="Haskell, JT" userId="43ae342c-01b7-44d1-9e4c-5ccd6bbabb0e" providerId="ADAL" clId="{E0A62BF7-CBDD-4C2A-A7B2-C00CBD864A17}" dt="2025-05-30T03:06:42.014" v="432" actId="20577"/>
        <pc:sldMkLst>
          <pc:docMk/>
          <pc:sldMk cId="3174882373" sldId="269"/>
        </pc:sldMkLst>
        <pc:spChg chg="mod">
          <ac:chgData name="Haskell, JT" userId="43ae342c-01b7-44d1-9e4c-5ccd6bbabb0e" providerId="ADAL" clId="{E0A62BF7-CBDD-4C2A-A7B2-C00CBD864A17}" dt="2025-05-30T03:06:42.014" v="432" actId="20577"/>
          <ac:spMkLst>
            <pc:docMk/>
            <pc:sldMk cId="3174882373" sldId="269"/>
            <ac:spMk id="2" creationId="{51D1B720-E80E-15C3-C40F-8BBB645188A4}"/>
          </ac:spMkLst>
        </pc:spChg>
      </pc:sldChg>
      <pc:sldChg chg="modSp new mod">
        <pc:chgData name="Haskell, JT" userId="43ae342c-01b7-44d1-9e4c-5ccd6bbabb0e" providerId="ADAL" clId="{E0A62BF7-CBDD-4C2A-A7B2-C00CBD864A17}" dt="2025-05-30T03:07:00.154" v="450" actId="20577"/>
        <pc:sldMkLst>
          <pc:docMk/>
          <pc:sldMk cId="1050658687" sldId="270"/>
        </pc:sldMkLst>
        <pc:spChg chg="mod">
          <ac:chgData name="Haskell, JT" userId="43ae342c-01b7-44d1-9e4c-5ccd6bbabb0e" providerId="ADAL" clId="{E0A62BF7-CBDD-4C2A-A7B2-C00CBD864A17}" dt="2025-05-30T03:07:00.154" v="450" actId="20577"/>
          <ac:spMkLst>
            <pc:docMk/>
            <pc:sldMk cId="1050658687" sldId="270"/>
            <ac:spMk id="2" creationId="{02361247-8BD0-0B8E-AECF-047846495ADF}"/>
          </ac:spMkLst>
        </pc:spChg>
      </pc:sldChg>
      <pc:sldChg chg="modSp new mod">
        <pc:chgData name="Haskell, JT" userId="43ae342c-01b7-44d1-9e4c-5ccd6bbabb0e" providerId="ADAL" clId="{E0A62BF7-CBDD-4C2A-A7B2-C00CBD864A17}" dt="2025-05-30T03:08:19.748" v="532" actId="20577"/>
        <pc:sldMkLst>
          <pc:docMk/>
          <pc:sldMk cId="675986687" sldId="271"/>
        </pc:sldMkLst>
        <pc:spChg chg="mod">
          <ac:chgData name="Haskell, JT" userId="43ae342c-01b7-44d1-9e4c-5ccd6bbabb0e" providerId="ADAL" clId="{E0A62BF7-CBDD-4C2A-A7B2-C00CBD864A17}" dt="2025-05-30T03:08:19.748" v="532" actId="20577"/>
          <ac:spMkLst>
            <pc:docMk/>
            <pc:sldMk cId="675986687" sldId="271"/>
            <ac:spMk id="2" creationId="{9AC73D2E-61F5-ACE3-F281-A552D8EF9F70}"/>
          </ac:spMkLst>
        </pc:spChg>
      </pc:sldChg>
      <pc:sldChg chg="modSp new mod">
        <pc:chgData name="Haskell, JT" userId="43ae342c-01b7-44d1-9e4c-5ccd6bbabb0e" providerId="ADAL" clId="{E0A62BF7-CBDD-4C2A-A7B2-C00CBD864A17}" dt="2025-05-30T03:07:27.945" v="478" actId="20577"/>
        <pc:sldMkLst>
          <pc:docMk/>
          <pc:sldMk cId="3223988092" sldId="272"/>
        </pc:sldMkLst>
        <pc:spChg chg="mod">
          <ac:chgData name="Haskell, JT" userId="43ae342c-01b7-44d1-9e4c-5ccd6bbabb0e" providerId="ADAL" clId="{E0A62BF7-CBDD-4C2A-A7B2-C00CBD864A17}" dt="2025-05-30T03:07:27.945" v="478" actId="20577"/>
          <ac:spMkLst>
            <pc:docMk/>
            <pc:sldMk cId="3223988092" sldId="272"/>
            <ac:spMk id="2" creationId="{0B1D254A-1D94-1012-C0D9-A8B9A1471BEA}"/>
          </ac:spMkLst>
        </pc:spChg>
      </pc:sldChg>
      <pc:sldChg chg="modSp new mod">
        <pc:chgData name="Haskell, JT" userId="43ae342c-01b7-44d1-9e4c-5ccd6bbabb0e" providerId="ADAL" clId="{E0A62BF7-CBDD-4C2A-A7B2-C00CBD864A17}" dt="2025-05-30T03:07:54.833" v="503" actId="20577"/>
        <pc:sldMkLst>
          <pc:docMk/>
          <pc:sldMk cId="997169064" sldId="273"/>
        </pc:sldMkLst>
        <pc:spChg chg="mod">
          <ac:chgData name="Haskell, JT" userId="43ae342c-01b7-44d1-9e4c-5ccd6bbabb0e" providerId="ADAL" clId="{E0A62BF7-CBDD-4C2A-A7B2-C00CBD864A17}" dt="2025-05-30T03:07:54.833" v="503" actId="20577"/>
          <ac:spMkLst>
            <pc:docMk/>
            <pc:sldMk cId="997169064" sldId="273"/>
            <ac:spMk id="2" creationId="{F5B1E841-C938-8661-B14E-1250C458BC57}"/>
          </ac:spMkLst>
        </pc:spChg>
      </pc:sldChg>
      <pc:sldChg chg="modSp new mod">
        <pc:chgData name="Haskell, JT" userId="43ae342c-01b7-44d1-9e4c-5ccd6bbabb0e" providerId="ADAL" clId="{E0A62BF7-CBDD-4C2A-A7B2-C00CBD864A17}" dt="2025-05-30T03:08:06.769" v="531" actId="20577"/>
        <pc:sldMkLst>
          <pc:docMk/>
          <pc:sldMk cId="318621255" sldId="274"/>
        </pc:sldMkLst>
        <pc:spChg chg="mod">
          <ac:chgData name="Haskell, JT" userId="43ae342c-01b7-44d1-9e4c-5ccd6bbabb0e" providerId="ADAL" clId="{E0A62BF7-CBDD-4C2A-A7B2-C00CBD864A17}" dt="2025-05-30T03:08:06.769" v="531" actId="20577"/>
          <ac:spMkLst>
            <pc:docMk/>
            <pc:sldMk cId="318621255" sldId="274"/>
            <ac:spMk id="2" creationId="{F443513B-EADC-9682-E7B8-B12E9DE1BD96}"/>
          </ac:spMkLst>
        </pc:spChg>
      </pc:sldChg>
      <pc:sldChg chg="modSp new mod">
        <pc:chgData name="Haskell, JT" userId="43ae342c-01b7-44d1-9e4c-5ccd6bbabb0e" providerId="ADAL" clId="{E0A62BF7-CBDD-4C2A-A7B2-C00CBD864A17}" dt="2025-05-30T03:08:53.648" v="555" actId="20577"/>
        <pc:sldMkLst>
          <pc:docMk/>
          <pc:sldMk cId="976604995" sldId="275"/>
        </pc:sldMkLst>
        <pc:spChg chg="mod">
          <ac:chgData name="Haskell, JT" userId="43ae342c-01b7-44d1-9e4c-5ccd6bbabb0e" providerId="ADAL" clId="{E0A62BF7-CBDD-4C2A-A7B2-C00CBD864A17}" dt="2025-05-30T03:08:53.648" v="555" actId="20577"/>
          <ac:spMkLst>
            <pc:docMk/>
            <pc:sldMk cId="976604995" sldId="275"/>
            <ac:spMk id="2" creationId="{7DB4D2F2-2C56-5E01-E641-B7424FB25250}"/>
          </ac:spMkLst>
        </pc:spChg>
      </pc:sldChg>
      <pc:sldChg chg="modSp new mod">
        <pc:chgData name="Haskell, JT" userId="43ae342c-01b7-44d1-9e4c-5ccd6bbabb0e" providerId="ADAL" clId="{E0A62BF7-CBDD-4C2A-A7B2-C00CBD864A17}" dt="2025-05-30T03:09:06.413" v="574" actId="20577"/>
        <pc:sldMkLst>
          <pc:docMk/>
          <pc:sldMk cId="3622407676" sldId="276"/>
        </pc:sldMkLst>
        <pc:spChg chg="mod">
          <ac:chgData name="Haskell, JT" userId="43ae342c-01b7-44d1-9e4c-5ccd6bbabb0e" providerId="ADAL" clId="{E0A62BF7-CBDD-4C2A-A7B2-C00CBD864A17}" dt="2025-05-30T03:09:06.413" v="574" actId="20577"/>
          <ac:spMkLst>
            <pc:docMk/>
            <pc:sldMk cId="3622407676" sldId="276"/>
            <ac:spMk id="2" creationId="{4140511B-2304-3768-C1D5-C8C76A5CD786}"/>
          </ac:spMkLst>
        </pc:spChg>
      </pc:sldChg>
      <pc:sldChg chg="modSp new mod">
        <pc:chgData name="Haskell, JT" userId="43ae342c-01b7-44d1-9e4c-5ccd6bbabb0e" providerId="ADAL" clId="{E0A62BF7-CBDD-4C2A-A7B2-C00CBD864A17}" dt="2025-05-30T03:09:16.405" v="590" actId="20577"/>
        <pc:sldMkLst>
          <pc:docMk/>
          <pc:sldMk cId="788343571" sldId="277"/>
        </pc:sldMkLst>
        <pc:spChg chg="mod">
          <ac:chgData name="Haskell, JT" userId="43ae342c-01b7-44d1-9e4c-5ccd6bbabb0e" providerId="ADAL" clId="{E0A62BF7-CBDD-4C2A-A7B2-C00CBD864A17}" dt="2025-05-30T03:09:16.405" v="590" actId="20577"/>
          <ac:spMkLst>
            <pc:docMk/>
            <pc:sldMk cId="788343571" sldId="277"/>
            <ac:spMk id="2" creationId="{545500C8-3001-DE98-DAFB-BAD5AE1F0222}"/>
          </ac:spMkLst>
        </pc:sp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355F3C-ED4A-40FC-8ADF-79F709A202BB}" type="doc">
      <dgm:prSet loTypeId="urn:microsoft.com/office/officeart/2005/8/layout/matrix3" loCatId="matrix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0AB57A2E-22B2-4D03-AD82-8553CA42B61C}">
      <dgm:prSet/>
      <dgm:spPr/>
      <dgm:t>
        <a:bodyPr/>
        <a:lstStyle/>
        <a:p>
          <a:r>
            <a:rPr lang="en-US"/>
            <a:t>Hosts</a:t>
          </a:r>
        </a:p>
      </dgm:t>
    </dgm:pt>
    <dgm:pt modelId="{A36058E4-FB39-4075-A882-D3095A3A6009}" type="parTrans" cxnId="{224CB619-84CB-4AE0-947B-CE0BF12A76F5}">
      <dgm:prSet/>
      <dgm:spPr/>
      <dgm:t>
        <a:bodyPr/>
        <a:lstStyle/>
        <a:p>
          <a:endParaRPr lang="en-US"/>
        </a:p>
      </dgm:t>
    </dgm:pt>
    <dgm:pt modelId="{C092B689-A7F0-4EF0-84A3-8C085EE39E47}" type="sibTrans" cxnId="{224CB619-84CB-4AE0-947B-CE0BF12A76F5}">
      <dgm:prSet/>
      <dgm:spPr/>
      <dgm:t>
        <a:bodyPr/>
        <a:lstStyle/>
        <a:p>
          <a:endParaRPr lang="en-US"/>
        </a:p>
      </dgm:t>
    </dgm:pt>
    <dgm:pt modelId="{C47B4A5A-CBC4-4B9E-8867-22E276B70504}">
      <dgm:prSet/>
      <dgm:spPr/>
      <dgm:t>
        <a:bodyPr/>
        <a:lstStyle/>
        <a:p>
          <a:r>
            <a:rPr lang="en-US"/>
            <a:t>NICs</a:t>
          </a:r>
        </a:p>
      </dgm:t>
    </dgm:pt>
    <dgm:pt modelId="{512A4FE4-9629-4B0E-8011-DEBD1917E5C5}" type="parTrans" cxnId="{EF89C403-45EF-4255-B980-38749212E5AA}">
      <dgm:prSet/>
      <dgm:spPr/>
      <dgm:t>
        <a:bodyPr/>
        <a:lstStyle/>
        <a:p>
          <a:endParaRPr lang="en-US"/>
        </a:p>
      </dgm:t>
    </dgm:pt>
    <dgm:pt modelId="{57F50266-BCD3-49CC-A030-4299FDF59299}" type="sibTrans" cxnId="{EF89C403-45EF-4255-B980-38749212E5AA}">
      <dgm:prSet/>
      <dgm:spPr/>
      <dgm:t>
        <a:bodyPr/>
        <a:lstStyle/>
        <a:p>
          <a:endParaRPr lang="en-US"/>
        </a:p>
      </dgm:t>
    </dgm:pt>
    <dgm:pt modelId="{23BA0D76-9BC8-43B1-BDCA-E105DB0C64E1}">
      <dgm:prSet/>
      <dgm:spPr/>
      <dgm:t>
        <a:bodyPr/>
        <a:lstStyle/>
        <a:p>
          <a:r>
            <a:rPr lang="en-US"/>
            <a:t>Network Devices</a:t>
          </a:r>
        </a:p>
      </dgm:t>
    </dgm:pt>
    <dgm:pt modelId="{8F86E290-5264-4D73-9860-90D5699EE201}" type="parTrans" cxnId="{4A4DF470-DFA4-47C8-9162-3BFE4EE4FAA2}">
      <dgm:prSet/>
      <dgm:spPr/>
      <dgm:t>
        <a:bodyPr/>
        <a:lstStyle/>
        <a:p>
          <a:endParaRPr lang="en-US"/>
        </a:p>
      </dgm:t>
    </dgm:pt>
    <dgm:pt modelId="{96BC3ACF-D079-4199-A4C1-2019F8CA1D12}" type="sibTrans" cxnId="{4A4DF470-DFA4-47C8-9162-3BFE4EE4FAA2}">
      <dgm:prSet/>
      <dgm:spPr/>
      <dgm:t>
        <a:bodyPr/>
        <a:lstStyle/>
        <a:p>
          <a:endParaRPr lang="en-US"/>
        </a:p>
      </dgm:t>
    </dgm:pt>
    <dgm:pt modelId="{2DC96654-E268-41CC-8574-800BDE41B0F9}">
      <dgm:prSet/>
      <dgm:spPr/>
      <dgm:t>
        <a:bodyPr/>
        <a:lstStyle/>
        <a:p>
          <a:r>
            <a:rPr lang="en-US"/>
            <a:t>Network Media</a:t>
          </a:r>
        </a:p>
      </dgm:t>
    </dgm:pt>
    <dgm:pt modelId="{79ED6BFF-0FE8-4119-83DA-5B76AAC5D30F}" type="parTrans" cxnId="{3A263156-4924-4D8C-9FF0-FEDABC5326D2}">
      <dgm:prSet/>
      <dgm:spPr/>
      <dgm:t>
        <a:bodyPr/>
        <a:lstStyle/>
        <a:p>
          <a:endParaRPr lang="en-US"/>
        </a:p>
      </dgm:t>
    </dgm:pt>
    <dgm:pt modelId="{91DA65D1-F1FA-4C2A-8380-7DB58F3B8CB0}" type="sibTrans" cxnId="{3A263156-4924-4D8C-9FF0-FEDABC5326D2}">
      <dgm:prSet/>
      <dgm:spPr/>
      <dgm:t>
        <a:bodyPr/>
        <a:lstStyle/>
        <a:p>
          <a:endParaRPr lang="en-US"/>
        </a:p>
      </dgm:t>
    </dgm:pt>
    <dgm:pt modelId="{9BB05331-F16B-445C-86B0-E8E449E15991}" type="pres">
      <dgm:prSet presAssocID="{89355F3C-ED4A-40FC-8ADF-79F709A202BB}" presName="matrix" presStyleCnt="0">
        <dgm:presLayoutVars>
          <dgm:chMax val="1"/>
          <dgm:dir/>
          <dgm:resizeHandles val="exact"/>
        </dgm:presLayoutVars>
      </dgm:prSet>
      <dgm:spPr/>
    </dgm:pt>
    <dgm:pt modelId="{9B72A414-06BD-4127-BC1D-C0750323BD78}" type="pres">
      <dgm:prSet presAssocID="{89355F3C-ED4A-40FC-8ADF-79F709A202BB}" presName="diamond" presStyleLbl="bgShp" presStyleIdx="0" presStyleCnt="1"/>
      <dgm:spPr/>
    </dgm:pt>
    <dgm:pt modelId="{5CAB94E2-38D6-4764-B98C-1A9BC0DB3639}" type="pres">
      <dgm:prSet presAssocID="{89355F3C-ED4A-40FC-8ADF-79F709A202B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788DBE4-8148-4497-9795-4FE549E6C7A2}" type="pres">
      <dgm:prSet presAssocID="{89355F3C-ED4A-40FC-8ADF-79F709A202B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EBC451D-2658-4693-8B98-074A6A284541}" type="pres">
      <dgm:prSet presAssocID="{89355F3C-ED4A-40FC-8ADF-79F709A202B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EE10C92-421A-4188-9967-6157F4A92E94}" type="pres">
      <dgm:prSet presAssocID="{89355F3C-ED4A-40FC-8ADF-79F709A202B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F89C403-45EF-4255-B980-38749212E5AA}" srcId="{89355F3C-ED4A-40FC-8ADF-79F709A202BB}" destId="{C47B4A5A-CBC4-4B9E-8867-22E276B70504}" srcOrd="1" destOrd="0" parTransId="{512A4FE4-9629-4B0E-8011-DEBD1917E5C5}" sibTransId="{57F50266-BCD3-49CC-A030-4299FDF59299}"/>
    <dgm:cxn modelId="{224CB619-84CB-4AE0-947B-CE0BF12A76F5}" srcId="{89355F3C-ED4A-40FC-8ADF-79F709A202BB}" destId="{0AB57A2E-22B2-4D03-AD82-8553CA42B61C}" srcOrd="0" destOrd="0" parTransId="{A36058E4-FB39-4075-A882-D3095A3A6009}" sibTransId="{C092B689-A7F0-4EF0-84A3-8C085EE39E47}"/>
    <dgm:cxn modelId="{CB29221C-6857-48FC-A157-41A9A91F95AD}" type="presOf" srcId="{C47B4A5A-CBC4-4B9E-8867-22E276B70504}" destId="{B788DBE4-8148-4497-9795-4FE549E6C7A2}" srcOrd="0" destOrd="0" presId="urn:microsoft.com/office/officeart/2005/8/layout/matrix3"/>
    <dgm:cxn modelId="{0E3C9C4C-AE04-4A73-83B8-B4CF2DA33F7B}" type="presOf" srcId="{23BA0D76-9BC8-43B1-BDCA-E105DB0C64E1}" destId="{9EBC451D-2658-4693-8B98-074A6A284541}" srcOrd="0" destOrd="0" presId="urn:microsoft.com/office/officeart/2005/8/layout/matrix3"/>
    <dgm:cxn modelId="{4A4DF470-DFA4-47C8-9162-3BFE4EE4FAA2}" srcId="{89355F3C-ED4A-40FC-8ADF-79F709A202BB}" destId="{23BA0D76-9BC8-43B1-BDCA-E105DB0C64E1}" srcOrd="2" destOrd="0" parTransId="{8F86E290-5264-4D73-9860-90D5699EE201}" sibTransId="{96BC3ACF-D079-4199-A4C1-2019F8CA1D12}"/>
    <dgm:cxn modelId="{3A263156-4924-4D8C-9FF0-FEDABC5326D2}" srcId="{89355F3C-ED4A-40FC-8ADF-79F709A202BB}" destId="{2DC96654-E268-41CC-8574-800BDE41B0F9}" srcOrd="3" destOrd="0" parTransId="{79ED6BFF-0FE8-4119-83DA-5B76AAC5D30F}" sibTransId="{91DA65D1-F1FA-4C2A-8380-7DB58F3B8CB0}"/>
    <dgm:cxn modelId="{71FC6891-BA21-4005-AB07-0DCD4ABEA2A0}" type="presOf" srcId="{2DC96654-E268-41CC-8574-800BDE41B0F9}" destId="{6EE10C92-421A-4188-9967-6157F4A92E94}" srcOrd="0" destOrd="0" presId="urn:microsoft.com/office/officeart/2005/8/layout/matrix3"/>
    <dgm:cxn modelId="{D8E10DB3-27FF-4F22-8229-09DAA717FB4D}" type="presOf" srcId="{89355F3C-ED4A-40FC-8ADF-79F709A202BB}" destId="{9BB05331-F16B-445C-86B0-E8E449E15991}" srcOrd="0" destOrd="0" presId="urn:microsoft.com/office/officeart/2005/8/layout/matrix3"/>
    <dgm:cxn modelId="{9F89A5BE-E6CE-49DE-9524-0012BAE88F99}" type="presOf" srcId="{0AB57A2E-22B2-4D03-AD82-8553CA42B61C}" destId="{5CAB94E2-38D6-4764-B98C-1A9BC0DB3639}" srcOrd="0" destOrd="0" presId="urn:microsoft.com/office/officeart/2005/8/layout/matrix3"/>
    <dgm:cxn modelId="{4E0792F3-AEF3-4154-A7EA-5E074BC39585}" type="presParOf" srcId="{9BB05331-F16B-445C-86B0-E8E449E15991}" destId="{9B72A414-06BD-4127-BC1D-C0750323BD78}" srcOrd="0" destOrd="0" presId="urn:microsoft.com/office/officeart/2005/8/layout/matrix3"/>
    <dgm:cxn modelId="{0E4476B2-094C-448E-9263-189A29186E93}" type="presParOf" srcId="{9BB05331-F16B-445C-86B0-E8E449E15991}" destId="{5CAB94E2-38D6-4764-B98C-1A9BC0DB3639}" srcOrd="1" destOrd="0" presId="urn:microsoft.com/office/officeart/2005/8/layout/matrix3"/>
    <dgm:cxn modelId="{1B62E0C6-5C8C-4EBF-B528-9F519A56D78A}" type="presParOf" srcId="{9BB05331-F16B-445C-86B0-E8E449E15991}" destId="{B788DBE4-8148-4497-9795-4FE549E6C7A2}" srcOrd="2" destOrd="0" presId="urn:microsoft.com/office/officeart/2005/8/layout/matrix3"/>
    <dgm:cxn modelId="{7E8CE205-C47F-4F71-834F-DEE3FE18B45F}" type="presParOf" srcId="{9BB05331-F16B-445C-86B0-E8E449E15991}" destId="{9EBC451D-2658-4693-8B98-074A6A284541}" srcOrd="3" destOrd="0" presId="urn:microsoft.com/office/officeart/2005/8/layout/matrix3"/>
    <dgm:cxn modelId="{0E7E3154-7AE2-4D04-9BEF-C8F5B6A488B9}" type="presParOf" srcId="{9BB05331-F16B-445C-86B0-E8E449E15991}" destId="{6EE10C92-421A-4188-9967-6157F4A92E9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50EA4F-EB93-461E-81CF-65EA4D231D4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1F92DA6-0445-4483-9531-F5B71D352F47}">
      <dgm:prSet/>
      <dgm:spPr/>
      <dgm:t>
        <a:bodyPr/>
        <a:lstStyle/>
        <a:p>
          <a:r>
            <a:rPr lang="en-US" b="1" i="0" baseline="0"/>
            <a:t>Definition:</a:t>
          </a:r>
          <a:r>
            <a:rPr lang="en-US" b="0" i="0" baseline="0"/>
            <a:t> A network that connects computers and devices in a limited area (e.g., home, school, office).</a:t>
          </a:r>
          <a:endParaRPr lang="en-US"/>
        </a:p>
      </dgm:t>
    </dgm:pt>
    <dgm:pt modelId="{747165D2-DB32-4C0B-B4FF-66EBBF782CEA}" type="parTrans" cxnId="{1132D479-8F06-4A8A-A152-921366E59B9C}">
      <dgm:prSet/>
      <dgm:spPr/>
      <dgm:t>
        <a:bodyPr/>
        <a:lstStyle/>
        <a:p>
          <a:endParaRPr lang="en-US"/>
        </a:p>
      </dgm:t>
    </dgm:pt>
    <dgm:pt modelId="{2A5253FC-857F-47EB-A192-017078551846}" type="sibTrans" cxnId="{1132D479-8F06-4A8A-A152-921366E59B9C}">
      <dgm:prSet/>
      <dgm:spPr/>
      <dgm:t>
        <a:bodyPr/>
        <a:lstStyle/>
        <a:p>
          <a:endParaRPr lang="en-US"/>
        </a:p>
      </dgm:t>
    </dgm:pt>
    <dgm:pt modelId="{6BE500AD-37E8-44AF-BBFC-8CA63CFAA77B}">
      <dgm:prSet/>
      <dgm:spPr/>
      <dgm:t>
        <a:bodyPr/>
        <a:lstStyle/>
        <a:p>
          <a:r>
            <a:rPr lang="en-US" b="1" i="0" baseline="0"/>
            <a:t>Purpose:</a:t>
          </a:r>
          <a:r>
            <a:rPr lang="en-US" b="0" i="0" baseline="0"/>
            <a:t> Enables sharing of resources like files, printers, and internet access within the same location.</a:t>
          </a:r>
          <a:endParaRPr lang="en-US"/>
        </a:p>
      </dgm:t>
    </dgm:pt>
    <dgm:pt modelId="{449EF885-80D1-4549-9292-E4F32057C348}" type="parTrans" cxnId="{297C9F75-A4EF-4080-A5C4-A6C7A6D2E4BA}">
      <dgm:prSet/>
      <dgm:spPr/>
      <dgm:t>
        <a:bodyPr/>
        <a:lstStyle/>
        <a:p>
          <a:endParaRPr lang="en-US"/>
        </a:p>
      </dgm:t>
    </dgm:pt>
    <dgm:pt modelId="{08072814-2963-4024-9A14-43765CC6BAA5}" type="sibTrans" cxnId="{297C9F75-A4EF-4080-A5C4-A6C7A6D2E4BA}">
      <dgm:prSet/>
      <dgm:spPr/>
      <dgm:t>
        <a:bodyPr/>
        <a:lstStyle/>
        <a:p>
          <a:endParaRPr lang="en-US"/>
        </a:p>
      </dgm:t>
    </dgm:pt>
    <dgm:pt modelId="{0255ED98-E60E-4D1B-97E8-7F1B24B37BE4}">
      <dgm:prSet/>
      <dgm:spPr/>
      <dgm:t>
        <a:bodyPr/>
        <a:lstStyle/>
        <a:p>
          <a:r>
            <a:rPr lang="en-US" b="1" i="0" baseline="0"/>
            <a:t>Speed &amp; Performance:</a:t>
          </a:r>
          <a:r>
            <a:rPr lang="en-US" b="0" i="0" baseline="0"/>
            <a:t> High-speed connections (wired or wireless) with low latency and minimal interference.</a:t>
          </a:r>
          <a:endParaRPr lang="en-US"/>
        </a:p>
      </dgm:t>
    </dgm:pt>
    <dgm:pt modelId="{0C7C9657-21B9-425F-8041-C6C643A56204}" type="parTrans" cxnId="{9FED37B2-E680-434C-B14D-6072CBC418D2}">
      <dgm:prSet/>
      <dgm:spPr/>
      <dgm:t>
        <a:bodyPr/>
        <a:lstStyle/>
        <a:p>
          <a:endParaRPr lang="en-US"/>
        </a:p>
      </dgm:t>
    </dgm:pt>
    <dgm:pt modelId="{0E318044-4681-41A0-BEAF-4F3E86022CAD}" type="sibTrans" cxnId="{9FED37B2-E680-434C-B14D-6072CBC418D2}">
      <dgm:prSet/>
      <dgm:spPr/>
      <dgm:t>
        <a:bodyPr/>
        <a:lstStyle/>
        <a:p>
          <a:endParaRPr lang="en-US"/>
        </a:p>
      </dgm:t>
    </dgm:pt>
    <dgm:pt modelId="{4105BD8B-2A5F-442C-8B67-BC46A392203E}" type="pres">
      <dgm:prSet presAssocID="{1450EA4F-EB93-461E-81CF-65EA4D231D4C}" presName="root" presStyleCnt="0">
        <dgm:presLayoutVars>
          <dgm:dir/>
          <dgm:resizeHandles val="exact"/>
        </dgm:presLayoutVars>
      </dgm:prSet>
      <dgm:spPr/>
    </dgm:pt>
    <dgm:pt modelId="{9C52E0F0-6D1A-407B-9830-A6C0ABA2C953}" type="pres">
      <dgm:prSet presAssocID="{01F92DA6-0445-4483-9531-F5B71D352F47}" presName="compNode" presStyleCnt="0"/>
      <dgm:spPr/>
    </dgm:pt>
    <dgm:pt modelId="{F415E7F3-0D57-499B-95B8-9121B553A769}" type="pres">
      <dgm:prSet presAssocID="{01F92DA6-0445-4483-9531-F5B71D352F47}" presName="bgRect" presStyleLbl="bgShp" presStyleIdx="0" presStyleCnt="3"/>
      <dgm:spPr/>
    </dgm:pt>
    <dgm:pt modelId="{EDED0FD6-93F7-40AF-809D-012AFFDCD352}" type="pres">
      <dgm:prSet presAssocID="{01F92DA6-0445-4483-9531-F5B71D352F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FB25CCD-663E-4EB1-A6A0-8D7B4303A13F}" type="pres">
      <dgm:prSet presAssocID="{01F92DA6-0445-4483-9531-F5B71D352F47}" presName="spaceRect" presStyleCnt="0"/>
      <dgm:spPr/>
    </dgm:pt>
    <dgm:pt modelId="{D134EC34-69AD-43EC-8B6C-E97A25529FBC}" type="pres">
      <dgm:prSet presAssocID="{01F92DA6-0445-4483-9531-F5B71D352F47}" presName="parTx" presStyleLbl="revTx" presStyleIdx="0" presStyleCnt="3">
        <dgm:presLayoutVars>
          <dgm:chMax val="0"/>
          <dgm:chPref val="0"/>
        </dgm:presLayoutVars>
      </dgm:prSet>
      <dgm:spPr/>
    </dgm:pt>
    <dgm:pt modelId="{476ECA85-7AB8-423E-8E12-00996FA8F174}" type="pres">
      <dgm:prSet presAssocID="{2A5253FC-857F-47EB-A192-017078551846}" presName="sibTrans" presStyleCnt="0"/>
      <dgm:spPr/>
    </dgm:pt>
    <dgm:pt modelId="{A4F67FCB-C21E-4F02-9F51-8FF32CE93974}" type="pres">
      <dgm:prSet presAssocID="{6BE500AD-37E8-44AF-BBFC-8CA63CFAA77B}" presName="compNode" presStyleCnt="0"/>
      <dgm:spPr/>
    </dgm:pt>
    <dgm:pt modelId="{BB3166D1-E059-4EC9-8FCC-6BFDB035DF12}" type="pres">
      <dgm:prSet presAssocID="{6BE500AD-37E8-44AF-BBFC-8CA63CFAA77B}" presName="bgRect" presStyleLbl="bgShp" presStyleIdx="1" presStyleCnt="3"/>
      <dgm:spPr/>
    </dgm:pt>
    <dgm:pt modelId="{FD01C181-826A-4BEF-BE58-5AC80FB84B0F}" type="pres">
      <dgm:prSet presAssocID="{6BE500AD-37E8-44AF-BBFC-8CA63CFAA7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x"/>
        </a:ext>
      </dgm:extLst>
    </dgm:pt>
    <dgm:pt modelId="{2F07112E-860D-4337-B40C-DD93ECD21E32}" type="pres">
      <dgm:prSet presAssocID="{6BE500AD-37E8-44AF-BBFC-8CA63CFAA77B}" presName="spaceRect" presStyleCnt="0"/>
      <dgm:spPr/>
    </dgm:pt>
    <dgm:pt modelId="{3052343A-A4B1-480E-9D90-44CC57C4558A}" type="pres">
      <dgm:prSet presAssocID="{6BE500AD-37E8-44AF-BBFC-8CA63CFAA77B}" presName="parTx" presStyleLbl="revTx" presStyleIdx="1" presStyleCnt="3">
        <dgm:presLayoutVars>
          <dgm:chMax val="0"/>
          <dgm:chPref val="0"/>
        </dgm:presLayoutVars>
      </dgm:prSet>
      <dgm:spPr/>
    </dgm:pt>
    <dgm:pt modelId="{EC32753F-99C0-448F-9900-82F65101E8E2}" type="pres">
      <dgm:prSet presAssocID="{08072814-2963-4024-9A14-43765CC6BAA5}" presName="sibTrans" presStyleCnt="0"/>
      <dgm:spPr/>
    </dgm:pt>
    <dgm:pt modelId="{09ED9A31-D456-4970-9371-12FEBD81AA1E}" type="pres">
      <dgm:prSet presAssocID="{0255ED98-E60E-4D1B-97E8-7F1B24B37BE4}" presName="compNode" presStyleCnt="0"/>
      <dgm:spPr/>
    </dgm:pt>
    <dgm:pt modelId="{73FE1755-E32D-46C1-A06D-64EF12913767}" type="pres">
      <dgm:prSet presAssocID="{0255ED98-E60E-4D1B-97E8-7F1B24B37BE4}" presName="bgRect" presStyleLbl="bgShp" presStyleIdx="2" presStyleCnt="3"/>
      <dgm:spPr/>
    </dgm:pt>
    <dgm:pt modelId="{C2B44A24-B1B3-488B-8264-4C9461434C28}" type="pres">
      <dgm:prSet presAssocID="{0255ED98-E60E-4D1B-97E8-7F1B24B37BE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1D56B0B-B813-4EAF-BFC4-5D724C9472BA}" type="pres">
      <dgm:prSet presAssocID="{0255ED98-E60E-4D1B-97E8-7F1B24B37BE4}" presName="spaceRect" presStyleCnt="0"/>
      <dgm:spPr/>
    </dgm:pt>
    <dgm:pt modelId="{D20063D7-F4E3-470A-926C-E5C007CC6FC6}" type="pres">
      <dgm:prSet presAssocID="{0255ED98-E60E-4D1B-97E8-7F1B24B37BE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4F9717-3B97-461C-8AD5-65FFF342CAA3}" type="presOf" srcId="{0255ED98-E60E-4D1B-97E8-7F1B24B37BE4}" destId="{D20063D7-F4E3-470A-926C-E5C007CC6FC6}" srcOrd="0" destOrd="0" presId="urn:microsoft.com/office/officeart/2018/2/layout/IconVerticalSolidList"/>
    <dgm:cxn modelId="{2B732736-8C7E-4418-8738-F7CDC0E7C9C5}" type="presOf" srcId="{6BE500AD-37E8-44AF-BBFC-8CA63CFAA77B}" destId="{3052343A-A4B1-480E-9D90-44CC57C4558A}" srcOrd="0" destOrd="0" presId="urn:microsoft.com/office/officeart/2018/2/layout/IconVerticalSolidList"/>
    <dgm:cxn modelId="{297C9F75-A4EF-4080-A5C4-A6C7A6D2E4BA}" srcId="{1450EA4F-EB93-461E-81CF-65EA4D231D4C}" destId="{6BE500AD-37E8-44AF-BBFC-8CA63CFAA77B}" srcOrd="1" destOrd="0" parTransId="{449EF885-80D1-4549-9292-E4F32057C348}" sibTransId="{08072814-2963-4024-9A14-43765CC6BAA5}"/>
    <dgm:cxn modelId="{180D7B56-6D0A-4D7B-B170-C76FAD62987F}" type="presOf" srcId="{01F92DA6-0445-4483-9531-F5B71D352F47}" destId="{D134EC34-69AD-43EC-8B6C-E97A25529FBC}" srcOrd="0" destOrd="0" presId="urn:microsoft.com/office/officeart/2018/2/layout/IconVerticalSolidList"/>
    <dgm:cxn modelId="{1132D479-8F06-4A8A-A152-921366E59B9C}" srcId="{1450EA4F-EB93-461E-81CF-65EA4D231D4C}" destId="{01F92DA6-0445-4483-9531-F5B71D352F47}" srcOrd="0" destOrd="0" parTransId="{747165D2-DB32-4C0B-B4FF-66EBBF782CEA}" sibTransId="{2A5253FC-857F-47EB-A192-017078551846}"/>
    <dgm:cxn modelId="{9FED37B2-E680-434C-B14D-6072CBC418D2}" srcId="{1450EA4F-EB93-461E-81CF-65EA4D231D4C}" destId="{0255ED98-E60E-4D1B-97E8-7F1B24B37BE4}" srcOrd="2" destOrd="0" parTransId="{0C7C9657-21B9-425F-8041-C6C643A56204}" sibTransId="{0E318044-4681-41A0-BEAF-4F3E86022CAD}"/>
    <dgm:cxn modelId="{267894E2-77F3-47D1-B068-31A89188D646}" type="presOf" srcId="{1450EA4F-EB93-461E-81CF-65EA4D231D4C}" destId="{4105BD8B-2A5F-442C-8B67-BC46A392203E}" srcOrd="0" destOrd="0" presId="urn:microsoft.com/office/officeart/2018/2/layout/IconVerticalSolidList"/>
    <dgm:cxn modelId="{D2DA8B55-A4B7-4C31-9841-19BAD61CB646}" type="presParOf" srcId="{4105BD8B-2A5F-442C-8B67-BC46A392203E}" destId="{9C52E0F0-6D1A-407B-9830-A6C0ABA2C953}" srcOrd="0" destOrd="0" presId="urn:microsoft.com/office/officeart/2018/2/layout/IconVerticalSolidList"/>
    <dgm:cxn modelId="{602E8558-B43B-42DC-9A45-E7B25FD2176B}" type="presParOf" srcId="{9C52E0F0-6D1A-407B-9830-A6C0ABA2C953}" destId="{F415E7F3-0D57-499B-95B8-9121B553A769}" srcOrd="0" destOrd="0" presId="urn:microsoft.com/office/officeart/2018/2/layout/IconVerticalSolidList"/>
    <dgm:cxn modelId="{2A6F566A-57BE-45BA-ADC1-D57531DBC9EF}" type="presParOf" srcId="{9C52E0F0-6D1A-407B-9830-A6C0ABA2C953}" destId="{EDED0FD6-93F7-40AF-809D-012AFFDCD352}" srcOrd="1" destOrd="0" presId="urn:microsoft.com/office/officeart/2018/2/layout/IconVerticalSolidList"/>
    <dgm:cxn modelId="{8909746A-A030-417E-81F7-1384D1D8D5B8}" type="presParOf" srcId="{9C52E0F0-6D1A-407B-9830-A6C0ABA2C953}" destId="{8FB25CCD-663E-4EB1-A6A0-8D7B4303A13F}" srcOrd="2" destOrd="0" presId="urn:microsoft.com/office/officeart/2018/2/layout/IconVerticalSolidList"/>
    <dgm:cxn modelId="{E2FF7FE8-E3FC-403B-BD51-8B518DF255B4}" type="presParOf" srcId="{9C52E0F0-6D1A-407B-9830-A6C0ABA2C953}" destId="{D134EC34-69AD-43EC-8B6C-E97A25529FBC}" srcOrd="3" destOrd="0" presId="urn:microsoft.com/office/officeart/2018/2/layout/IconVerticalSolidList"/>
    <dgm:cxn modelId="{EEE0D517-C925-4651-9EE5-E7F15BF15A7A}" type="presParOf" srcId="{4105BD8B-2A5F-442C-8B67-BC46A392203E}" destId="{476ECA85-7AB8-423E-8E12-00996FA8F174}" srcOrd="1" destOrd="0" presId="urn:microsoft.com/office/officeart/2018/2/layout/IconVerticalSolidList"/>
    <dgm:cxn modelId="{71ED2A8D-C3B3-430D-B1E9-A29C3DD1A656}" type="presParOf" srcId="{4105BD8B-2A5F-442C-8B67-BC46A392203E}" destId="{A4F67FCB-C21E-4F02-9F51-8FF32CE93974}" srcOrd="2" destOrd="0" presId="urn:microsoft.com/office/officeart/2018/2/layout/IconVerticalSolidList"/>
    <dgm:cxn modelId="{3DB0FE48-1549-4E7F-871E-D7EF264DE0BB}" type="presParOf" srcId="{A4F67FCB-C21E-4F02-9F51-8FF32CE93974}" destId="{BB3166D1-E059-4EC9-8FCC-6BFDB035DF12}" srcOrd="0" destOrd="0" presId="urn:microsoft.com/office/officeart/2018/2/layout/IconVerticalSolidList"/>
    <dgm:cxn modelId="{FDB022A9-188E-4F25-931B-526153C0EAC9}" type="presParOf" srcId="{A4F67FCB-C21E-4F02-9F51-8FF32CE93974}" destId="{FD01C181-826A-4BEF-BE58-5AC80FB84B0F}" srcOrd="1" destOrd="0" presId="urn:microsoft.com/office/officeart/2018/2/layout/IconVerticalSolidList"/>
    <dgm:cxn modelId="{56A7D2A5-8ED9-4569-924E-B4CAE8822C9E}" type="presParOf" srcId="{A4F67FCB-C21E-4F02-9F51-8FF32CE93974}" destId="{2F07112E-860D-4337-B40C-DD93ECD21E32}" srcOrd="2" destOrd="0" presId="urn:microsoft.com/office/officeart/2018/2/layout/IconVerticalSolidList"/>
    <dgm:cxn modelId="{472137AB-003D-4D64-A84E-AC87BC0542E7}" type="presParOf" srcId="{A4F67FCB-C21E-4F02-9F51-8FF32CE93974}" destId="{3052343A-A4B1-480E-9D90-44CC57C4558A}" srcOrd="3" destOrd="0" presId="urn:microsoft.com/office/officeart/2018/2/layout/IconVerticalSolidList"/>
    <dgm:cxn modelId="{06748991-672B-40CD-B41E-8C9CCEE0D156}" type="presParOf" srcId="{4105BD8B-2A5F-442C-8B67-BC46A392203E}" destId="{EC32753F-99C0-448F-9900-82F65101E8E2}" srcOrd="3" destOrd="0" presId="urn:microsoft.com/office/officeart/2018/2/layout/IconVerticalSolidList"/>
    <dgm:cxn modelId="{50BC3B3B-178F-43FA-9D61-260C46E9E22A}" type="presParOf" srcId="{4105BD8B-2A5F-442C-8B67-BC46A392203E}" destId="{09ED9A31-D456-4970-9371-12FEBD81AA1E}" srcOrd="4" destOrd="0" presId="urn:microsoft.com/office/officeart/2018/2/layout/IconVerticalSolidList"/>
    <dgm:cxn modelId="{391E3214-7DE3-4131-B89A-EF815296EE3A}" type="presParOf" srcId="{09ED9A31-D456-4970-9371-12FEBD81AA1E}" destId="{73FE1755-E32D-46C1-A06D-64EF12913767}" srcOrd="0" destOrd="0" presId="urn:microsoft.com/office/officeart/2018/2/layout/IconVerticalSolidList"/>
    <dgm:cxn modelId="{D566C4F1-BAF8-4BE1-B416-7E03ED39D7D6}" type="presParOf" srcId="{09ED9A31-D456-4970-9371-12FEBD81AA1E}" destId="{C2B44A24-B1B3-488B-8264-4C9461434C28}" srcOrd="1" destOrd="0" presId="urn:microsoft.com/office/officeart/2018/2/layout/IconVerticalSolidList"/>
    <dgm:cxn modelId="{B1405A56-8456-46BD-BE51-7FC7628F7BC5}" type="presParOf" srcId="{09ED9A31-D456-4970-9371-12FEBD81AA1E}" destId="{81D56B0B-B813-4EAF-BFC4-5D724C9472BA}" srcOrd="2" destOrd="0" presId="urn:microsoft.com/office/officeart/2018/2/layout/IconVerticalSolidList"/>
    <dgm:cxn modelId="{7FE0F08A-AB98-4D69-B813-93E6AD8CB0C1}" type="presParOf" srcId="{09ED9A31-D456-4970-9371-12FEBD81AA1E}" destId="{D20063D7-F4E3-470A-926C-E5C007CC6F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0E6DE-6107-4389-99E2-73586D14722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5B4331-5BF9-4E07-9430-079DB7C493D4}">
      <dgm:prSet/>
      <dgm:spPr/>
      <dgm:t>
        <a:bodyPr/>
        <a:lstStyle/>
        <a:p>
          <a:pPr>
            <a:defRPr cap="all"/>
          </a:pPr>
          <a:r>
            <a:rPr lang="en-US" b="0" i="0" baseline="0"/>
            <a:t>Network cables or Wi-Fi access points.</a:t>
          </a:r>
          <a:endParaRPr lang="en-US"/>
        </a:p>
      </dgm:t>
    </dgm:pt>
    <dgm:pt modelId="{2DBA416F-FF70-4897-9BAE-7B1B58DEA5F9}" type="parTrans" cxnId="{9771BF4B-70F6-4662-A142-5CB44973CC63}">
      <dgm:prSet/>
      <dgm:spPr/>
      <dgm:t>
        <a:bodyPr/>
        <a:lstStyle/>
        <a:p>
          <a:endParaRPr lang="en-US"/>
        </a:p>
      </dgm:t>
    </dgm:pt>
    <dgm:pt modelId="{E01A08B3-CCB9-43B4-871A-2390682AC54C}" type="sibTrans" cxnId="{9771BF4B-70F6-4662-A142-5CB44973CC63}">
      <dgm:prSet/>
      <dgm:spPr/>
      <dgm:t>
        <a:bodyPr/>
        <a:lstStyle/>
        <a:p>
          <a:endParaRPr lang="en-US"/>
        </a:p>
      </dgm:t>
    </dgm:pt>
    <dgm:pt modelId="{87F2CC69-02F8-44AC-BB08-332670D5F228}">
      <dgm:prSet/>
      <dgm:spPr/>
      <dgm:t>
        <a:bodyPr/>
        <a:lstStyle/>
        <a:p>
          <a:pPr>
            <a:defRPr cap="all"/>
          </a:pPr>
          <a:r>
            <a:rPr lang="en-US" b="0" i="0" baseline="0"/>
            <a:t>Switches, routers, and sometimes hubs.</a:t>
          </a:r>
          <a:endParaRPr lang="en-US"/>
        </a:p>
      </dgm:t>
    </dgm:pt>
    <dgm:pt modelId="{0B521B2F-234D-41FD-B946-3F5272B85100}" type="parTrans" cxnId="{099A5B7C-685F-4145-B7F0-0FFAEF09C5B2}">
      <dgm:prSet/>
      <dgm:spPr/>
      <dgm:t>
        <a:bodyPr/>
        <a:lstStyle/>
        <a:p>
          <a:endParaRPr lang="en-US"/>
        </a:p>
      </dgm:t>
    </dgm:pt>
    <dgm:pt modelId="{5CAD38E0-DBF1-4170-8C4D-FF029601BB53}" type="sibTrans" cxnId="{099A5B7C-685F-4145-B7F0-0FFAEF09C5B2}">
      <dgm:prSet/>
      <dgm:spPr/>
      <dgm:t>
        <a:bodyPr/>
        <a:lstStyle/>
        <a:p>
          <a:endParaRPr lang="en-US"/>
        </a:p>
      </dgm:t>
    </dgm:pt>
    <dgm:pt modelId="{C76D7313-6BB5-46DD-AE97-DC50556C16D1}">
      <dgm:prSet/>
      <dgm:spPr/>
      <dgm:t>
        <a:bodyPr/>
        <a:lstStyle/>
        <a:p>
          <a:pPr>
            <a:defRPr cap="all"/>
          </a:pPr>
          <a:r>
            <a:rPr lang="en-US" b="0" i="0" baseline="0"/>
            <a:t>Network interface cards (NICs) in computers and devices.</a:t>
          </a:r>
          <a:endParaRPr lang="en-US"/>
        </a:p>
      </dgm:t>
    </dgm:pt>
    <dgm:pt modelId="{5CFD1153-62E8-4462-9369-45D759581D45}" type="parTrans" cxnId="{CE558DEB-4B59-4A73-B57F-F947B16F381F}">
      <dgm:prSet/>
      <dgm:spPr/>
      <dgm:t>
        <a:bodyPr/>
        <a:lstStyle/>
        <a:p>
          <a:endParaRPr lang="en-US"/>
        </a:p>
      </dgm:t>
    </dgm:pt>
    <dgm:pt modelId="{0BB6F648-E7A7-4C2A-8AD9-EC5661BC7447}" type="sibTrans" cxnId="{CE558DEB-4B59-4A73-B57F-F947B16F381F}">
      <dgm:prSet/>
      <dgm:spPr/>
      <dgm:t>
        <a:bodyPr/>
        <a:lstStyle/>
        <a:p>
          <a:endParaRPr lang="en-US"/>
        </a:p>
      </dgm:t>
    </dgm:pt>
    <dgm:pt modelId="{518FF446-B6F6-41CD-8FD4-D0B5F82C6BB0}" type="pres">
      <dgm:prSet presAssocID="{2AB0E6DE-6107-4389-99E2-73586D147229}" presName="root" presStyleCnt="0">
        <dgm:presLayoutVars>
          <dgm:dir/>
          <dgm:resizeHandles val="exact"/>
        </dgm:presLayoutVars>
      </dgm:prSet>
      <dgm:spPr/>
    </dgm:pt>
    <dgm:pt modelId="{93C57F72-9E8E-4295-BA3A-ECE42F4A7FD0}" type="pres">
      <dgm:prSet presAssocID="{595B4331-5BF9-4E07-9430-079DB7C493D4}" presName="compNode" presStyleCnt="0"/>
      <dgm:spPr/>
    </dgm:pt>
    <dgm:pt modelId="{F0457B72-AD08-40C2-B209-0B8B7930A1E9}" type="pres">
      <dgm:prSet presAssocID="{595B4331-5BF9-4E07-9430-079DB7C493D4}" presName="iconBgRect" presStyleLbl="bgShp" presStyleIdx="0" presStyleCnt="3"/>
      <dgm:spPr/>
    </dgm:pt>
    <dgm:pt modelId="{F6F23C31-4A48-4A5B-B397-5E4F36E9456E}" type="pres">
      <dgm:prSet presAssocID="{595B4331-5BF9-4E07-9430-079DB7C493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67D15B88-EC48-4657-9AEC-D16FC94BB4B2}" type="pres">
      <dgm:prSet presAssocID="{595B4331-5BF9-4E07-9430-079DB7C493D4}" presName="spaceRect" presStyleCnt="0"/>
      <dgm:spPr/>
    </dgm:pt>
    <dgm:pt modelId="{79754E36-73A7-4453-AD0B-2D0EF24A6BC9}" type="pres">
      <dgm:prSet presAssocID="{595B4331-5BF9-4E07-9430-079DB7C493D4}" presName="textRect" presStyleLbl="revTx" presStyleIdx="0" presStyleCnt="3">
        <dgm:presLayoutVars>
          <dgm:chMax val="1"/>
          <dgm:chPref val="1"/>
        </dgm:presLayoutVars>
      </dgm:prSet>
      <dgm:spPr/>
    </dgm:pt>
    <dgm:pt modelId="{E1D63F8B-997C-4070-AC3D-86D312D966E9}" type="pres">
      <dgm:prSet presAssocID="{E01A08B3-CCB9-43B4-871A-2390682AC54C}" presName="sibTrans" presStyleCnt="0"/>
      <dgm:spPr/>
    </dgm:pt>
    <dgm:pt modelId="{FEC9CFC0-42FE-4C39-90D5-5923CE81B6E9}" type="pres">
      <dgm:prSet presAssocID="{87F2CC69-02F8-44AC-BB08-332670D5F228}" presName="compNode" presStyleCnt="0"/>
      <dgm:spPr/>
    </dgm:pt>
    <dgm:pt modelId="{9BDAEC29-5E64-4AB9-BD8A-006B35BDAB8D}" type="pres">
      <dgm:prSet presAssocID="{87F2CC69-02F8-44AC-BB08-332670D5F228}" presName="iconBgRect" presStyleLbl="bgShp" presStyleIdx="1" presStyleCnt="3"/>
      <dgm:spPr/>
    </dgm:pt>
    <dgm:pt modelId="{736A2048-8D1A-497B-B65B-F22927BB158E}" type="pres">
      <dgm:prSet presAssocID="{87F2CC69-02F8-44AC-BB08-332670D5F22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A8684BF5-F2D7-497B-8B1D-831E71E95CDA}" type="pres">
      <dgm:prSet presAssocID="{87F2CC69-02F8-44AC-BB08-332670D5F228}" presName="spaceRect" presStyleCnt="0"/>
      <dgm:spPr/>
    </dgm:pt>
    <dgm:pt modelId="{D0E074D3-A434-4EB5-A05B-CA424698A100}" type="pres">
      <dgm:prSet presAssocID="{87F2CC69-02F8-44AC-BB08-332670D5F228}" presName="textRect" presStyleLbl="revTx" presStyleIdx="1" presStyleCnt="3">
        <dgm:presLayoutVars>
          <dgm:chMax val="1"/>
          <dgm:chPref val="1"/>
        </dgm:presLayoutVars>
      </dgm:prSet>
      <dgm:spPr/>
    </dgm:pt>
    <dgm:pt modelId="{343E7CA8-9C4C-41A2-B9B4-587911A37DCE}" type="pres">
      <dgm:prSet presAssocID="{5CAD38E0-DBF1-4170-8C4D-FF029601BB53}" presName="sibTrans" presStyleCnt="0"/>
      <dgm:spPr/>
    </dgm:pt>
    <dgm:pt modelId="{0ECF3E1C-7D3C-437F-9EB7-7FF5E0CB9702}" type="pres">
      <dgm:prSet presAssocID="{C76D7313-6BB5-46DD-AE97-DC50556C16D1}" presName="compNode" presStyleCnt="0"/>
      <dgm:spPr/>
    </dgm:pt>
    <dgm:pt modelId="{AB4EFF85-F86C-46AE-AA55-494BD7D89BBC}" type="pres">
      <dgm:prSet presAssocID="{C76D7313-6BB5-46DD-AE97-DC50556C16D1}" presName="iconBgRect" presStyleLbl="bgShp" presStyleIdx="2" presStyleCnt="3"/>
      <dgm:spPr/>
    </dgm:pt>
    <dgm:pt modelId="{E8D75DF6-B94C-48E8-AC25-D0C575426974}" type="pres">
      <dgm:prSet presAssocID="{C76D7313-6BB5-46DD-AE97-DC50556C16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4680B2F-D5FB-4F29-94EA-DDA31B55ABCA}" type="pres">
      <dgm:prSet presAssocID="{C76D7313-6BB5-46DD-AE97-DC50556C16D1}" presName="spaceRect" presStyleCnt="0"/>
      <dgm:spPr/>
    </dgm:pt>
    <dgm:pt modelId="{A93F5AD5-13E6-4E2B-BBB3-C270CC0CC351}" type="pres">
      <dgm:prSet presAssocID="{C76D7313-6BB5-46DD-AE97-DC50556C16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9D41B10-3302-4A5D-8266-47315ADD4AE3}" type="presOf" srcId="{2AB0E6DE-6107-4389-99E2-73586D147229}" destId="{518FF446-B6F6-41CD-8FD4-D0B5F82C6BB0}" srcOrd="0" destOrd="0" presId="urn:microsoft.com/office/officeart/2018/5/layout/IconCircleLabelList"/>
    <dgm:cxn modelId="{9771BF4B-70F6-4662-A142-5CB44973CC63}" srcId="{2AB0E6DE-6107-4389-99E2-73586D147229}" destId="{595B4331-5BF9-4E07-9430-079DB7C493D4}" srcOrd="0" destOrd="0" parTransId="{2DBA416F-FF70-4897-9BAE-7B1B58DEA5F9}" sibTransId="{E01A08B3-CCB9-43B4-871A-2390682AC54C}"/>
    <dgm:cxn modelId="{3B70A871-4B93-4705-AFD6-BC16AEA80048}" type="presOf" srcId="{C76D7313-6BB5-46DD-AE97-DC50556C16D1}" destId="{A93F5AD5-13E6-4E2B-BBB3-C270CC0CC351}" srcOrd="0" destOrd="0" presId="urn:microsoft.com/office/officeart/2018/5/layout/IconCircleLabelList"/>
    <dgm:cxn modelId="{98115F7A-B5F6-4939-8FD3-43C8BABCDEA5}" type="presOf" srcId="{595B4331-5BF9-4E07-9430-079DB7C493D4}" destId="{79754E36-73A7-4453-AD0B-2D0EF24A6BC9}" srcOrd="0" destOrd="0" presId="urn:microsoft.com/office/officeart/2018/5/layout/IconCircleLabelList"/>
    <dgm:cxn modelId="{099A5B7C-685F-4145-B7F0-0FFAEF09C5B2}" srcId="{2AB0E6DE-6107-4389-99E2-73586D147229}" destId="{87F2CC69-02F8-44AC-BB08-332670D5F228}" srcOrd="1" destOrd="0" parTransId="{0B521B2F-234D-41FD-B946-3F5272B85100}" sibTransId="{5CAD38E0-DBF1-4170-8C4D-FF029601BB53}"/>
    <dgm:cxn modelId="{3CCB17DC-045B-479B-8B13-FDC84495A65D}" type="presOf" srcId="{87F2CC69-02F8-44AC-BB08-332670D5F228}" destId="{D0E074D3-A434-4EB5-A05B-CA424698A100}" srcOrd="0" destOrd="0" presId="urn:microsoft.com/office/officeart/2018/5/layout/IconCircleLabelList"/>
    <dgm:cxn modelId="{CE558DEB-4B59-4A73-B57F-F947B16F381F}" srcId="{2AB0E6DE-6107-4389-99E2-73586D147229}" destId="{C76D7313-6BB5-46DD-AE97-DC50556C16D1}" srcOrd="2" destOrd="0" parTransId="{5CFD1153-62E8-4462-9369-45D759581D45}" sibTransId="{0BB6F648-E7A7-4C2A-8AD9-EC5661BC7447}"/>
    <dgm:cxn modelId="{7CC5EA32-1068-4DD4-ACC8-F43DF241A177}" type="presParOf" srcId="{518FF446-B6F6-41CD-8FD4-D0B5F82C6BB0}" destId="{93C57F72-9E8E-4295-BA3A-ECE42F4A7FD0}" srcOrd="0" destOrd="0" presId="urn:microsoft.com/office/officeart/2018/5/layout/IconCircleLabelList"/>
    <dgm:cxn modelId="{F0EE40C8-8EF6-4A44-BB16-D59405BB765A}" type="presParOf" srcId="{93C57F72-9E8E-4295-BA3A-ECE42F4A7FD0}" destId="{F0457B72-AD08-40C2-B209-0B8B7930A1E9}" srcOrd="0" destOrd="0" presId="urn:microsoft.com/office/officeart/2018/5/layout/IconCircleLabelList"/>
    <dgm:cxn modelId="{421B46C9-E5D4-47CD-B8BF-594EA34E0EDB}" type="presParOf" srcId="{93C57F72-9E8E-4295-BA3A-ECE42F4A7FD0}" destId="{F6F23C31-4A48-4A5B-B397-5E4F36E9456E}" srcOrd="1" destOrd="0" presId="urn:microsoft.com/office/officeart/2018/5/layout/IconCircleLabelList"/>
    <dgm:cxn modelId="{6F27304F-FD25-422C-9E40-E4ECB0241763}" type="presParOf" srcId="{93C57F72-9E8E-4295-BA3A-ECE42F4A7FD0}" destId="{67D15B88-EC48-4657-9AEC-D16FC94BB4B2}" srcOrd="2" destOrd="0" presId="urn:microsoft.com/office/officeart/2018/5/layout/IconCircleLabelList"/>
    <dgm:cxn modelId="{458A7653-4A3E-41CC-80E2-6E03156A3A11}" type="presParOf" srcId="{93C57F72-9E8E-4295-BA3A-ECE42F4A7FD0}" destId="{79754E36-73A7-4453-AD0B-2D0EF24A6BC9}" srcOrd="3" destOrd="0" presId="urn:microsoft.com/office/officeart/2018/5/layout/IconCircleLabelList"/>
    <dgm:cxn modelId="{19B923DF-7C8D-4AB5-B943-1482230DA86C}" type="presParOf" srcId="{518FF446-B6F6-41CD-8FD4-D0B5F82C6BB0}" destId="{E1D63F8B-997C-4070-AC3D-86D312D966E9}" srcOrd="1" destOrd="0" presId="urn:microsoft.com/office/officeart/2018/5/layout/IconCircleLabelList"/>
    <dgm:cxn modelId="{A4B613EA-36F3-418B-A78C-C8B0798F6204}" type="presParOf" srcId="{518FF446-B6F6-41CD-8FD4-D0B5F82C6BB0}" destId="{FEC9CFC0-42FE-4C39-90D5-5923CE81B6E9}" srcOrd="2" destOrd="0" presId="urn:microsoft.com/office/officeart/2018/5/layout/IconCircleLabelList"/>
    <dgm:cxn modelId="{E5FF6C87-FF15-4D25-9FBD-D0727A8DDB66}" type="presParOf" srcId="{FEC9CFC0-42FE-4C39-90D5-5923CE81B6E9}" destId="{9BDAEC29-5E64-4AB9-BD8A-006B35BDAB8D}" srcOrd="0" destOrd="0" presId="urn:microsoft.com/office/officeart/2018/5/layout/IconCircleLabelList"/>
    <dgm:cxn modelId="{613885C1-DC23-484D-B41E-0B77E5D33C9B}" type="presParOf" srcId="{FEC9CFC0-42FE-4C39-90D5-5923CE81B6E9}" destId="{736A2048-8D1A-497B-B65B-F22927BB158E}" srcOrd="1" destOrd="0" presId="urn:microsoft.com/office/officeart/2018/5/layout/IconCircleLabelList"/>
    <dgm:cxn modelId="{86582881-CAAD-45DC-B91C-8A82DBA48519}" type="presParOf" srcId="{FEC9CFC0-42FE-4C39-90D5-5923CE81B6E9}" destId="{A8684BF5-F2D7-497B-8B1D-831E71E95CDA}" srcOrd="2" destOrd="0" presId="urn:microsoft.com/office/officeart/2018/5/layout/IconCircleLabelList"/>
    <dgm:cxn modelId="{76EC219F-2735-4974-BCAF-E61FE9A2E1B0}" type="presParOf" srcId="{FEC9CFC0-42FE-4C39-90D5-5923CE81B6E9}" destId="{D0E074D3-A434-4EB5-A05B-CA424698A100}" srcOrd="3" destOrd="0" presId="urn:microsoft.com/office/officeart/2018/5/layout/IconCircleLabelList"/>
    <dgm:cxn modelId="{970C0AA4-09A5-471D-9BE3-AD456ACA7A61}" type="presParOf" srcId="{518FF446-B6F6-41CD-8FD4-D0B5F82C6BB0}" destId="{343E7CA8-9C4C-41A2-B9B4-587911A37DCE}" srcOrd="3" destOrd="0" presId="urn:microsoft.com/office/officeart/2018/5/layout/IconCircleLabelList"/>
    <dgm:cxn modelId="{3BBA3460-AD1B-4D75-AC42-E7116A760DC7}" type="presParOf" srcId="{518FF446-B6F6-41CD-8FD4-D0B5F82C6BB0}" destId="{0ECF3E1C-7D3C-437F-9EB7-7FF5E0CB9702}" srcOrd="4" destOrd="0" presId="urn:microsoft.com/office/officeart/2018/5/layout/IconCircleLabelList"/>
    <dgm:cxn modelId="{87C09C05-D1BA-4D9C-8EB3-C05E5DD4D699}" type="presParOf" srcId="{0ECF3E1C-7D3C-437F-9EB7-7FF5E0CB9702}" destId="{AB4EFF85-F86C-46AE-AA55-494BD7D89BBC}" srcOrd="0" destOrd="0" presId="urn:microsoft.com/office/officeart/2018/5/layout/IconCircleLabelList"/>
    <dgm:cxn modelId="{9EA0E775-CC9E-417E-B516-3E92A9007B2E}" type="presParOf" srcId="{0ECF3E1C-7D3C-437F-9EB7-7FF5E0CB9702}" destId="{E8D75DF6-B94C-48E8-AC25-D0C575426974}" srcOrd="1" destOrd="0" presId="urn:microsoft.com/office/officeart/2018/5/layout/IconCircleLabelList"/>
    <dgm:cxn modelId="{DD33397F-3648-46F5-940D-5E6CED884547}" type="presParOf" srcId="{0ECF3E1C-7D3C-437F-9EB7-7FF5E0CB9702}" destId="{44680B2F-D5FB-4F29-94EA-DDA31B55ABCA}" srcOrd="2" destOrd="0" presId="urn:microsoft.com/office/officeart/2018/5/layout/IconCircleLabelList"/>
    <dgm:cxn modelId="{29C145FE-E2C2-426E-BE85-328FC3AC3B71}" type="presParOf" srcId="{0ECF3E1C-7D3C-437F-9EB7-7FF5E0CB9702}" destId="{A93F5AD5-13E6-4E2B-BBB3-C270CC0CC35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74D33A-060F-4F24-BEE1-4BA5BDB3B9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9C54534-1015-4DF3-BCF2-003425B4EA1C}">
      <dgm:prSet/>
      <dgm:spPr/>
      <dgm:t>
        <a:bodyPr/>
        <a:lstStyle/>
        <a:p>
          <a:r>
            <a:rPr lang="en-US" b="1" i="0" baseline="0"/>
            <a:t>Definition:</a:t>
          </a:r>
          <a:r>
            <a:rPr lang="en-US" b="0" i="0" baseline="0"/>
            <a:t> A network that connects devices across large distances (cities, countries, or even globally).</a:t>
          </a:r>
          <a:endParaRPr lang="en-US"/>
        </a:p>
      </dgm:t>
    </dgm:pt>
    <dgm:pt modelId="{F83DD5A5-9D1B-43AE-9D32-FF4E5B897553}" type="parTrans" cxnId="{0DD3DF6D-E320-4C78-AE67-68654016CF53}">
      <dgm:prSet/>
      <dgm:spPr/>
      <dgm:t>
        <a:bodyPr/>
        <a:lstStyle/>
        <a:p>
          <a:endParaRPr lang="en-US"/>
        </a:p>
      </dgm:t>
    </dgm:pt>
    <dgm:pt modelId="{A45244DC-D55D-49E1-9005-F7528895C4BC}" type="sibTrans" cxnId="{0DD3DF6D-E320-4C78-AE67-68654016CF53}">
      <dgm:prSet/>
      <dgm:spPr/>
      <dgm:t>
        <a:bodyPr/>
        <a:lstStyle/>
        <a:p>
          <a:endParaRPr lang="en-US"/>
        </a:p>
      </dgm:t>
    </dgm:pt>
    <dgm:pt modelId="{2620B473-9BA6-4CA3-8007-47EF5E96771E}">
      <dgm:prSet/>
      <dgm:spPr/>
      <dgm:t>
        <a:bodyPr/>
        <a:lstStyle/>
        <a:p>
          <a:r>
            <a:rPr lang="en-US" b="1" i="0" baseline="0"/>
            <a:t>Purpose:</a:t>
          </a:r>
          <a:r>
            <a:rPr lang="en-US" b="0" i="0" baseline="0"/>
            <a:t> Connects LANs or other smaller networks, enabling communication over long distances.</a:t>
          </a:r>
          <a:endParaRPr lang="en-US"/>
        </a:p>
      </dgm:t>
    </dgm:pt>
    <dgm:pt modelId="{737FB09E-8C3B-49E8-9735-E80736C4D77A}" type="parTrans" cxnId="{976FB524-6B8D-424F-B49B-50F4FEB7F434}">
      <dgm:prSet/>
      <dgm:spPr/>
      <dgm:t>
        <a:bodyPr/>
        <a:lstStyle/>
        <a:p>
          <a:endParaRPr lang="en-US"/>
        </a:p>
      </dgm:t>
    </dgm:pt>
    <dgm:pt modelId="{02FF4C47-42C9-46A6-B9FF-1CF0F75293E6}" type="sibTrans" cxnId="{976FB524-6B8D-424F-B49B-50F4FEB7F434}">
      <dgm:prSet/>
      <dgm:spPr/>
      <dgm:t>
        <a:bodyPr/>
        <a:lstStyle/>
        <a:p>
          <a:endParaRPr lang="en-US"/>
        </a:p>
      </dgm:t>
    </dgm:pt>
    <dgm:pt modelId="{4E839222-FF5B-479B-B6BD-42535E93005A}">
      <dgm:prSet/>
      <dgm:spPr/>
      <dgm:t>
        <a:bodyPr/>
        <a:lstStyle/>
        <a:p>
          <a:r>
            <a:rPr lang="en-US" b="1" i="0" baseline="0"/>
            <a:t>Examples:</a:t>
          </a:r>
          <a:r>
            <a:rPr lang="en-US" b="0" i="0" baseline="0"/>
            <a:t> The internet, corporate networks linking branch offices worldwide.</a:t>
          </a:r>
          <a:endParaRPr lang="en-US"/>
        </a:p>
      </dgm:t>
    </dgm:pt>
    <dgm:pt modelId="{95F94219-AAD0-43D1-BFFB-516F483DDA7C}" type="parTrans" cxnId="{D4304A5B-DE31-4DCB-8275-E531E2AFAF1F}">
      <dgm:prSet/>
      <dgm:spPr/>
      <dgm:t>
        <a:bodyPr/>
        <a:lstStyle/>
        <a:p>
          <a:endParaRPr lang="en-US"/>
        </a:p>
      </dgm:t>
    </dgm:pt>
    <dgm:pt modelId="{243DBC9C-4D06-4A64-B21C-C5718C8C8931}" type="sibTrans" cxnId="{D4304A5B-DE31-4DCB-8275-E531E2AFAF1F}">
      <dgm:prSet/>
      <dgm:spPr/>
      <dgm:t>
        <a:bodyPr/>
        <a:lstStyle/>
        <a:p>
          <a:endParaRPr lang="en-US"/>
        </a:p>
      </dgm:t>
    </dgm:pt>
    <dgm:pt modelId="{B16A3F91-B39D-4D46-AABA-8D23E20C9ADB}" type="pres">
      <dgm:prSet presAssocID="{6E74D33A-060F-4F24-BEE1-4BA5BDB3B9BB}" presName="root" presStyleCnt="0">
        <dgm:presLayoutVars>
          <dgm:dir/>
          <dgm:resizeHandles val="exact"/>
        </dgm:presLayoutVars>
      </dgm:prSet>
      <dgm:spPr/>
    </dgm:pt>
    <dgm:pt modelId="{A017255F-0C3E-4C7E-835B-6B660EA8173C}" type="pres">
      <dgm:prSet presAssocID="{D9C54534-1015-4DF3-BCF2-003425B4EA1C}" presName="compNode" presStyleCnt="0"/>
      <dgm:spPr/>
    </dgm:pt>
    <dgm:pt modelId="{8A8EF4A3-BD8B-4626-BDBD-B81274369228}" type="pres">
      <dgm:prSet presAssocID="{D9C54534-1015-4DF3-BCF2-003425B4EA1C}" presName="bgRect" presStyleLbl="bgShp" presStyleIdx="0" presStyleCnt="3"/>
      <dgm:spPr/>
    </dgm:pt>
    <dgm:pt modelId="{80EF621B-6C58-44F7-9A52-49D44F1E961D}" type="pres">
      <dgm:prSet presAssocID="{D9C54534-1015-4DF3-BCF2-003425B4EA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DC856777-BAAC-412F-88AB-0616A7D8C417}" type="pres">
      <dgm:prSet presAssocID="{D9C54534-1015-4DF3-BCF2-003425B4EA1C}" presName="spaceRect" presStyleCnt="0"/>
      <dgm:spPr/>
    </dgm:pt>
    <dgm:pt modelId="{0DDEF185-101E-41A1-9BB3-C865BC905092}" type="pres">
      <dgm:prSet presAssocID="{D9C54534-1015-4DF3-BCF2-003425B4EA1C}" presName="parTx" presStyleLbl="revTx" presStyleIdx="0" presStyleCnt="3">
        <dgm:presLayoutVars>
          <dgm:chMax val="0"/>
          <dgm:chPref val="0"/>
        </dgm:presLayoutVars>
      </dgm:prSet>
      <dgm:spPr/>
    </dgm:pt>
    <dgm:pt modelId="{6BC3CF7B-E3A9-45AC-9EA5-AD5C6C5B0ED2}" type="pres">
      <dgm:prSet presAssocID="{A45244DC-D55D-49E1-9005-F7528895C4BC}" presName="sibTrans" presStyleCnt="0"/>
      <dgm:spPr/>
    </dgm:pt>
    <dgm:pt modelId="{7DE08F95-D652-4CED-AF75-CD52E4437F2D}" type="pres">
      <dgm:prSet presAssocID="{2620B473-9BA6-4CA3-8007-47EF5E96771E}" presName="compNode" presStyleCnt="0"/>
      <dgm:spPr/>
    </dgm:pt>
    <dgm:pt modelId="{73147CED-4F99-4EA4-90C7-0CFDC1CE2CFB}" type="pres">
      <dgm:prSet presAssocID="{2620B473-9BA6-4CA3-8007-47EF5E96771E}" presName="bgRect" presStyleLbl="bgShp" presStyleIdx="1" presStyleCnt="3"/>
      <dgm:spPr/>
    </dgm:pt>
    <dgm:pt modelId="{89B5EE38-2FDD-4D78-AD80-E0EAD4EDA02E}" type="pres">
      <dgm:prSet presAssocID="{2620B473-9BA6-4CA3-8007-47EF5E9677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CD35977F-F600-457D-B016-132B28A5E2D1}" type="pres">
      <dgm:prSet presAssocID="{2620B473-9BA6-4CA3-8007-47EF5E96771E}" presName="spaceRect" presStyleCnt="0"/>
      <dgm:spPr/>
    </dgm:pt>
    <dgm:pt modelId="{08D1C289-7845-4849-B7ED-3FDA2079EE36}" type="pres">
      <dgm:prSet presAssocID="{2620B473-9BA6-4CA3-8007-47EF5E96771E}" presName="parTx" presStyleLbl="revTx" presStyleIdx="1" presStyleCnt="3">
        <dgm:presLayoutVars>
          <dgm:chMax val="0"/>
          <dgm:chPref val="0"/>
        </dgm:presLayoutVars>
      </dgm:prSet>
      <dgm:spPr/>
    </dgm:pt>
    <dgm:pt modelId="{E8CFE2DE-88F7-41CB-B9A4-F6C3ED383A77}" type="pres">
      <dgm:prSet presAssocID="{02FF4C47-42C9-46A6-B9FF-1CF0F75293E6}" presName="sibTrans" presStyleCnt="0"/>
      <dgm:spPr/>
    </dgm:pt>
    <dgm:pt modelId="{1242CC01-47F9-455E-8098-DD6911C882DE}" type="pres">
      <dgm:prSet presAssocID="{4E839222-FF5B-479B-B6BD-42535E93005A}" presName="compNode" presStyleCnt="0"/>
      <dgm:spPr/>
    </dgm:pt>
    <dgm:pt modelId="{5018935D-E672-477F-A9F0-25F834582DE7}" type="pres">
      <dgm:prSet presAssocID="{4E839222-FF5B-479B-B6BD-42535E93005A}" presName="bgRect" presStyleLbl="bgShp" presStyleIdx="2" presStyleCnt="3"/>
      <dgm:spPr/>
    </dgm:pt>
    <dgm:pt modelId="{FCB55952-1755-4066-8123-95BA1F20C5A3}" type="pres">
      <dgm:prSet presAssocID="{4E839222-FF5B-479B-B6BD-42535E93005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58C1745-0581-4DD5-BFA9-DCB699BCFDDF}" type="pres">
      <dgm:prSet presAssocID="{4E839222-FF5B-479B-B6BD-42535E93005A}" presName="spaceRect" presStyleCnt="0"/>
      <dgm:spPr/>
    </dgm:pt>
    <dgm:pt modelId="{7E0D0640-65CD-480B-B1CE-A45349FC59C4}" type="pres">
      <dgm:prSet presAssocID="{4E839222-FF5B-479B-B6BD-42535E93005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8978614-AC77-46CB-9892-9DF3F7C418B9}" type="presOf" srcId="{6E74D33A-060F-4F24-BEE1-4BA5BDB3B9BB}" destId="{B16A3F91-B39D-4D46-AABA-8D23E20C9ADB}" srcOrd="0" destOrd="0" presId="urn:microsoft.com/office/officeart/2018/2/layout/IconVerticalSolidList"/>
    <dgm:cxn modelId="{976FB524-6B8D-424F-B49B-50F4FEB7F434}" srcId="{6E74D33A-060F-4F24-BEE1-4BA5BDB3B9BB}" destId="{2620B473-9BA6-4CA3-8007-47EF5E96771E}" srcOrd="1" destOrd="0" parTransId="{737FB09E-8C3B-49E8-9735-E80736C4D77A}" sibTransId="{02FF4C47-42C9-46A6-B9FF-1CF0F75293E6}"/>
    <dgm:cxn modelId="{D4304A5B-DE31-4DCB-8275-E531E2AFAF1F}" srcId="{6E74D33A-060F-4F24-BEE1-4BA5BDB3B9BB}" destId="{4E839222-FF5B-479B-B6BD-42535E93005A}" srcOrd="2" destOrd="0" parTransId="{95F94219-AAD0-43D1-BFFB-516F483DDA7C}" sibTransId="{243DBC9C-4D06-4A64-B21C-C5718C8C8931}"/>
    <dgm:cxn modelId="{09820542-343B-497A-9854-0051E14642EC}" type="presOf" srcId="{2620B473-9BA6-4CA3-8007-47EF5E96771E}" destId="{08D1C289-7845-4849-B7ED-3FDA2079EE36}" srcOrd="0" destOrd="0" presId="urn:microsoft.com/office/officeart/2018/2/layout/IconVerticalSolidList"/>
    <dgm:cxn modelId="{097FC34D-3295-45C6-BF6A-77BA2DA15F42}" type="presOf" srcId="{D9C54534-1015-4DF3-BCF2-003425B4EA1C}" destId="{0DDEF185-101E-41A1-9BB3-C865BC905092}" srcOrd="0" destOrd="0" presId="urn:microsoft.com/office/officeart/2018/2/layout/IconVerticalSolidList"/>
    <dgm:cxn modelId="{0DD3DF6D-E320-4C78-AE67-68654016CF53}" srcId="{6E74D33A-060F-4F24-BEE1-4BA5BDB3B9BB}" destId="{D9C54534-1015-4DF3-BCF2-003425B4EA1C}" srcOrd="0" destOrd="0" parTransId="{F83DD5A5-9D1B-43AE-9D32-FF4E5B897553}" sibTransId="{A45244DC-D55D-49E1-9005-F7528895C4BC}"/>
    <dgm:cxn modelId="{ED8200BD-8E0A-4B41-98F5-60416B72C04F}" type="presOf" srcId="{4E839222-FF5B-479B-B6BD-42535E93005A}" destId="{7E0D0640-65CD-480B-B1CE-A45349FC59C4}" srcOrd="0" destOrd="0" presId="urn:microsoft.com/office/officeart/2018/2/layout/IconVerticalSolidList"/>
    <dgm:cxn modelId="{BD666CF0-E12E-49F5-A8B4-2CDE4238F8DB}" type="presParOf" srcId="{B16A3F91-B39D-4D46-AABA-8D23E20C9ADB}" destId="{A017255F-0C3E-4C7E-835B-6B660EA8173C}" srcOrd="0" destOrd="0" presId="urn:microsoft.com/office/officeart/2018/2/layout/IconVerticalSolidList"/>
    <dgm:cxn modelId="{51BF8B1D-4088-4D96-9AAF-6DC08F476D04}" type="presParOf" srcId="{A017255F-0C3E-4C7E-835B-6B660EA8173C}" destId="{8A8EF4A3-BD8B-4626-BDBD-B81274369228}" srcOrd="0" destOrd="0" presId="urn:microsoft.com/office/officeart/2018/2/layout/IconVerticalSolidList"/>
    <dgm:cxn modelId="{6708F237-8012-4286-88B9-51FA3F0EACD1}" type="presParOf" srcId="{A017255F-0C3E-4C7E-835B-6B660EA8173C}" destId="{80EF621B-6C58-44F7-9A52-49D44F1E961D}" srcOrd="1" destOrd="0" presId="urn:microsoft.com/office/officeart/2018/2/layout/IconVerticalSolidList"/>
    <dgm:cxn modelId="{6EBEFBC2-620E-4387-9CD0-FA9F28F7D6BC}" type="presParOf" srcId="{A017255F-0C3E-4C7E-835B-6B660EA8173C}" destId="{DC856777-BAAC-412F-88AB-0616A7D8C417}" srcOrd="2" destOrd="0" presId="urn:microsoft.com/office/officeart/2018/2/layout/IconVerticalSolidList"/>
    <dgm:cxn modelId="{6C562B66-BB7B-4952-BF83-76D008C26516}" type="presParOf" srcId="{A017255F-0C3E-4C7E-835B-6B660EA8173C}" destId="{0DDEF185-101E-41A1-9BB3-C865BC905092}" srcOrd="3" destOrd="0" presId="urn:microsoft.com/office/officeart/2018/2/layout/IconVerticalSolidList"/>
    <dgm:cxn modelId="{F6013B65-A035-4520-9489-55D70C99D953}" type="presParOf" srcId="{B16A3F91-B39D-4D46-AABA-8D23E20C9ADB}" destId="{6BC3CF7B-E3A9-45AC-9EA5-AD5C6C5B0ED2}" srcOrd="1" destOrd="0" presId="urn:microsoft.com/office/officeart/2018/2/layout/IconVerticalSolidList"/>
    <dgm:cxn modelId="{172D550E-01D0-4374-87CB-C439EE9AD817}" type="presParOf" srcId="{B16A3F91-B39D-4D46-AABA-8D23E20C9ADB}" destId="{7DE08F95-D652-4CED-AF75-CD52E4437F2D}" srcOrd="2" destOrd="0" presId="urn:microsoft.com/office/officeart/2018/2/layout/IconVerticalSolidList"/>
    <dgm:cxn modelId="{D1D2D2EA-497E-45BD-AEFF-09C105E436D1}" type="presParOf" srcId="{7DE08F95-D652-4CED-AF75-CD52E4437F2D}" destId="{73147CED-4F99-4EA4-90C7-0CFDC1CE2CFB}" srcOrd="0" destOrd="0" presId="urn:microsoft.com/office/officeart/2018/2/layout/IconVerticalSolidList"/>
    <dgm:cxn modelId="{3B0763E9-0B52-41A1-A41B-B56FF0DA9904}" type="presParOf" srcId="{7DE08F95-D652-4CED-AF75-CD52E4437F2D}" destId="{89B5EE38-2FDD-4D78-AD80-E0EAD4EDA02E}" srcOrd="1" destOrd="0" presId="urn:microsoft.com/office/officeart/2018/2/layout/IconVerticalSolidList"/>
    <dgm:cxn modelId="{017A73FC-0822-4394-B203-B2D4D965F540}" type="presParOf" srcId="{7DE08F95-D652-4CED-AF75-CD52E4437F2D}" destId="{CD35977F-F600-457D-B016-132B28A5E2D1}" srcOrd="2" destOrd="0" presId="urn:microsoft.com/office/officeart/2018/2/layout/IconVerticalSolidList"/>
    <dgm:cxn modelId="{3468C0DB-FB24-4BCC-B36A-F341DE47FD76}" type="presParOf" srcId="{7DE08F95-D652-4CED-AF75-CD52E4437F2D}" destId="{08D1C289-7845-4849-B7ED-3FDA2079EE36}" srcOrd="3" destOrd="0" presId="urn:microsoft.com/office/officeart/2018/2/layout/IconVerticalSolidList"/>
    <dgm:cxn modelId="{8DEDB05D-4F9C-4D4B-80AB-A28E32ABFA52}" type="presParOf" srcId="{B16A3F91-B39D-4D46-AABA-8D23E20C9ADB}" destId="{E8CFE2DE-88F7-41CB-B9A4-F6C3ED383A77}" srcOrd="3" destOrd="0" presId="urn:microsoft.com/office/officeart/2018/2/layout/IconVerticalSolidList"/>
    <dgm:cxn modelId="{8C437E27-FFE0-43F8-AB98-80B6AB4A66AD}" type="presParOf" srcId="{B16A3F91-B39D-4D46-AABA-8D23E20C9ADB}" destId="{1242CC01-47F9-455E-8098-DD6911C882DE}" srcOrd="4" destOrd="0" presId="urn:microsoft.com/office/officeart/2018/2/layout/IconVerticalSolidList"/>
    <dgm:cxn modelId="{2F4FD7AC-5144-423D-9702-2E3F4E4FAB3B}" type="presParOf" srcId="{1242CC01-47F9-455E-8098-DD6911C882DE}" destId="{5018935D-E672-477F-A9F0-25F834582DE7}" srcOrd="0" destOrd="0" presId="urn:microsoft.com/office/officeart/2018/2/layout/IconVerticalSolidList"/>
    <dgm:cxn modelId="{DE7CB2EE-1732-4165-89CD-6D8C41D0D9FA}" type="presParOf" srcId="{1242CC01-47F9-455E-8098-DD6911C882DE}" destId="{FCB55952-1755-4066-8123-95BA1F20C5A3}" srcOrd="1" destOrd="0" presId="urn:microsoft.com/office/officeart/2018/2/layout/IconVerticalSolidList"/>
    <dgm:cxn modelId="{893EE013-7B46-4109-A147-254ACA6C422D}" type="presParOf" srcId="{1242CC01-47F9-455E-8098-DD6911C882DE}" destId="{F58C1745-0581-4DD5-BFA9-DCB699BCFDDF}" srcOrd="2" destOrd="0" presId="urn:microsoft.com/office/officeart/2018/2/layout/IconVerticalSolidList"/>
    <dgm:cxn modelId="{59BBB9AF-9C61-4195-8D31-7980E4E2352C}" type="presParOf" srcId="{1242CC01-47F9-455E-8098-DD6911C882DE}" destId="{7E0D0640-65CD-480B-B1CE-A45349FC59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4449C8-A5FF-4FBD-A664-E97A66B4AE3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73E965-6C23-478E-B146-F930019EB098}">
      <dgm:prSet/>
      <dgm:spPr/>
      <dgm:t>
        <a:bodyPr/>
        <a:lstStyle/>
        <a:p>
          <a:r>
            <a:rPr lang="en-US" b="0" i="0" baseline="0"/>
            <a:t>Routers, leased lines (e.g., MPLS), or internet links.</a:t>
          </a:r>
          <a:endParaRPr lang="en-US"/>
        </a:p>
      </dgm:t>
    </dgm:pt>
    <dgm:pt modelId="{2341CD57-A955-4474-8545-E4809A438625}" type="parTrans" cxnId="{80231370-DB77-40EB-82D5-062ACD257766}">
      <dgm:prSet/>
      <dgm:spPr/>
      <dgm:t>
        <a:bodyPr/>
        <a:lstStyle/>
        <a:p>
          <a:endParaRPr lang="en-US"/>
        </a:p>
      </dgm:t>
    </dgm:pt>
    <dgm:pt modelId="{CBFFBE93-6D69-4DBB-B41B-AD6A62540A48}" type="sibTrans" cxnId="{80231370-DB77-40EB-82D5-062ACD257766}">
      <dgm:prSet/>
      <dgm:spPr/>
      <dgm:t>
        <a:bodyPr/>
        <a:lstStyle/>
        <a:p>
          <a:endParaRPr lang="en-US"/>
        </a:p>
      </dgm:t>
    </dgm:pt>
    <dgm:pt modelId="{781485EA-7B42-4374-AB97-635D2A4248B3}">
      <dgm:prSet/>
      <dgm:spPr/>
      <dgm:t>
        <a:bodyPr/>
        <a:lstStyle/>
        <a:p>
          <a:r>
            <a:rPr lang="en-US" b="0" i="0" baseline="0"/>
            <a:t>Network Service Providers (e.g., ISPs or telecoms).</a:t>
          </a:r>
          <a:endParaRPr lang="en-US"/>
        </a:p>
      </dgm:t>
    </dgm:pt>
    <dgm:pt modelId="{56AF4B7D-C9B0-4DE2-9C10-00B279F0CC73}" type="parTrans" cxnId="{29F28B92-5C68-4376-A7C9-39B22119458A}">
      <dgm:prSet/>
      <dgm:spPr/>
      <dgm:t>
        <a:bodyPr/>
        <a:lstStyle/>
        <a:p>
          <a:endParaRPr lang="en-US"/>
        </a:p>
      </dgm:t>
    </dgm:pt>
    <dgm:pt modelId="{C3256FF1-7E6B-4D41-B4AB-D237CEE0B9DD}" type="sibTrans" cxnId="{29F28B92-5C68-4376-A7C9-39B22119458A}">
      <dgm:prSet/>
      <dgm:spPr/>
      <dgm:t>
        <a:bodyPr/>
        <a:lstStyle/>
        <a:p>
          <a:endParaRPr lang="en-US"/>
        </a:p>
      </dgm:t>
    </dgm:pt>
    <dgm:pt modelId="{91724DFA-F4C8-4425-82B5-BC8DB8CA9834}" type="pres">
      <dgm:prSet presAssocID="{344449C8-A5FF-4FBD-A664-E97A66B4AE34}" presName="root" presStyleCnt="0">
        <dgm:presLayoutVars>
          <dgm:dir/>
          <dgm:resizeHandles val="exact"/>
        </dgm:presLayoutVars>
      </dgm:prSet>
      <dgm:spPr/>
    </dgm:pt>
    <dgm:pt modelId="{BC6D67CB-6EAC-4F7C-BF89-461D6A972402}" type="pres">
      <dgm:prSet presAssocID="{5B73E965-6C23-478E-B146-F930019EB098}" presName="compNode" presStyleCnt="0"/>
      <dgm:spPr/>
    </dgm:pt>
    <dgm:pt modelId="{8DE027F8-7362-419C-9E14-99E6944678FD}" type="pres">
      <dgm:prSet presAssocID="{5B73E965-6C23-478E-B146-F930019EB09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3594B67-21F7-470E-9BB6-A7EDF2E6782D}" type="pres">
      <dgm:prSet presAssocID="{5B73E965-6C23-478E-B146-F930019EB098}" presName="spaceRect" presStyleCnt="0"/>
      <dgm:spPr/>
    </dgm:pt>
    <dgm:pt modelId="{85AD5E9A-A3E1-4112-8C69-B3634B5F42D1}" type="pres">
      <dgm:prSet presAssocID="{5B73E965-6C23-478E-B146-F930019EB098}" presName="textRect" presStyleLbl="revTx" presStyleIdx="0" presStyleCnt="2">
        <dgm:presLayoutVars>
          <dgm:chMax val="1"/>
          <dgm:chPref val="1"/>
        </dgm:presLayoutVars>
      </dgm:prSet>
      <dgm:spPr/>
    </dgm:pt>
    <dgm:pt modelId="{8102C72A-7FA0-402A-95AA-075875B24336}" type="pres">
      <dgm:prSet presAssocID="{CBFFBE93-6D69-4DBB-B41B-AD6A62540A48}" presName="sibTrans" presStyleCnt="0"/>
      <dgm:spPr/>
    </dgm:pt>
    <dgm:pt modelId="{8FB5F078-D946-43C8-B86A-5E823E886CF6}" type="pres">
      <dgm:prSet presAssocID="{781485EA-7B42-4374-AB97-635D2A4248B3}" presName="compNode" presStyleCnt="0"/>
      <dgm:spPr/>
    </dgm:pt>
    <dgm:pt modelId="{F0654B67-0323-4DDB-9D8E-6710883C5D0D}" type="pres">
      <dgm:prSet presAssocID="{781485EA-7B42-4374-AB97-635D2A4248B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37F0F37E-1EDC-4C59-975C-D2592276BC4A}" type="pres">
      <dgm:prSet presAssocID="{781485EA-7B42-4374-AB97-635D2A4248B3}" presName="spaceRect" presStyleCnt="0"/>
      <dgm:spPr/>
    </dgm:pt>
    <dgm:pt modelId="{F5ED8AB9-AB07-4AAA-A56B-8B2230CB5AD5}" type="pres">
      <dgm:prSet presAssocID="{781485EA-7B42-4374-AB97-635D2A4248B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514E65E-6A4F-4339-8F68-E345C2A4363E}" type="presOf" srcId="{5B73E965-6C23-478E-B146-F930019EB098}" destId="{85AD5E9A-A3E1-4112-8C69-B3634B5F42D1}" srcOrd="0" destOrd="0" presId="urn:microsoft.com/office/officeart/2018/2/layout/IconLabelList"/>
    <dgm:cxn modelId="{80231370-DB77-40EB-82D5-062ACD257766}" srcId="{344449C8-A5FF-4FBD-A664-E97A66B4AE34}" destId="{5B73E965-6C23-478E-B146-F930019EB098}" srcOrd="0" destOrd="0" parTransId="{2341CD57-A955-4474-8545-E4809A438625}" sibTransId="{CBFFBE93-6D69-4DBB-B41B-AD6A62540A48}"/>
    <dgm:cxn modelId="{9C818459-5338-4740-89E1-0E95E9E96384}" type="presOf" srcId="{781485EA-7B42-4374-AB97-635D2A4248B3}" destId="{F5ED8AB9-AB07-4AAA-A56B-8B2230CB5AD5}" srcOrd="0" destOrd="0" presId="urn:microsoft.com/office/officeart/2018/2/layout/IconLabelList"/>
    <dgm:cxn modelId="{29F28B92-5C68-4376-A7C9-39B22119458A}" srcId="{344449C8-A5FF-4FBD-A664-E97A66B4AE34}" destId="{781485EA-7B42-4374-AB97-635D2A4248B3}" srcOrd="1" destOrd="0" parTransId="{56AF4B7D-C9B0-4DE2-9C10-00B279F0CC73}" sibTransId="{C3256FF1-7E6B-4D41-B4AB-D237CEE0B9DD}"/>
    <dgm:cxn modelId="{D3BF3CCB-BAD4-4AFE-B9B2-789BFF1959BB}" type="presOf" srcId="{344449C8-A5FF-4FBD-A664-E97A66B4AE34}" destId="{91724DFA-F4C8-4425-82B5-BC8DB8CA9834}" srcOrd="0" destOrd="0" presId="urn:microsoft.com/office/officeart/2018/2/layout/IconLabelList"/>
    <dgm:cxn modelId="{5495E4AF-9FF6-4439-9E29-62FFF71A03E2}" type="presParOf" srcId="{91724DFA-F4C8-4425-82B5-BC8DB8CA9834}" destId="{BC6D67CB-6EAC-4F7C-BF89-461D6A972402}" srcOrd="0" destOrd="0" presId="urn:microsoft.com/office/officeart/2018/2/layout/IconLabelList"/>
    <dgm:cxn modelId="{5BE3A066-9B7E-40E0-A8D3-0D0E683DE271}" type="presParOf" srcId="{BC6D67CB-6EAC-4F7C-BF89-461D6A972402}" destId="{8DE027F8-7362-419C-9E14-99E6944678FD}" srcOrd="0" destOrd="0" presId="urn:microsoft.com/office/officeart/2018/2/layout/IconLabelList"/>
    <dgm:cxn modelId="{EC7F278E-2F40-4B15-917C-9B5B0AC33AA7}" type="presParOf" srcId="{BC6D67CB-6EAC-4F7C-BF89-461D6A972402}" destId="{B3594B67-21F7-470E-9BB6-A7EDF2E6782D}" srcOrd="1" destOrd="0" presId="urn:microsoft.com/office/officeart/2018/2/layout/IconLabelList"/>
    <dgm:cxn modelId="{DED27142-6C6B-42CD-87A1-E41880F3C0E9}" type="presParOf" srcId="{BC6D67CB-6EAC-4F7C-BF89-461D6A972402}" destId="{85AD5E9A-A3E1-4112-8C69-B3634B5F42D1}" srcOrd="2" destOrd="0" presId="urn:microsoft.com/office/officeart/2018/2/layout/IconLabelList"/>
    <dgm:cxn modelId="{4BA0159B-174B-4227-99C2-E3F2AEADACDC}" type="presParOf" srcId="{91724DFA-F4C8-4425-82B5-BC8DB8CA9834}" destId="{8102C72A-7FA0-402A-95AA-075875B24336}" srcOrd="1" destOrd="0" presId="urn:microsoft.com/office/officeart/2018/2/layout/IconLabelList"/>
    <dgm:cxn modelId="{FBC6A088-BEC3-4195-B3FF-5160A216C0AE}" type="presParOf" srcId="{91724DFA-F4C8-4425-82B5-BC8DB8CA9834}" destId="{8FB5F078-D946-43C8-B86A-5E823E886CF6}" srcOrd="2" destOrd="0" presId="urn:microsoft.com/office/officeart/2018/2/layout/IconLabelList"/>
    <dgm:cxn modelId="{2EDFBDEA-6A27-48EA-8A6E-7696739F9A8C}" type="presParOf" srcId="{8FB5F078-D946-43C8-B86A-5E823E886CF6}" destId="{F0654B67-0323-4DDB-9D8E-6710883C5D0D}" srcOrd="0" destOrd="0" presId="urn:microsoft.com/office/officeart/2018/2/layout/IconLabelList"/>
    <dgm:cxn modelId="{CB13A6F3-D398-4788-A68A-4A019CE2741F}" type="presParOf" srcId="{8FB5F078-D946-43C8-B86A-5E823E886CF6}" destId="{37F0F37E-1EDC-4C59-975C-D2592276BC4A}" srcOrd="1" destOrd="0" presId="urn:microsoft.com/office/officeart/2018/2/layout/IconLabelList"/>
    <dgm:cxn modelId="{AA2E4F37-C111-4E1B-A4AC-9889519180E8}" type="presParOf" srcId="{8FB5F078-D946-43C8-B86A-5E823E886CF6}" destId="{F5ED8AB9-AB07-4AAA-A56B-8B2230CB5A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134241C-F35B-4DE2-90AD-CB8086E0058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3572AE5-67CE-4E75-BA82-0FBC8121D93E}">
      <dgm:prSet/>
      <dgm:spPr/>
      <dgm:t>
        <a:bodyPr/>
        <a:lstStyle/>
        <a:p>
          <a:r>
            <a:rPr lang="en-US" b="1" i="0" baseline="0"/>
            <a:t>What are Protocols?</a:t>
          </a:r>
          <a:endParaRPr lang="en-US"/>
        </a:p>
      </dgm:t>
    </dgm:pt>
    <dgm:pt modelId="{372FC659-8BFD-40FD-ADEE-E1A0B80A6D77}" type="parTrans" cxnId="{B6BDDDA2-E43B-4EAE-8E74-89D4234DFFDB}">
      <dgm:prSet/>
      <dgm:spPr/>
      <dgm:t>
        <a:bodyPr/>
        <a:lstStyle/>
        <a:p>
          <a:endParaRPr lang="en-US"/>
        </a:p>
      </dgm:t>
    </dgm:pt>
    <dgm:pt modelId="{74CFFE11-6200-4876-98B8-1B6FB8091532}" type="sibTrans" cxnId="{B6BDDDA2-E43B-4EAE-8E74-89D4234DFFDB}">
      <dgm:prSet/>
      <dgm:spPr/>
      <dgm:t>
        <a:bodyPr/>
        <a:lstStyle/>
        <a:p>
          <a:endParaRPr lang="en-US"/>
        </a:p>
      </dgm:t>
    </dgm:pt>
    <dgm:pt modelId="{BD327080-2C76-49D6-9AFA-C4B6809F0462}">
      <dgm:prSet/>
      <dgm:spPr/>
      <dgm:t>
        <a:bodyPr/>
        <a:lstStyle/>
        <a:p>
          <a:r>
            <a:rPr lang="en-US" b="0" i="0" baseline="0"/>
            <a:t>Rules or standards that define how data is transmitted and received on a network.</a:t>
          </a:r>
          <a:endParaRPr lang="en-US"/>
        </a:p>
      </dgm:t>
    </dgm:pt>
    <dgm:pt modelId="{3FB71C08-A932-4B50-91FB-108DA8084E23}" type="parTrans" cxnId="{F288135C-4685-4353-BE6B-1326B985EBBD}">
      <dgm:prSet/>
      <dgm:spPr/>
      <dgm:t>
        <a:bodyPr/>
        <a:lstStyle/>
        <a:p>
          <a:endParaRPr lang="en-US"/>
        </a:p>
      </dgm:t>
    </dgm:pt>
    <dgm:pt modelId="{F92BAE55-E506-4021-A1FB-8DE618429CB5}" type="sibTrans" cxnId="{F288135C-4685-4353-BE6B-1326B985EBBD}">
      <dgm:prSet/>
      <dgm:spPr/>
      <dgm:t>
        <a:bodyPr/>
        <a:lstStyle/>
        <a:p>
          <a:endParaRPr lang="en-US"/>
        </a:p>
      </dgm:t>
    </dgm:pt>
    <dgm:pt modelId="{9B46D793-D395-41E3-A5EB-B72E7A1CA6F5}">
      <dgm:prSet/>
      <dgm:spPr/>
      <dgm:t>
        <a:bodyPr/>
        <a:lstStyle/>
        <a:p>
          <a:r>
            <a:rPr lang="en-US" b="1" i="0" baseline="0"/>
            <a:t>Purpose:</a:t>
          </a:r>
          <a:endParaRPr lang="en-US"/>
        </a:p>
      </dgm:t>
    </dgm:pt>
    <dgm:pt modelId="{55B2DC68-8884-43E5-B744-44441E6EEF6B}" type="parTrans" cxnId="{878DF864-631D-42CF-8EE0-4280E6BCC06E}">
      <dgm:prSet/>
      <dgm:spPr/>
      <dgm:t>
        <a:bodyPr/>
        <a:lstStyle/>
        <a:p>
          <a:endParaRPr lang="en-US"/>
        </a:p>
      </dgm:t>
    </dgm:pt>
    <dgm:pt modelId="{CEC78D6B-C8E8-465F-ADD0-404EBD976EB4}" type="sibTrans" cxnId="{878DF864-631D-42CF-8EE0-4280E6BCC06E}">
      <dgm:prSet/>
      <dgm:spPr/>
      <dgm:t>
        <a:bodyPr/>
        <a:lstStyle/>
        <a:p>
          <a:endParaRPr lang="en-US"/>
        </a:p>
      </dgm:t>
    </dgm:pt>
    <dgm:pt modelId="{161F0D07-536E-4753-BCE9-7A199500185A}">
      <dgm:prSet/>
      <dgm:spPr/>
      <dgm:t>
        <a:bodyPr/>
        <a:lstStyle/>
        <a:p>
          <a:r>
            <a:rPr lang="en-US" b="0" i="0" baseline="0"/>
            <a:t>Ensure different devices and systems can communicate effectively.</a:t>
          </a:r>
          <a:endParaRPr lang="en-US"/>
        </a:p>
      </dgm:t>
    </dgm:pt>
    <dgm:pt modelId="{1BB5CA88-831A-47BB-B05D-23713E9B7D7D}" type="parTrans" cxnId="{A7D8F199-F504-4518-A151-DA7DC62D15D7}">
      <dgm:prSet/>
      <dgm:spPr/>
      <dgm:t>
        <a:bodyPr/>
        <a:lstStyle/>
        <a:p>
          <a:endParaRPr lang="en-US"/>
        </a:p>
      </dgm:t>
    </dgm:pt>
    <dgm:pt modelId="{6E0E4FC1-E7E1-4B05-8282-654FB8D65813}" type="sibTrans" cxnId="{A7D8F199-F504-4518-A151-DA7DC62D15D7}">
      <dgm:prSet/>
      <dgm:spPr/>
      <dgm:t>
        <a:bodyPr/>
        <a:lstStyle/>
        <a:p>
          <a:endParaRPr lang="en-US"/>
        </a:p>
      </dgm:t>
    </dgm:pt>
    <dgm:pt modelId="{4DEB4C14-270C-4601-9991-0645AD112B7F}">
      <dgm:prSet/>
      <dgm:spPr/>
      <dgm:t>
        <a:bodyPr/>
        <a:lstStyle/>
        <a:p>
          <a:r>
            <a:rPr lang="en-US" b="0" i="0" baseline="0"/>
            <a:t>Manage data formatting, error checking, and delivery.</a:t>
          </a:r>
          <a:endParaRPr lang="en-US"/>
        </a:p>
      </dgm:t>
    </dgm:pt>
    <dgm:pt modelId="{34D63751-5CFD-400A-A4A4-797FD1DEE125}" type="parTrans" cxnId="{271BBBA8-95AA-4F9A-9956-8535713DFA6D}">
      <dgm:prSet/>
      <dgm:spPr/>
      <dgm:t>
        <a:bodyPr/>
        <a:lstStyle/>
        <a:p>
          <a:endParaRPr lang="en-US"/>
        </a:p>
      </dgm:t>
    </dgm:pt>
    <dgm:pt modelId="{C9364592-EC56-40CB-824D-1E67A983A71E}" type="sibTrans" cxnId="{271BBBA8-95AA-4F9A-9956-8535713DFA6D}">
      <dgm:prSet/>
      <dgm:spPr/>
      <dgm:t>
        <a:bodyPr/>
        <a:lstStyle/>
        <a:p>
          <a:endParaRPr lang="en-US"/>
        </a:p>
      </dgm:t>
    </dgm:pt>
    <dgm:pt modelId="{9B274F56-CF73-4514-BF77-9B4F74B3A790}" type="pres">
      <dgm:prSet presAssocID="{1134241C-F35B-4DE2-90AD-CB8086E00581}" presName="root" presStyleCnt="0">
        <dgm:presLayoutVars>
          <dgm:dir/>
          <dgm:resizeHandles val="exact"/>
        </dgm:presLayoutVars>
      </dgm:prSet>
      <dgm:spPr/>
    </dgm:pt>
    <dgm:pt modelId="{435C3A8B-2097-4A90-AFBC-C9B66F25C17C}" type="pres">
      <dgm:prSet presAssocID="{63572AE5-67CE-4E75-BA82-0FBC8121D93E}" presName="compNode" presStyleCnt="0"/>
      <dgm:spPr/>
    </dgm:pt>
    <dgm:pt modelId="{8FF01CEE-F652-49F3-A565-FDEF3500122B}" type="pres">
      <dgm:prSet presAssocID="{63572AE5-67CE-4E75-BA82-0FBC8121D93E}" presName="bgRect" presStyleLbl="bgShp" presStyleIdx="0" presStyleCnt="2"/>
      <dgm:spPr/>
    </dgm:pt>
    <dgm:pt modelId="{29EECB95-B38F-4729-B982-3EA8686E4105}" type="pres">
      <dgm:prSet presAssocID="{63572AE5-67CE-4E75-BA82-0FBC8121D93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F42A83D-A8BA-4877-B7EE-68EB21D0481F}" type="pres">
      <dgm:prSet presAssocID="{63572AE5-67CE-4E75-BA82-0FBC8121D93E}" presName="spaceRect" presStyleCnt="0"/>
      <dgm:spPr/>
    </dgm:pt>
    <dgm:pt modelId="{D50E30B8-3394-4780-9779-C4B384DF2D2E}" type="pres">
      <dgm:prSet presAssocID="{63572AE5-67CE-4E75-BA82-0FBC8121D93E}" presName="parTx" presStyleLbl="revTx" presStyleIdx="0" presStyleCnt="4">
        <dgm:presLayoutVars>
          <dgm:chMax val="0"/>
          <dgm:chPref val="0"/>
        </dgm:presLayoutVars>
      </dgm:prSet>
      <dgm:spPr/>
    </dgm:pt>
    <dgm:pt modelId="{B904714E-334E-4A5F-BEC0-277236B7573A}" type="pres">
      <dgm:prSet presAssocID="{63572AE5-67CE-4E75-BA82-0FBC8121D93E}" presName="desTx" presStyleLbl="revTx" presStyleIdx="1" presStyleCnt="4">
        <dgm:presLayoutVars/>
      </dgm:prSet>
      <dgm:spPr/>
    </dgm:pt>
    <dgm:pt modelId="{294B9BD6-AB66-417A-AB13-28559DCA9CA6}" type="pres">
      <dgm:prSet presAssocID="{74CFFE11-6200-4876-98B8-1B6FB8091532}" presName="sibTrans" presStyleCnt="0"/>
      <dgm:spPr/>
    </dgm:pt>
    <dgm:pt modelId="{2CCB38DE-4D4E-487E-9932-93CCAA937DD2}" type="pres">
      <dgm:prSet presAssocID="{9B46D793-D395-41E3-A5EB-B72E7A1CA6F5}" presName="compNode" presStyleCnt="0"/>
      <dgm:spPr/>
    </dgm:pt>
    <dgm:pt modelId="{BD1E8B01-9469-4CF7-957C-E88E268CB8B2}" type="pres">
      <dgm:prSet presAssocID="{9B46D793-D395-41E3-A5EB-B72E7A1CA6F5}" presName="bgRect" presStyleLbl="bgShp" presStyleIdx="1" presStyleCnt="2"/>
      <dgm:spPr/>
    </dgm:pt>
    <dgm:pt modelId="{320BC656-6107-4211-963F-5BBBD7682D61}" type="pres">
      <dgm:prSet presAssocID="{9B46D793-D395-41E3-A5EB-B72E7A1CA6F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1D8B513-1149-4954-9ACE-D28D28732220}" type="pres">
      <dgm:prSet presAssocID="{9B46D793-D395-41E3-A5EB-B72E7A1CA6F5}" presName="spaceRect" presStyleCnt="0"/>
      <dgm:spPr/>
    </dgm:pt>
    <dgm:pt modelId="{EC2216A8-6348-4FF5-983A-ADEBBE7006BA}" type="pres">
      <dgm:prSet presAssocID="{9B46D793-D395-41E3-A5EB-B72E7A1CA6F5}" presName="parTx" presStyleLbl="revTx" presStyleIdx="2" presStyleCnt="4">
        <dgm:presLayoutVars>
          <dgm:chMax val="0"/>
          <dgm:chPref val="0"/>
        </dgm:presLayoutVars>
      </dgm:prSet>
      <dgm:spPr/>
    </dgm:pt>
    <dgm:pt modelId="{55FF99BC-07E4-4F3E-BC4D-C0CCC417A1C1}" type="pres">
      <dgm:prSet presAssocID="{9B46D793-D395-41E3-A5EB-B72E7A1CA6F5}" presName="desTx" presStyleLbl="revTx" presStyleIdx="3" presStyleCnt="4">
        <dgm:presLayoutVars/>
      </dgm:prSet>
      <dgm:spPr/>
    </dgm:pt>
  </dgm:ptLst>
  <dgm:cxnLst>
    <dgm:cxn modelId="{56766B36-2EE9-4C35-9469-53A7C5F32D45}" type="presOf" srcId="{BD327080-2C76-49D6-9AFA-C4B6809F0462}" destId="{B904714E-334E-4A5F-BEC0-277236B7573A}" srcOrd="0" destOrd="0" presId="urn:microsoft.com/office/officeart/2018/2/layout/IconVerticalSolidList"/>
    <dgm:cxn modelId="{09DB683D-69F1-40D8-AA1F-F4E45374972F}" type="presOf" srcId="{1134241C-F35B-4DE2-90AD-CB8086E00581}" destId="{9B274F56-CF73-4514-BF77-9B4F74B3A790}" srcOrd="0" destOrd="0" presId="urn:microsoft.com/office/officeart/2018/2/layout/IconVerticalSolidList"/>
    <dgm:cxn modelId="{F288135C-4685-4353-BE6B-1326B985EBBD}" srcId="{63572AE5-67CE-4E75-BA82-0FBC8121D93E}" destId="{BD327080-2C76-49D6-9AFA-C4B6809F0462}" srcOrd="0" destOrd="0" parTransId="{3FB71C08-A932-4B50-91FB-108DA8084E23}" sibTransId="{F92BAE55-E506-4021-A1FB-8DE618429CB5}"/>
    <dgm:cxn modelId="{878DF864-631D-42CF-8EE0-4280E6BCC06E}" srcId="{1134241C-F35B-4DE2-90AD-CB8086E00581}" destId="{9B46D793-D395-41E3-A5EB-B72E7A1CA6F5}" srcOrd="1" destOrd="0" parTransId="{55B2DC68-8884-43E5-B744-44441E6EEF6B}" sibTransId="{CEC78D6B-C8E8-465F-ADD0-404EBD976EB4}"/>
    <dgm:cxn modelId="{9F292C57-38D7-414C-A91D-2AEDA3F75A8D}" type="presOf" srcId="{161F0D07-536E-4753-BCE9-7A199500185A}" destId="{55FF99BC-07E4-4F3E-BC4D-C0CCC417A1C1}" srcOrd="0" destOrd="0" presId="urn:microsoft.com/office/officeart/2018/2/layout/IconVerticalSolidList"/>
    <dgm:cxn modelId="{A7D8F199-F504-4518-A151-DA7DC62D15D7}" srcId="{9B46D793-D395-41E3-A5EB-B72E7A1CA6F5}" destId="{161F0D07-536E-4753-BCE9-7A199500185A}" srcOrd="0" destOrd="0" parTransId="{1BB5CA88-831A-47BB-B05D-23713E9B7D7D}" sibTransId="{6E0E4FC1-E7E1-4B05-8282-654FB8D65813}"/>
    <dgm:cxn modelId="{B6BDDDA2-E43B-4EAE-8E74-89D4234DFFDB}" srcId="{1134241C-F35B-4DE2-90AD-CB8086E00581}" destId="{63572AE5-67CE-4E75-BA82-0FBC8121D93E}" srcOrd="0" destOrd="0" parTransId="{372FC659-8BFD-40FD-ADEE-E1A0B80A6D77}" sibTransId="{74CFFE11-6200-4876-98B8-1B6FB8091532}"/>
    <dgm:cxn modelId="{271BBBA8-95AA-4F9A-9956-8535713DFA6D}" srcId="{9B46D793-D395-41E3-A5EB-B72E7A1CA6F5}" destId="{4DEB4C14-270C-4601-9991-0645AD112B7F}" srcOrd="1" destOrd="0" parTransId="{34D63751-5CFD-400A-A4A4-797FD1DEE125}" sibTransId="{C9364592-EC56-40CB-824D-1E67A983A71E}"/>
    <dgm:cxn modelId="{C0E2CBDA-88A6-430D-A317-8B0040E17B2D}" type="presOf" srcId="{4DEB4C14-270C-4601-9991-0645AD112B7F}" destId="{55FF99BC-07E4-4F3E-BC4D-C0CCC417A1C1}" srcOrd="0" destOrd="1" presId="urn:microsoft.com/office/officeart/2018/2/layout/IconVerticalSolidList"/>
    <dgm:cxn modelId="{CB6ADAE4-B9B2-4A06-9BCB-B2791A0E2BA6}" type="presOf" srcId="{9B46D793-D395-41E3-A5EB-B72E7A1CA6F5}" destId="{EC2216A8-6348-4FF5-983A-ADEBBE7006BA}" srcOrd="0" destOrd="0" presId="urn:microsoft.com/office/officeart/2018/2/layout/IconVerticalSolidList"/>
    <dgm:cxn modelId="{DFCA8AFF-4862-4A54-90E3-C80FA95C1E37}" type="presOf" srcId="{63572AE5-67CE-4E75-BA82-0FBC8121D93E}" destId="{D50E30B8-3394-4780-9779-C4B384DF2D2E}" srcOrd="0" destOrd="0" presId="urn:microsoft.com/office/officeart/2018/2/layout/IconVerticalSolidList"/>
    <dgm:cxn modelId="{9083C300-A15B-4247-8470-14F0AD03DF30}" type="presParOf" srcId="{9B274F56-CF73-4514-BF77-9B4F74B3A790}" destId="{435C3A8B-2097-4A90-AFBC-C9B66F25C17C}" srcOrd="0" destOrd="0" presId="urn:microsoft.com/office/officeart/2018/2/layout/IconVerticalSolidList"/>
    <dgm:cxn modelId="{3F88E0F3-121E-4122-AFC6-4323755D280A}" type="presParOf" srcId="{435C3A8B-2097-4A90-AFBC-C9B66F25C17C}" destId="{8FF01CEE-F652-49F3-A565-FDEF3500122B}" srcOrd="0" destOrd="0" presId="urn:microsoft.com/office/officeart/2018/2/layout/IconVerticalSolidList"/>
    <dgm:cxn modelId="{65B06171-1E54-4FA5-99F7-7634E909C4D7}" type="presParOf" srcId="{435C3A8B-2097-4A90-AFBC-C9B66F25C17C}" destId="{29EECB95-B38F-4729-B982-3EA8686E4105}" srcOrd="1" destOrd="0" presId="urn:microsoft.com/office/officeart/2018/2/layout/IconVerticalSolidList"/>
    <dgm:cxn modelId="{C6711781-A0A6-4A8D-8583-8CACECC6E79B}" type="presParOf" srcId="{435C3A8B-2097-4A90-AFBC-C9B66F25C17C}" destId="{3F42A83D-A8BA-4877-B7EE-68EB21D0481F}" srcOrd="2" destOrd="0" presId="urn:microsoft.com/office/officeart/2018/2/layout/IconVerticalSolidList"/>
    <dgm:cxn modelId="{3E772DAB-7B48-479F-8339-CF0EBDBE706C}" type="presParOf" srcId="{435C3A8B-2097-4A90-AFBC-C9B66F25C17C}" destId="{D50E30B8-3394-4780-9779-C4B384DF2D2E}" srcOrd="3" destOrd="0" presId="urn:microsoft.com/office/officeart/2018/2/layout/IconVerticalSolidList"/>
    <dgm:cxn modelId="{285E960B-56F5-4586-B576-538FDB4A30DC}" type="presParOf" srcId="{435C3A8B-2097-4A90-AFBC-C9B66F25C17C}" destId="{B904714E-334E-4A5F-BEC0-277236B7573A}" srcOrd="4" destOrd="0" presId="urn:microsoft.com/office/officeart/2018/2/layout/IconVerticalSolidList"/>
    <dgm:cxn modelId="{C0F36362-C0AB-49F3-A27B-394DAFBFE429}" type="presParOf" srcId="{9B274F56-CF73-4514-BF77-9B4F74B3A790}" destId="{294B9BD6-AB66-417A-AB13-28559DCA9CA6}" srcOrd="1" destOrd="0" presId="urn:microsoft.com/office/officeart/2018/2/layout/IconVerticalSolidList"/>
    <dgm:cxn modelId="{4DD904E2-47A0-4FBF-AABE-882900256E10}" type="presParOf" srcId="{9B274F56-CF73-4514-BF77-9B4F74B3A790}" destId="{2CCB38DE-4D4E-487E-9932-93CCAA937DD2}" srcOrd="2" destOrd="0" presId="urn:microsoft.com/office/officeart/2018/2/layout/IconVerticalSolidList"/>
    <dgm:cxn modelId="{C65D8F7E-767A-40D7-A7D1-78CECAF7E8C2}" type="presParOf" srcId="{2CCB38DE-4D4E-487E-9932-93CCAA937DD2}" destId="{BD1E8B01-9469-4CF7-957C-E88E268CB8B2}" srcOrd="0" destOrd="0" presId="urn:microsoft.com/office/officeart/2018/2/layout/IconVerticalSolidList"/>
    <dgm:cxn modelId="{013181D2-3511-41E3-A11D-10DCD52C3EC3}" type="presParOf" srcId="{2CCB38DE-4D4E-487E-9932-93CCAA937DD2}" destId="{320BC656-6107-4211-963F-5BBBD7682D61}" srcOrd="1" destOrd="0" presId="urn:microsoft.com/office/officeart/2018/2/layout/IconVerticalSolidList"/>
    <dgm:cxn modelId="{3DF1AB14-5457-495F-B525-0E46F22CAD91}" type="presParOf" srcId="{2CCB38DE-4D4E-487E-9932-93CCAA937DD2}" destId="{51D8B513-1149-4954-9ACE-D28D28732220}" srcOrd="2" destOrd="0" presId="urn:microsoft.com/office/officeart/2018/2/layout/IconVerticalSolidList"/>
    <dgm:cxn modelId="{B40A36B6-9EC0-4447-82FE-61D10E0B9CFB}" type="presParOf" srcId="{2CCB38DE-4D4E-487E-9932-93CCAA937DD2}" destId="{EC2216A8-6348-4FF5-983A-ADEBBE7006BA}" srcOrd="3" destOrd="0" presId="urn:microsoft.com/office/officeart/2018/2/layout/IconVerticalSolidList"/>
    <dgm:cxn modelId="{B28D904F-54A1-450A-9D19-F65ACE4DB9F0}" type="presParOf" srcId="{2CCB38DE-4D4E-487E-9932-93CCAA937DD2}" destId="{55FF99BC-07E4-4F3E-BC4D-C0CCC417A1C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DFEB577-CCB5-4A8F-A81C-B04AB8DB033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DEF0DD-D11B-4800-8834-EA27B6A1ABE6}">
      <dgm:prSet/>
      <dgm:spPr/>
      <dgm:t>
        <a:bodyPr/>
        <a:lstStyle/>
        <a:p>
          <a:r>
            <a:rPr lang="en-US" b="1" i="0" baseline="0"/>
            <a:t>HTTP/HTTPS:</a:t>
          </a:r>
          <a:r>
            <a:rPr lang="en-US" b="0" i="0" baseline="0"/>
            <a:t> For web traffic (websites).</a:t>
          </a:r>
          <a:endParaRPr lang="en-US"/>
        </a:p>
      </dgm:t>
    </dgm:pt>
    <dgm:pt modelId="{458A1A17-AE7C-4167-918D-3852762DA34B}" type="parTrans" cxnId="{A08AF009-2D90-44E3-884A-B978904A9AE5}">
      <dgm:prSet/>
      <dgm:spPr/>
      <dgm:t>
        <a:bodyPr/>
        <a:lstStyle/>
        <a:p>
          <a:endParaRPr lang="en-US"/>
        </a:p>
      </dgm:t>
    </dgm:pt>
    <dgm:pt modelId="{DF6D9F78-709A-43C8-A74D-5C342EA934DD}" type="sibTrans" cxnId="{A08AF009-2D90-44E3-884A-B978904A9AE5}">
      <dgm:prSet/>
      <dgm:spPr/>
      <dgm:t>
        <a:bodyPr/>
        <a:lstStyle/>
        <a:p>
          <a:endParaRPr lang="en-US"/>
        </a:p>
      </dgm:t>
    </dgm:pt>
    <dgm:pt modelId="{D57A3CFC-DB94-46B2-8309-8306AF4D8424}">
      <dgm:prSet/>
      <dgm:spPr/>
      <dgm:t>
        <a:bodyPr/>
        <a:lstStyle/>
        <a:p>
          <a:r>
            <a:rPr lang="en-US" b="1" i="0" baseline="0"/>
            <a:t>FTP/SFTP:</a:t>
          </a:r>
          <a:r>
            <a:rPr lang="en-US" b="0" i="0" baseline="0"/>
            <a:t> For file transfers.</a:t>
          </a:r>
          <a:endParaRPr lang="en-US"/>
        </a:p>
      </dgm:t>
    </dgm:pt>
    <dgm:pt modelId="{F07D6BED-7F10-4F45-997B-8F4090F28CAA}" type="parTrans" cxnId="{2EE79093-9DD9-4EF1-8DF9-BDD0A1591902}">
      <dgm:prSet/>
      <dgm:spPr/>
      <dgm:t>
        <a:bodyPr/>
        <a:lstStyle/>
        <a:p>
          <a:endParaRPr lang="en-US"/>
        </a:p>
      </dgm:t>
    </dgm:pt>
    <dgm:pt modelId="{FBF3708F-7795-4890-B7FA-9F6700A0D18E}" type="sibTrans" cxnId="{2EE79093-9DD9-4EF1-8DF9-BDD0A1591902}">
      <dgm:prSet/>
      <dgm:spPr/>
      <dgm:t>
        <a:bodyPr/>
        <a:lstStyle/>
        <a:p>
          <a:endParaRPr lang="en-US"/>
        </a:p>
      </dgm:t>
    </dgm:pt>
    <dgm:pt modelId="{2634726F-615A-4FE1-A69B-8D25C3278CEB}">
      <dgm:prSet/>
      <dgm:spPr/>
      <dgm:t>
        <a:bodyPr/>
        <a:lstStyle/>
        <a:p>
          <a:r>
            <a:rPr lang="en-US" b="1" i="0" baseline="0"/>
            <a:t>SMTP/IMAP/POP3:</a:t>
          </a:r>
          <a:r>
            <a:rPr lang="en-US" b="0" i="0" baseline="0"/>
            <a:t> For email.</a:t>
          </a:r>
          <a:endParaRPr lang="en-US"/>
        </a:p>
      </dgm:t>
    </dgm:pt>
    <dgm:pt modelId="{4254D1E9-6488-48E2-9FCC-A76B1188495A}" type="parTrans" cxnId="{43FB1656-F167-4EC9-B6A9-CA9D7DE90221}">
      <dgm:prSet/>
      <dgm:spPr/>
      <dgm:t>
        <a:bodyPr/>
        <a:lstStyle/>
        <a:p>
          <a:endParaRPr lang="en-US"/>
        </a:p>
      </dgm:t>
    </dgm:pt>
    <dgm:pt modelId="{0485A6C3-AC9B-4E39-A29D-7823388F07AF}" type="sibTrans" cxnId="{43FB1656-F167-4EC9-B6A9-CA9D7DE90221}">
      <dgm:prSet/>
      <dgm:spPr/>
      <dgm:t>
        <a:bodyPr/>
        <a:lstStyle/>
        <a:p>
          <a:endParaRPr lang="en-US"/>
        </a:p>
      </dgm:t>
    </dgm:pt>
    <dgm:pt modelId="{816AD559-8648-461A-BE8D-E727139325EA}">
      <dgm:prSet/>
      <dgm:spPr/>
      <dgm:t>
        <a:bodyPr/>
        <a:lstStyle/>
        <a:p>
          <a:r>
            <a:rPr lang="en-US" b="1" i="0" baseline="0"/>
            <a:t>TCP/IP:</a:t>
          </a:r>
          <a:r>
            <a:rPr lang="en-US" b="0" i="0" baseline="0"/>
            <a:t> Foundation of internet communication.</a:t>
          </a:r>
          <a:endParaRPr lang="en-US"/>
        </a:p>
      </dgm:t>
    </dgm:pt>
    <dgm:pt modelId="{33386007-39BA-4730-95FA-EFC707E19BAF}" type="parTrans" cxnId="{C5A61DA3-B99A-429A-8BF0-D51711F6660D}">
      <dgm:prSet/>
      <dgm:spPr/>
      <dgm:t>
        <a:bodyPr/>
        <a:lstStyle/>
        <a:p>
          <a:endParaRPr lang="en-US"/>
        </a:p>
      </dgm:t>
    </dgm:pt>
    <dgm:pt modelId="{505A4A29-95F5-48BB-9F61-A1938B3ED383}" type="sibTrans" cxnId="{C5A61DA3-B99A-429A-8BF0-D51711F6660D}">
      <dgm:prSet/>
      <dgm:spPr/>
      <dgm:t>
        <a:bodyPr/>
        <a:lstStyle/>
        <a:p>
          <a:endParaRPr lang="en-US"/>
        </a:p>
      </dgm:t>
    </dgm:pt>
    <dgm:pt modelId="{A2886C5B-3002-4B24-B76E-A54C0468F770}">
      <dgm:prSet/>
      <dgm:spPr/>
      <dgm:t>
        <a:bodyPr/>
        <a:lstStyle/>
        <a:p>
          <a:r>
            <a:rPr lang="en-US" b="1" i="0" baseline="0"/>
            <a:t>DHCP:</a:t>
          </a:r>
          <a:r>
            <a:rPr lang="en-US" b="0" i="0" baseline="0"/>
            <a:t> Assigns IP addresses to devices automatically.</a:t>
          </a:r>
          <a:endParaRPr lang="en-US"/>
        </a:p>
      </dgm:t>
    </dgm:pt>
    <dgm:pt modelId="{24DAD9E2-B0AA-4F75-8445-01DF8A9A64E6}" type="parTrans" cxnId="{C1A084DE-FA8D-404A-A67F-71D7C1A2420A}">
      <dgm:prSet/>
      <dgm:spPr/>
      <dgm:t>
        <a:bodyPr/>
        <a:lstStyle/>
        <a:p>
          <a:endParaRPr lang="en-US"/>
        </a:p>
      </dgm:t>
    </dgm:pt>
    <dgm:pt modelId="{9E03C322-10BC-4BBB-9A05-C00A07D57C7C}" type="sibTrans" cxnId="{C1A084DE-FA8D-404A-A67F-71D7C1A2420A}">
      <dgm:prSet/>
      <dgm:spPr/>
      <dgm:t>
        <a:bodyPr/>
        <a:lstStyle/>
        <a:p>
          <a:endParaRPr lang="en-US"/>
        </a:p>
      </dgm:t>
    </dgm:pt>
    <dgm:pt modelId="{063B7644-DEAA-4539-9C2D-64090BDF946E}">
      <dgm:prSet/>
      <dgm:spPr/>
      <dgm:t>
        <a:bodyPr/>
        <a:lstStyle/>
        <a:p>
          <a:r>
            <a:rPr lang="en-US" b="1" i="0" baseline="0"/>
            <a:t>DNS:</a:t>
          </a:r>
          <a:r>
            <a:rPr lang="en-US" b="0" i="0" baseline="0"/>
            <a:t> Translates names (e.g., google.com) to IP addresses.</a:t>
          </a:r>
          <a:endParaRPr lang="en-US"/>
        </a:p>
      </dgm:t>
    </dgm:pt>
    <dgm:pt modelId="{A0257226-509E-4003-842F-B8AFAAC2BA9E}" type="parTrans" cxnId="{1351CD65-5473-4C98-9F4E-41C0BF635476}">
      <dgm:prSet/>
      <dgm:spPr/>
      <dgm:t>
        <a:bodyPr/>
        <a:lstStyle/>
        <a:p>
          <a:endParaRPr lang="en-US"/>
        </a:p>
      </dgm:t>
    </dgm:pt>
    <dgm:pt modelId="{37498AFE-1759-4AE8-8156-46857B89C7E4}" type="sibTrans" cxnId="{1351CD65-5473-4C98-9F4E-41C0BF635476}">
      <dgm:prSet/>
      <dgm:spPr/>
      <dgm:t>
        <a:bodyPr/>
        <a:lstStyle/>
        <a:p>
          <a:endParaRPr lang="en-US"/>
        </a:p>
      </dgm:t>
    </dgm:pt>
    <dgm:pt modelId="{F34E74A3-1341-4AB1-8870-468962D2C99E}" type="pres">
      <dgm:prSet presAssocID="{1DFEB577-CCB5-4A8F-A81C-B04AB8DB0331}" presName="root" presStyleCnt="0">
        <dgm:presLayoutVars>
          <dgm:dir/>
          <dgm:resizeHandles val="exact"/>
        </dgm:presLayoutVars>
      </dgm:prSet>
      <dgm:spPr/>
    </dgm:pt>
    <dgm:pt modelId="{6EA1192B-B85D-424B-B15F-9F56895208A1}" type="pres">
      <dgm:prSet presAssocID="{66DEF0DD-D11B-4800-8834-EA27B6A1ABE6}" presName="compNode" presStyleCnt="0"/>
      <dgm:spPr/>
    </dgm:pt>
    <dgm:pt modelId="{4A00B460-D122-4C13-BA9F-87856FC3E32A}" type="pres">
      <dgm:prSet presAssocID="{66DEF0DD-D11B-4800-8834-EA27B6A1ABE6}" presName="bgRect" presStyleLbl="bgShp" presStyleIdx="0" presStyleCnt="6"/>
      <dgm:spPr/>
    </dgm:pt>
    <dgm:pt modelId="{F3C06E62-FD25-4726-9279-6F6D5C32B3BC}" type="pres">
      <dgm:prSet presAssocID="{66DEF0DD-D11B-4800-8834-EA27B6A1ABE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80E0E0E-C1E0-40E8-92A3-15B356398DF2}" type="pres">
      <dgm:prSet presAssocID="{66DEF0DD-D11B-4800-8834-EA27B6A1ABE6}" presName="spaceRect" presStyleCnt="0"/>
      <dgm:spPr/>
    </dgm:pt>
    <dgm:pt modelId="{BA8655FF-E5D7-4132-AC1A-9340A5B78A61}" type="pres">
      <dgm:prSet presAssocID="{66DEF0DD-D11B-4800-8834-EA27B6A1ABE6}" presName="parTx" presStyleLbl="revTx" presStyleIdx="0" presStyleCnt="6">
        <dgm:presLayoutVars>
          <dgm:chMax val="0"/>
          <dgm:chPref val="0"/>
        </dgm:presLayoutVars>
      </dgm:prSet>
      <dgm:spPr/>
    </dgm:pt>
    <dgm:pt modelId="{4B9DFF7B-D8F6-4CA8-B535-D4AC61CB11E5}" type="pres">
      <dgm:prSet presAssocID="{DF6D9F78-709A-43C8-A74D-5C342EA934DD}" presName="sibTrans" presStyleCnt="0"/>
      <dgm:spPr/>
    </dgm:pt>
    <dgm:pt modelId="{E6A09759-323E-4ACC-91D6-A3F990C41647}" type="pres">
      <dgm:prSet presAssocID="{D57A3CFC-DB94-46B2-8309-8306AF4D8424}" presName="compNode" presStyleCnt="0"/>
      <dgm:spPr/>
    </dgm:pt>
    <dgm:pt modelId="{ED06CBD6-1E51-41B2-9483-3F31F4A8C1EC}" type="pres">
      <dgm:prSet presAssocID="{D57A3CFC-DB94-46B2-8309-8306AF4D8424}" presName="bgRect" presStyleLbl="bgShp" presStyleIdx="1" presStyleCnt="6"/>
      <dgm:spPr/>
    </dgm:pt>
    <dgm:pt modelId="{5BB81235-AC86-4F29-A14F-BB3597B5D8A9}" type="pres">
      <dgm:prSet presAssocID="{D57A3CFC-DB94-46B2-8309-8306AF4D842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otocopier"/>
        </a:ext>
      </dgm:extLst>
    </dgm:pt>
    <dgm:pt modelId="{527AE41D-9AA2-4DC3-B114-407D1BC70A6B}" type="pres">
      <dgm:prSet presAssocID="{D57A3CFC-DB94-46B2-8309-8306AF4D8424}" presName="spaceRect" presStyleCnt="0"/>
      <dgm:spPr/>
    </dgm:pt>
    <dgm:pt modelId="{B721B36E-CD57-44BF-B3E0-1C4FF214273E}" type="pres">
      <dgm:prSet presAssocID="{D57A3CFC-DB94-46B2-8309-8306AF4D8424}" presName="parTx" presStyleLbl="revTx" presStyleIdx="1" presStyleCnt="6">
        <dgm:presLayoutVars>
          <dgm:chMax val="0"/>
          <dgm:chPref val="0"/>
        </dgm:presLayoutVars>
      </dgm:prSet>
      <dgm:spPr/>
    </dgm:pt>
    <dgm:pt modelId="{0386CC5F-43C5-4A8E-8707-D6A130E192DC}" type="pres">
      <dgm:prSet presAssocID="{FBF3708F-7795-4890-B7FA-9F6700A0D18E}" presName="sibTrans" presStyleCnt="0"/>
      <dgm:spPr/>
    </dgm:pt>
    <dgm:pt modelId="{514B0789-36D6-4A1E-B8F3-92581E54030F}" type="pres">
      <dgm:prSet presAssocID="{2634726F-615A-4FE1-A69B-8D25C3278CEB}" presName="compNode" presStyleCnt="0"/>
      <dgm:spPr/>
    </dgm:pt>
    <dgm:pt modelId="{BBE6F375-79E1-4A9C-8F13-5516EC7F9A8B}" type="pres">
      <dgm:prSet presAssocID="{2634726F-615A-4FE1-A69B-8D25C3278CEB}" presName="bgRect" presStyleLbl="bgShp" presStyleIdx="2" presStyleCnt="6"/>
      <dgm:spPr/>
    </dgm:pt>
    <dgm:pt modelId="{64AE0839-179B-430C-8235-1ECBCB9F5B76}" type="pres">
      <dgm:prSet presAssocID="{2634726F-615A-4FE1-A69B-8D25C3278CE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6F3817FC-398F-42DC-B12D-7587F926EE38}" type="pres">
      <dgm:prSet presAssocID="{2634726F-615A-4FE1-A69B-8D25C3278CEB}" presName="spaceRect" presStyleCnt="0"/>
      <dgm:spPr/>
    </dgm:pt>
    <dgm:pt modelId="{F9C81EB7-144C-4B8E-8BDB-3E6893D381FC}" type="pres">
      <dgm:prSet presAssocID="{2634726F-615A-4FE1-A69B-8D25C3278CEB}" presName="parTx" presStyleLbl="revTx" presStyleIdx="2" presStyleCnt="6">
        <dgm:presLayoutVars>
          <dgm:chMax val="0"/>
          <dgm:chPref val="0"/>
        </dgm:presLayoutVars>
      </dgm:prSet>
      <dgm:spPr/>
    </dgm:pt>
    <dgm:pt modelId="{E47FF547-99F2-4D63-8E97-1CD3E167A217}" type="pres">
      <dgm:prSet presAssocID="{0485A6C3-AC9B-4E39-A29D-7823388F07AF}" presName="sibTrans" presStyleCnt="0"/>
      <dgm:spPr/>
    </dgm:pt>
    <dgm:pt modelId="{B2F8F733-5220-45F5-9D61-A80488151284}" type="pres">
      <dgm:prSet presAssocID="{816AD559-8648-461A-BE8D-E727139325EA}" presName="compNode" presStyleCnt="0"/>
      <dgm:spPr/>
    </dgm:pt>
    <dgm:pt modelId="{FC28F0F7-A729-4BB5-B79C-ABC59FB77B44}" type="pres">
      <dgm:prSet presAssocID="{816AD559-8648-461A-BE8D-E727139325EA}" presName="bgRect" presStyleLbl="bgShp" presStyleIdx="3" presStyleCnt="6"/>
      <dgm:spPr/>
    </dgm:pt>
    <dgm:pt modelId="{A798DD82-EC2F-4B3F-A00E-7FBF5BC5D96F}" type="pres">
      <dgm:prSet presAssocID="{816AD559-8648-461A-BE8D-E727139325E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CF345908-1835-4872-9CFC-75669250838C}" type="pres">
      <dgm:prSet presAssocID="{816AD559-8648-461A-BE8D-E727139325EA}" presName="spaceRect" presStyleCnt="0"/>
      <dgm:spPr/>
    </dgm:pt>
    <dgm:pt modelId="{142AC793-9F8C-429A-B82B-7134189ED8BC}" type="pres">
      <dgm:prSet presAssocID="{816AD559-8648-461A-BE8D-E727139325EA}" presName="parTx" presStyleLbl="revTx" presStyleIdx="3" presStyleCnt="6">
        <dgm:presLayoutVars>
          <dgm:chMax val="0"/>
          <dgm:chPref val="0"/>
        </dgm:presLayoutVars>
      </dgm:prSet>
      <dgm:spPr/>
    </dgm:pt>
    <dgm:pt modelId="{9DEB10F2-F462-4FFE-A282-DC44BEFA30AC}" type="pres">
      <dgm:prSet presAssocID="{505A4A29-95F5-48BB-9F61-A1938B3ED383}" presName="sibTrans" presStyleCnt="0"/>
      <dgm:spPr/>
    </dgm:pt>
    <dgm:pt modelId="{E4F8F54D-3022-4620-B765-5172E2B1B2F2}" type="pres">
      <dgm:prSet presAssocID="{A2886C5B-3002-4B24-B76E-A54C0468F770}" presName="compNode" presStyleCnt="0"/>
      <dgm:spPr/>
    </dgm:pt>
    <dgm:pt modelId="{2F8D04B9-C879-405F-8D0F-A4975784EEEC}" type="pres">
      <dgm:prSet presAssocID="{A2886C5B-3002-4B24-B76E-A54C0468F770}" presName="bgRect" presStyleLbl="bgShp" presStyleIdx="4" presStyleCnt="6"/>
      <dgm:spPr/>
    </dgm:pt>
    <dgm:pt modelId="{465184B4-F234-46F9-BC4F-88E556BAFB55}" type="pres">
      <dgm:prSet presAssocID="{A2886C5B-3002-4B24-B76E-A54C0468F77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B84CDCA-2928-42B6-B179-21BA7DBDE2A4}" type="pres">
      <dgm:prSet presAssocID="{A2886C5B-3002-4B24-B76E-A54C0468F770}" presName="spaceRect" presStyleCnt="0"/>
      <dgm:spPr/>
    </dgm:pt>
    <dgm:pt modelId="{88838230-FEC4-4C53-BA01-7607DB2892FE}" type="pres">
      <dgm:prSet presAssocID="{A2886C5B-3002-4B24-B76E-A54C0468F770}" presName="parTx" presStyleLbl="revTx" presStyleIdx="4" presStyleCnt="6">
        <dgm:presLayoutVars>
          <dgm:chMax val="0"/>
          <dgm:chPref val="0"/>
        </dgm:presLayoutVars>
      </dgm:prSet>
      <dgm:spPr/>
    </dgm:pt>
    <dgm:pt modelId="{86269253-87E1-4724-A28F-089465D688D7}" type="pres">
      <dgm:prSet presAssocID="{9E03C322-10BC-4BBB-9A05-C00A07D57C7C}" presName="sibTrans" presStyleCnt="0"/>
      <dgm:spPr/>
    </dgm:pt>
    <dgm:pt modelId="{39AF303C-A38E-4350-BDB3-A625260F35A8}" type="pres">
      <dgm:prSet presAssocID="{063B7644-DEAA-4539-9C2D-64090BDF946E}" presName="compNode" presStyleCnt="0"/>
      <dgm:spPr/>
    </dgm:pt>
    <dgm:pt modelId="{D6397962-5D32-41E4-AB32-9D9C0EEC37F1}" type="pres">
      <dgm:prSet presAssocID="{063B7644-DEAA-4539-9C2D-64090BDF946E}" presName="bgRect" presStyleLbl="bgShp" presStyleIdx="5" presStyleCnt="6"/>
      <dgm:spPr/>
    </dgm:pt>
    <dgm:pt modelId="{AC885831-B84D-495B-86E3-949ECD99981B}" type="pres">
      <dgm:prSet presAssocID="{063B7644-DEAA-4539-9C2D-64090BDF946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21D8ADC-EC3D-4F59-AE5F-0A25D161D122}" type="pres">
      <dgm:prSet presAssocID="{063B7644-DEAA-4539-9C2D-64090BDF946E}" presName="spaceRect" presStyleCnt="0"/>
      <dgm:spPr/>
    </dgm:pt>
    <dgm:pt modelId="{3AFCF2B9-DE5F-409C-8CD6-D66446EF36F5}" type="pres">
      <dgm:prSet presAssocID="{063B7644-DEAA-4539-9C2D-64090BDF946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08AF009-2D90-44E3-884A-B978904A9AE5}" srcId="{1DFEB577-CCB5-4A8F-A81C-B04AB8DB0331}" destId="{66DEF0DD-D11B-4800-8834-EA27B6A1ABE6}" srcOrd="0" destOrd="0" parTransId="{458A1A17-AE7C-4167-918D-3852762DA34B}" sibTransId="{DF6D9F78-709A-43C8-A74D-5C342EA934DD}"/>
    <dgm:cxn modelId="{A37C8531-479B-4795-94A0-6DF752C982A6}" type="presOf" srcId="{A2886C5B-3002-4B24-B76E-A54C0468F770}" destId="{88838230-FEC4-4C53-BA01-7607DB2892FE}" srcOrd="0" destOrd="0" presId="urn:microsoft.com/office/officeart/2018/2/layout/IconVerticalSolidList"/>
    <dgm:cxn modelId="{A4475343-0220-4829-A782-19004738BA22}" type="presOf" srcId="{063B7644-DEAA-4539-9C2D-64090BDF946E}" destId="{3AFCF2B9-DE5F-409C-8CD6-D66446EF36F5}" srcOrd="0" destOrd="0" presId="urn:microsoft.com/office/officeart/2018/2/layout/IconVerticalSolidList"/>
    <dgm:cxn modelId="{1351CD65-5473-4C98-9F4E-41C0BF635476}" srcId="{1DFEB577-CCB5-4A8F-A81C-B04AB8DB0331}" destId="{063B7644-DEAA-4539-9C2D-64090BDF946E}" srcOrd="5" destOrd="0" parTransId="{A0257226-509E-4003-842F-B8AFAAC2BA9E}" sibTransId="{37498AFE-1759-4AE8-8156-46857B89C7E4}"/>
    <dgm:cxn modelId="{74049F6A-A519-408B-8652-633C56929179}" type="presOf" srcId="{D57A3CFC-DB94-46B2-8309-8306AF4D8424}" destId="{B721B36E-CD57-44BF-B3E0-1C4FF214273E}" srcOrd="0" destOrd="0" presId="urn:microsoft.com/office/officeart/2018/2/layout/IconVerticalSolidList"/>
    <dgm:cxn modelId="{43FB1656-F167-4EC9-B6A9-CA9D7DE90221}" srcId="{1DFEB577-CCB5-4A8F-A81C-B04AB8DB0331}" destId="{2634726F-615A-4FE1-A69B-8D25C3278CEB}" srcOrd="2" destOrd="0" parTransId="{4254D1E9-6488-48E2-9FCC-A76B1188495A}" sibTransId="{0485A6C3-AC9B-4E39-A29D-7823388F07AF}"/>
    <dgm:cxn modelId="{2EE79093-9DD9-4EF1-8DF9-BDD0A1591902}" srcId="{1DFEB577-CCB5-4A8F-A81C-B04AB8DB0331}" destId="{D57A3CFC-DB94-46B2-8309-8306AF4D8424}" srcOrd="1" destOrd="0" parTransId="{F07D6BED-7F10-4F45-997B-8F4090F28CAA}" sibTransId="{FBF3708F-7795-4890-B7FA-9F6700A0D18E}"/>
    <dgm:cxn modelId="{C5A61DA3-B99A-429A-8BF0-D51711F6660D}" srcId="{1DFEB577-CCB5-4A8F-A81C-B04AB8DB0331}" destId="{816AD559-8648-461A-BE8D-E727139325EA}" srcOrd="3" destOrd="0" parTransId="{33386007-39BA-4730-95FA-EFC707E19BAF}" sibTransId="{505A4A29-95F5-48BB-9F61-A1938B3ED383}"/>
    <dgm:cxn modelId="{080604A4-7234-4ACD-8675-1605D2096789}" type="presOf" srcId="{66DEF0DD-D11B-4800-8834-EA27B6A1ABE6}" destId="{BA8655FF-E5D7-4132-AC1A-9340A5B78A61}" srcOrd="0" destOrd="0" presId="urn:microsoft.com/office/officeart/2018/2/layout/IconVerticalSolidList"/>
    <dgm:cxn modelId="{D79BD3AE-8132-40E6-8A18-8C5272572A60}" type="presOf" srcId="{2634726F-615A-4FE1-A69B-8D25C3278CEB}" destId="{F9C81EB7-144C-4B8E-8BDB-3E6893D381FC}" srcOrd="0" destOrd="0" presId="urn:microsoft.com/office/officeart/2018/2/layout/IconVerticalSolidList"/>
    <dgm:cxn modelId="{C1A084DE-FA8D-404A-A67F-71D7C1A2420A}" srcId="{1DFEB577-CCB5-4A8F-A81C-B04AB8DB0331}" destId="{A2886C5B-3002-4B24-B76E-A54C0468F770}" srcOrd="4" destOrd="0" parTransId="{24DAD9E2-B0AA-4F75-8445-01DF8A9A64E6}" sibTransId="{9E03C322-10BC-4BBB-9A05-C00A07D57C7C}"/>
    <dgm:cxn modelId="{8A2DBEDE-72F3-4EBB-B3D5-68FDFD7B952B}" type="presOf" srcId="{1DFEB577-CCB5-4A8F-A81C-B04AB8DB0331}" destId="{F34E74A3-1341-4AB1-8870-468962D2C99E}" srcOrd="0" destOrd="0" presId="urn:microsoft.com/office/officeart/2018/2/layout/IconVerticalSolidList"/>
    <dgm:cxn modelId="{B2C5AAE8-1347-4117-92EA-CC379BE3B174}" type="presOf" srcId="{816AD559-8648-461A-BE8D-E727139325EA}" destId="{142AC793-9F8C-429A-B82B-7134189ED8BC}" srcOrd="0" destOrd="0" presId="urn:microsoft.com/office/officeart/2018/2/layout/IconVerticalSolidList"/>
    <dgm:cxn modelId="{BA202B1C-1BCE-4341-8EFE-09A5ADB0639B}" type="presParOf" srcId="{F34E74A3-1341-4AB1-8870-468962D2C99E}" destId="{6EA1192B-B85D-424B-B15F-9F56895208A1}" srcOrd="0" destOrd="0" presId="urn:microsoft.com/office/officeart/2018/2/layout/IconVerticalSolidList"/>
    <dgm:cxn modelId="{7D3D650D-89C8-41F1-92A5-B3346B31A8F1}" type="presParOf" srcId="{6EA1192B-B85D-424B-B15F-9F56895208A1}" destId="{4A00B460-D122-4C13-BA9F-87856FC3E32A}" srcOrd="0" destOrd="0" presId="urn:microsoft.com/office/officeart/2018/2/layout/IconVerticalSolidList"/>
    <dgm:cxn modelId="{8A4E12D7-DD98-49DD-9D17-93792D7B9A58}" type="presParOf" srcId="{6EA1192B-B85D-424B-B15F-9F56895208A1}" destId="{F3C06E62-FD25-4726-9279-6F6D5C32B3BC}" srcOrd="1" destOrd="0" presId="urn:microsoft.com/office/officeart/2018/2/layout/IconVerticalSolidList"/>
    <dgm:cxn modelId="{1B1850E5-39E0-49FB-9069-8FF936514851}" type="presParOf" srcId="{6EA1192B-B85D-424B-B15F-9F56895208A1}" destId="{880E0E0E-C1E0-40E8-92A3-15B356398DF2}" srcOrd="2" destOrd="0" presId="urn:microsoft.com/office/officeart/2018/2/layout/IconVerticalSolidList"/>
    <dgm:cxn modelId="{33107718-D649-4F3B-9EA0-CF7FDFA0A31F}" type="presParOf" srcId="{6EA1192B-B85D-424B-B15F-9F56895208A1}" destId="{BA8655FF-E5D7-4132-AC1A-9340A5B78A61}" srcOrd="3" destOrd="0" presId="urn:microsoft.com/office/officeart/2018/2/layout/IconVerticalSolidList"/>
    <dgm:cxn modelId="{E8043226-E7BB-4676-BF99-05F79AD935D4}" type="presParOf" srcId="{F34E74A3-1341-4AB1-8870-468962D2C99E}" destId="{4B9DFF7B-D8F6-4CA8-B535-D4AC61CB11E5}" srcOrd="1" destOrd="0" presId="urn:microsoft.com/office/officeart/2018/2/layout/IconVerticalSolidList"/>
    <dgm:cxn modelId="{E3FBE5DF-66E7-4EF6-86E2-0722252376EA}" type="presParOf" srcId="{F34E74A3-1341-4AB1-8870-468962D2C99E}" destId="{E6A09759-323E-4ACC-91D6-A3F990C41647}" srcOrd="2" destOrd="0" presId="urn:microsoft.com/office/officeart/2018/2/layout/IconVerticalSolidList"/>
    <dgm:cxn modelId="{87D26F0D-F5A9-4B89-B6AE-4ACB9272A4C6}" type="presParOf" srcId="{E6A09759-323E-4ACC-91D6-A3F990C41647}" destId="{ED06CBD6-1E51-41B2-9483-3F31F4A8C1EC}" srcOrd="0" destOrd="0" presId="urn:microsoft.com/office/officeart/2018/2/layout/IconVerticalSolidList"/>
    <dgm:cxn modelId="{B1F7D33C-029B-4FDB-BF06-1BC17EA055EE}" type="presParOf" srcId="{E6A09759-323E-4ACC-91D6-A3F990C41647}" destId="{5BB81235-AC86-4F29-A14F-BB3597B5D8A9}" srcOrd="1" destOrd="0" presId="urn:microsoft.com/office/officeart/2018/2/layout/IconVerticalSolidList"/>
    <dgm:cxn modelId="{F394FA8A-CC15-4B1F-BA38-706E167EDFBF}" type="presParOf" srcId="{E6A09759-323E-4ACC-91D6-A3F990C41647}" destId="{527AE41D-9AA2-4DC3-B114-407D1BC70A6B}" srcOrd="2" destOrd="0" presId="urn:microsoft.com/office/officeart/2018/2/layout/IconVerticalSolidList"/>
    <dgm:cxn modelId="{5783E9FE-F71A-4F55-868E-0EA2F99C9868}" type="presParOf" srcId="{E6A09759-323E-4ACC-91D6-A3F990C41647}" destId="{B721B36E-CD57-44BF-B3E0-1C4FF214273E}" srcOrd="3" destOrd="0" presId="urn:microsoft.com/office/officeart/2018/2/layout/IconVerticalSolidList"/>
    <dgm:cxn modelId="{37D9AF26-1F67-4CCB-A96F-6E1965D6B3CA}" type="presParOf" srcId="{F34E74A3-1341-4AB1-8870-468962D2C99E}" destId="{0386CC5F-43C5-4A8E-8707-D6A130E192DC}" srcOrd="3" destOrd="0" presId="urn:microsoft.com/office/officeart/2018/2/layout/IconVerticalSolidList"/>
    <dgm:cxn modelId="{FA92808E-E4E7-40DE-B601-64493479D5E5}" type="presParOf" srcId="{F34E74A3-1341-4AB1-8870-468962D2C99E}" destId="{514B0789-36D6-4A1E-B8F3-92581E54030F}" srcOrd="4" destOrd="0" presId="urn:microsoft.com/office/officeart/2018/2/layout/IconVerticalSolidList"/>
    <dgm:cxn modelId="{52FC7843-43AB-4EE0-AC62-8D62B07D699C}" type="presParOf" srcId="{514B0789-36D6-4A1E-B8F3-92581E54030F}" destId="{BBE6F375-79E1-4A9C-8F13-5516EC7F9A8B}" srcOrd="0" destOrd="0" presId="urn:microsoft.com/office/officeart/2018/2/layout/IconVerticalSolidList"/>
    <dgm:cxn modelId="{F9D18F73-EA47-4BDC-B225-26568EF1A250}" type="presParOf" srcId="{514B0789-36D6-4A1E-B8F3-92581E54030F}" destId="{64AE0839-179B-430C-8235-1ECBCB9F5B76}" srcOrd="1" destOrd="0" presId="urn:microsoft.com/office/officeart/2018/2/layout/IconVerticalSolidList"/>
    <dgm:cxn modelId="{97AD9BE7-770D-4FE8-A787-92E0B980B282}" type="presParOf" srcId="{514B0789-36D6-4A1E-B8F3-92581E54030F}" destId="{6F3817FC-398F-42DC-B12D-7587F926EE38}" srcOrd="2" destOrd="0" presId="urn:microsoft.com/office/officeart/2018/2/layout/IconVerticalSolidList"/>
    <dgm:cxn modelId="{4D7EFE62-983B-4F26-A267-BD15EAB24A3F}" type="presParOf" srcId="{514B0789-36D6-4A1E-B8F3-92581E54030F}" destId="{F9C81EB7-144C-4B8E-8BDB-3E6893D381FC}" srcOrd="3" destOrd="0" presId="urn:microsoft.com/office/officeart/2018/2/layout/IconVerticalSolidList"/>
    <dgm:cxn modelId="{DCD84E1C-46DB-4D43-A8F8-37C0991E02B9}" type="presParOf" srcId="{F34E74A3-1341-4AB1-8870-468962D2C99E}" destId="{E47FF547-99F2-4D63-8E97-1CD3E167A217}" srcOrd="5" destOrd="0" presId="urn:microsoft.com/office/officeart/2018/2/layout/IconVerticalSolidList"/>
    <dgm:cxn modelId="{58E87498-03C3-47C4-813F-B9823E1D1ADA}" type="presParOf" srcId="{F34E74A3-1341-4AB1-8870-468962D2C99E}" destId="{B2F8F733-5220-45F5-9D61-A80488151284}" srcOrd="6" destOrd="0" presId="urn:microsoft.com/office/officeart/2018/2/layout/IconVerticalSolidList"/>
    <dgm:cxn modelId="{7926F052-6F90-4BAE-BD77-4B173C78DA4A}" type="presParOf" srcId="{B2F8F733-5220-45F5-9D61-A80488151284}" destId="{FC28F0F7-A729-4BB5-B79C-ABC59FB77B44}" srcOrd="0" destOrd="0" presId="urn:microsoft.com/office/officeart/2018/2/layout/IconVerticalSolidList"/>
    <dgm:cxn modelId="{9008679A-F889-4E70-89FE-F758EEFE24EA}" type="presParOf" srcId="{B2F8F733-5220-45F5-9D61-A80488151284}" destId="{A798DD82-EC2F-4B3F-A00E-7FBF5BC5D96F}" srcOrd="1" destOrd="0" presId="urn:microsoft.com/office/officeart/2018/2/layout/IconVerticalSolidList"/>
    <dgm:cxn modelId="{C1B173FF-6E10-4415-B435-10460EC2E54C}" type="presParOf" srcId="{B2F8F733-5220-45F5-9D61-A80488151284}" destId="{CF345908-1835-4872-9CFC-75669250838C}" srcOrd="2" destOrd="0" presId="urn:microsoft.com/office/officeart/2018/2/layout/IconVerticalSolidList"/>
    <dgm:cxn modelId="{A37691C7-8D05-4221-AAF6-0FAE4B16E8EB}" type="presParOf" srcId="{B2F8F733-5220-45F5-9D61-A80488151284}" destId="{142AC793-9F8C-429A-B82B-7134189ED8BC}" srcOrd="3" destOrd="0" presId="urn:microsoft.com/office/officeart/2018/2/layout/IconVerticalSolidList"/>
    <dgm:cxn modelId="{EEBCE225-ED83-435C-AC92-A2C686D8E389}" type="presParOf" srcId="{F34E74A3-1341-4AB1-8870-468962D2C99E}" destId="{9DEB10F2-F462-4FFE-A282-DC44BEFA30AC}" srcOrd="7" destOrd="0" presId="urn:microsoft.com/office/officeart/2018/2/layout/IconVerticalSolidList"/>
    <dgm:cxn modelId="{A5DBAB1D-832D-4594-9D26-9C288E6449B4}" type="presParOf" srcId="{F34E74A3-1341-4AB1-8870-468962D2C99E}" destId="{E4F8F54D-3022-4620-B765-5172E2B1B2F2}" srcOrd="8" destOrd="0" presId="urn:microsoft.com/office/officeart/2018/2/layout/IconVerticalSolidList"/>
    <dgm:cxn modelId="{64A2B736-135F-4593-AD31-705F35FB5DFB}" type="presParOf" srcId="{E4F8F54D-3022-4620-B765-5172E2B1B2F2}" destId="{2F8D04B9-C879-405F-8D0F-A4975784EEEC}" srcOrd="0" destOrd="0" presId="urn:microsoft.com/office/officeart/2018/2/layout/IconVerticalSolidList"/>
    <dgm:cxn modelId="{9F301B80-C790-4FC8-A3E5-75B5DCE022EE}" type="presParOf" srcId="{E4F8F54D-3022-4620-B765-5172E2B1B2F2}" destId="{465184B4-F234-46F9-BC4F-88E556BAFB55}" srcOrd="1" destOrd="0" presId="urn:microsoft.com/office/officeart/2018/2/layout/IconVerticalSolidList"/>
    <dgm:cxn modelId="{91AD4016-7580-4225-83D5-06BF83956C14}" type="presParOf" srcId="{E4F8F54D-3022-4620-B765-5172E2B1B2F2}" destId="{AB84CDCA-2928-42B6-B179-21BA7DBDE2A4}" srcOrd="2" destOrd="0" presId="urn:microsoft.com/office/officeart/2018/2/layout/IconVerticalSolidList"/>
    <dgm:cxn modelId="{1F151EC1-C1DD-4DDC-9043-B8B98DE8D853}" type="presParOf" srcId="{E4F8F54D-3022-4620-B765-5172E2B1B2F2}" destId="{88838230-FEC4-4C53-BA01-7607DB2892FE}" srcOrd="3" destOrd="0" presId="urn:microsoft.com/office/officeart/2018/2/layout/IconVerticalSolidList"/>
    <dgm:cxn modelId="{DB024D98-0F59-4338-9F53-1D08E2BF9723}" type="presParOf" srcId="{F34E74A3-1341-4AB1-8870-468962D2C99E}" destId="{86269253-87E1-4724-A28F-089465D688D7}" srcOrd="9" destOrd="0" presId="urn:microsoft.com/office/officeart/2018/2/layout/IconVerticalSolidList"/>
    <dgm:cxn modelId="{C1937E3A-7CF7-421F-878B-63F0879E70C1}" type="presParOf" srcId="{F34E74A3-1341-4AB1-8870-468962D2C99E}" destId="{39AF303C-A38E-4350-BDB3-A625260F35A8}" srcOrd="10" destOrd="0" presId="urn:microsoft.com/office/officeart/2018/2/layout/IconVerticalSolidList"/>
    <dgm:cxn modelId="{D18E5571-4628-4080-BABD-040C6024A75C}" type="presParOf" srcId="{39AF303C-A38E-4350-BDB3-A625260F35A8}" destId="{D6397962-5D32-41E4-AB32-9D9C0EEC37F1}" srcOrd="0" destOrd="0" presId="urn:microsoft.com/office/officeart/2018/2/layout/IconVerticalSolidList"/>
    <dgm:cxn modelId="{0305F9BA-4122-4272-A4F7-33D224555840}" type="presParOf" srcId="{39AF303C-A38E-4350-BDB3-A625260F35A8}" destId="{AC885831-B84D-495B-86E3-949ECD99981B}" srcOrd="1" destOrd="0" presId="urn:microsoft.com/office/officeart/2018/2/layout/IconVerticalSolidList"/>
    <dgm:cxn modelId="{21C7039D-F4DE-4810-BB0E-AC48F5342703}" type="presParOf" srcId="{39AF303C-A38E-4350-BDB3-A625260F35A8}" destId="{E21D8ADC-EC3D-4F59-AE5F-0A25D161D122}" srcOrd="2" destOrd="0" presId="urn:microsoft.com/office/officeart/2018/2/layout/IconVerticalSolidList"/>
    <dgm:cxn modelId="{B3486FFB-921F-444D-8A5E-1A9C5D70434F}" type="presParOf" srcId="{39AF303C-A38E-4350-BDB3-A625260F35A8}" destId="{3AFCF2B9-DE5F-409C-8CD6-D66446EF36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A92C3A-B133-4BA4-81FB-DE38A870276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794AB38-3487-4633-9D2B-407DA60ABCA4}">
      <dgm:prSet/>
      <dgm:spPr/>
      <dgm:t>
        <a:bodyPr/>
        <a:lstStyle/>
        <a:p>
          <a:r>
            <a:rPr lang="en-US"/>
            <a:t>Breaking data into smaller units (packets) for efficient network transmission.</a:t>
          </a:r>
        </a:p>
      </dgm:t>
    </dgm:pt>
    <dgm:pt modelId="{84DB207B-4779-4422-A93F-C5CFD3A418A2}" type="parTrans" cxnId="{8926AD9F-05F5-4322-A7C9-8B2DD64CE11F}">
      <dgm:prSet/>
      <dgm:spPr/>
      <dgm:t>
        <a:bodyPr/>
        <a:lstStyle/>
        <a:p>
          <a:endParaRPr lang="en-US"/>
        </a:p>
      </dgm:t>
    </dgm:pt>
    <dgm:pt modelId="{6DFB252C-5A39-4E2C-8598-81E1A7BC79E4}" type="sibTrans" cxnId="{8926AD9F-05F5-4322-A7C9-8B2DD64CE11F}">
      <dgm:prSet/>
      <dgm:spPr/>
      <dgm:t>
        <a:bodyPr/>
        <a:lstStyle/>
        <a:p>
          <a:endParaRPr lang="en-US"/>
        </a:p>
      </dgm:t>
    </dgm:pt>
    <dgm:pt modelId="{0BE04AB1-4E76-4796-A281-B1874AA6C359}">
      <dgm:prSet/>
      <dgm:spPr/>
      <dgm:t>
        <a:bodyPr/>
        <a:lstStyle/>
        <a:p>
          <a:r>
            <a:rPr lang="en-US"/>
            <a:t>1️⃣ Data is divided into packets.</a:t>
          </a:r>
        </a:p>
      </dgm:t>
    </dgm:pt>
    <dgm:pt modelId="{7D9CC34A-77C6-4238-97AB-1D2D75F83937}" type="parTrans" cxnId="{B16D5112-297F-4A56-8CE5-6178CD6E5C22}">
      <dgm:prSet/>
      <dgm:spPr/>
      <dgm:t>
        <a:bodyPr/>
        <a:lstStyle/>
        <a:p>
          <a:endParaRPr lang="en-US"/>
        </a:p>
      </dgm:t>
    </dgm:pt>
    <dgm:pt modelId="{253793C9-9258-496E-99D7-1A2B333448F9}" type="sibTrans" cxnId="{B16D5112-297F-4A56-8CE5-6178CD6E5C22}">
      <dgm:prSet/>
      <dgm:spPr/>
      <dgm:t>
        <a:bodyPr/>
        <a:lstStyle/>
        <a:p>
          <a:endParaRPr lang="en-US"/>
        </a:p>
      </dgm:t>
    </dgm:pt>
    <dgm:pt modelId="{E0107DDE-3194-4371-9BE7-C9348688B9A9}">
      <dgm:prSet/>
      <dgm:spPr/>
      <dgm:t>
        <a:bodyPr/>
        <a:lstStyle/>
        <a:p>
          <a:r>
            <a:rPr lang="en-US"/>
            <a:t>2️⃣ Each packet has a header (address info) and payload (data).</a:t>
          </a:r>
        </a:p>
      </dgm:t>
    </dgm:pt>
    <dgm:pt modelId="{96DD960C-6960-4D1F-A761-64BB2AC7A274}" type="parTrans" cxnId="{09572858-7344-4D9B-A212-69DFE9283AC3}">
      <dgm:prSet/>
      <dgm:spPr/>
      <dgm:t>
        <a:bodyPr/>
        <a:lstStyle/>
        <a:p>
          <a:endParaRPr lang="en-US"/>
        </a:p>
      </dgm:t>
    </dgm:pt>
    <dgm:pt modelId="{5685E3A5-6F0B-42C9-A38E-542F420CE5A5}" type="sibTrans" cxnId="{09572858-7344-4D9B-A212-69DFE9283AC3}">
      <dgm:prSet/>
      <dgm:spPr/>
      <dgm:t>
        <a:bodyPr/>
        <a:lstStyle/>
        <a:p>
          <a:endParaRPr lang="en-US"/>
        </a:p>
      </dgm:t>
    </dgm:pt>
    <dgm:pt modelId="{8B1F3040-9710-4C1F-A344-53B5AF6E937C}">
      <dgm:prSet/>
      <dgm:spPr/>
      <dgm:t>
        <a:bodyPr/>
        <a:lstStyle/>
        <a:p>
          <a:r>
            <a:rPr lang="en-US"/>
            <a:t>3️⃣ Packets travel independently to the destination.</a:t>
          </a:r>
        </a:p>
      </dgm:t>
    </dgm:pt>
    <dgm:pt modelId="{8B1AD719-DDE2-4611-A981-B1609C22E9ED}" type="parTrans" cxnId="{F816619D-910F-4C81-A608-B7DB498A58A8}">
      <dgm:prSet/>
      <dgm:spPr/>
      <dgm:t>
        <a:bodyPr/>
        <a:lstStyle/>
        <a:p>
          <a:endParaRPr lang="en-US"/>
        </a:p>
      </dgm:t>
    </dgm:pt>
    <dgm:pt modelId="{6493C370-B771-4AFD-85FC-5E056D70C8F2}" type="sibTrans" cxnId="{F816619D-910F-4C81-A608-B7DB498A58A8}">
      <dgm:prSet/>
      <dgm:spPr/>
      <dgm:t>
        <a:bodyPr/>
        <a:lstStyle/>
        <a:p>
          <a:endParaRPr lang="en-US"/>
        </a:p>
      </dgm:t>
    </dgm:pt>
    <dgm:pt modelId="{88C37A7E-391D-41F1-B8EA-9782D69F2B6C}">
      <dgm:prSet/>
      <dgm:spPr/>
      <dgm:t>
        <a:bodyPr/>
        <a:lstStyle/>
        <a:p>
          <a:r>
            <a:rPr lang="en-US"/>
            <a:t>4️⃣ Destination reassembles packets in the correct order.</a:t>
          </a:r>
        </a:p>
      </dgm:t>
    </dgm:pt>
    <dgm:pt modelId="{73D9665B-8AE2-4141-A53E-A86A1AA2D0B2}" type="parTrans" cxnId="{7E6F9230-BDA4-4C33-83AE-F46FB6B72CB0}">
      <dgm:prSet/>
      <dgm:spPr/>
      <dgm:t>
        <a:bodyPr/>
        <a:lstStyle/>
        <a:p>
          <a:endParaRPr lang="en-US"/>
        </a:p>
      </dgm:t>
    </dgm:pt>
    <dgm:pt modelId="{5ADA2C7C-2851-4C78-AF2E-02FF9482AC76}" type="sibTrans" cxnId="{7E6F9230-BDA4-4C33-83AE-F46FB6B72CB0}">
      <dgm:prSet/>
      <dgm:spPr/>
      <dgm:t>
        <a:bodyPr/>
        <a:lstStyle/>
        <a:p>
          <a:endParaRPr lang="en-US"/>
        </a:p>
      </dgm:t>
    </dgm:pt>
    <dgm:pt modelId="{219E3A6E-3738-4A50-B7A2-9DC2AF340FE0}" type="pres">
      <dgm:prSet presAssocID="{41A92C3A-B133-4BA4-81FB-DE38A870276A}" presName="linear" presStyleCnt="0">
        <dgm:presLayoutVars>
          <dgm:animLvl val="lvl"/>
          <dgm:resizeHandles val="exact"/>
        </dgm:presLayoutVars>
      </dgm:prSet>
      <dgm:spPr/>
    </dgm:pt>
    <dgm:pt modelId="{CC9843BE-E6A3-42D2-9E93-0029FFE0DAFD}" type="pres">
      <dgm:prSet presAssocID="{5794AB38-3487-4633-9D2B-407DA60ABCA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F172C9F-AC44-4B27-A07E-98A844EF5396}" type="pres">
      <dgm:prSet presAssocID="{6DFB252C-5A39-4E2C-8598-81E1A7BC79E4}" presName="spacer" presStyleCnt="0"/>
      <dgm:spPr/>
    </dgm:pt>
    <dgm:pt modelId="{4B22066D-5814-4E5A-A3C0-7432253C41A2}" type="pres">
      <dgm:prSet presAssocID="{0BE04AB1-4E76-4796-A281-B1874AA6C3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8CFFFCD-3593-4728-82C4-C01DAFB940F7}" type="pres">
      <dgm:prSet presAssocID="{253793C9-9258-496E-99D7-1A2B333448F9}" presName="spacer" presStyleCnt="0"/>
      <dgm:spPr/>
    </dgm:pt>
    <dgm:pt modelId="{7987CACB-5093-49AC-9693-4107BA33D671}" type="pres">
      <dgm:prSet presAssocID="{E0107DDE-3194-4371-9BE7-C9348688B9A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8EC4725-358A-49DE-B25B-AB2BEDBB403D}" type="pres">
      <dgm:prSet presAssocID="{5685E3A5-6F0B-42C9-A38E-542F420CE5A5}" presName="spacer" presStyleCnt="0"/>
      <dgm:spPr/>
    </dgm:pt>
    <dgm:pt modelId="{42A31224-5789-4106-9280-DF0A4232E0C2}" type="pres">
      <dgm:prSet presAssocID="{8B1F3040-9710-4C1F-A344-53B5AF6E937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4A52AF-A127-41B9-8337-A2D98CCF661D}" type="pres">
      <dgm:prSet presAssocID="{6493C370-B771-4AFD-85FC-5E056D70C8F2}" presName="spacer" presStyleCnt="0"/>
      <dgm:spPr/>
    </dgm:pt>
    <dgm:pt modelId="{0A2CD6FA-F806-4D06-B48B-0DC6F6F9DC27}" type="pres">
      <dgm:prSet presAssocID="{88C37A7E-391D-41F1-B8EA-9782D69F2B6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16D5112-297F-4A56-8CE5-6178CD6E5C22}" srcId="{41A92C3A-B133-4BA4-81FB-DE38A870276A}" destId="{0BE04AB1-4E76-4796-A281-B1874AA6C359}" srcOrd="1" destOrd="0" parTransId="{7D9CC34A-77C6-4238-97AB-1D2D75F83937}" sibTransId="{253793C9-9258-496E-99D7-1A2B333448F9}"/>
    <dgm:cxn modelId="{7E6F9230-BDA4-4C33-83AE-F46FB6B72CB0}" srcId="{41A92C3A-B133-4BA4-81FB-DE38A870276A}" destId="{88C37A7E-391D-41F1-B8EA-9782D69F2B6C}" srcOrd="4" destOrd="0" parTransId="{73D9665B-8AE2-4141-A53E-A86A1AA2D0B2}" sibTransId="{5ADA2C7C-2851-4C78-AF2E-02FF9482AC76}"/>
    <dgm:cxn modelId="{03D7BC32-3BBC-408B-B465-FE938F7104B4}" type="presOf" srcId="{88C37A7E-391D-41F1-B8EA-9782D69F2B6C}" destId="{0A2CD6FA-F806-4D06-B48B-0DC6F6F9DC27}" srcOrd="0" destOrd="0" presId="urn:microsoft.com/office/officeart/2005/8/layout/vList2"/>
    <dgm:cxn modelId="{DE6FB168-6359-4FC1-BF3A-56C54112D224}" type="presOf" srcId="{41A92C3A-B133-4BA4-81FB-DE38A870276A}" destId="{219E3A6E-3738-4A50-B7A2-9DC2AF340FE0}" srcOrd="0" destOrd="0" presId="urn:microsoft.com/office/officeart/2005/8/layout/vList2"/>
    <dgm:cxn modelId="{09572858-7344-4D9B-A212-69DFE9283AC3}" srcId="{41A92C3A-B133-4BA4-81FB-DE38A870276A}" destId="{E0107DDE-3194-4371-9BE7-C9348688B9A9}" srcOrd="2" destOrd="0" parTransId="{96DD960C-6960-4D1F-A761-64BB2AC7A274}" sibTransId="{5685E3A5-6F0B-42C9-A38E-542F420CE5A5}"/>
    <dgm:cxn modelId="{F816619D-910F-4C81-A608-B7DB498A58A8}" srcId="{41A92C3A-B133-4BA4-81FB-DE38A870276A}" destId="{8B1F3040-9710-4C1F-A344-53B5AF6E937C}" srcOrd="3" destOrd="0" parTransId="{8B1AD719-DDE2-4611-A981-B1609C22E9ED}" sibTransId="{6493C370-B771-4AFD-85FC-5E056D70C8F2}"/>
    <dgm:cxn modelId="{8926AD9F-05F5-4322-A7C9-8B2DD64CE11F}" srcId="{41A92C3A-B133-4BA4-81FB-DE38A870276A}" destId="{5794AB38-3487-4633-9D2B-407DA60ABCA4}" srcOrd="0" destOrd="0" parTransId="{84DB207B-4779-4422-A93F-C5CFD3A418A2}" sibTransId="{6DFB252C-5A39-4E2C-8598-81E1A7BC79E4}"/>
    <dgm:cxn modelId="{E17CC1D2-5DEB-43D1-941D-DF53864C4D1E}" type="presOf" srcId="{0BE04AB1-4E76-4796-A281-B1874AA6C359}" destId="{4B22066D-5814-4E5A-A3C0-7432253C41A2}" srcOrd="0" destOrd="0" presId="urn:microsoft.com/office/officeart/2005/8/layout/vList2"/>
    <dgm:cxn modelId="{E51BCFD2-9F44-436F-AB13-8365594EF010}" type="presOf" srcId="{E0107DDE-3194-4371-9BE7-C9348688B9A9}" destId="{7987CACB-5093-49AC-9693-4107BA33D671}" srcOrd="0" destOrd="0" presId="urn:microsoft.com/office/officeart/2005/8/layout/vList2"/>
    <dgm:cxn modelId="{65C5AAD5-02EC-41DA-BE84-81D872EB7E4A}" type="presOf" srcId="{8B1F3040-9710-4C1F-A344-53B5AF6E937C}" destId="{42A31224-5789-4106-9280-DF0A4232E0C2}" srcOrd="0" destOrd="0" presId="urn:microsoft.com/office/officeart/2005/8/layout/vList2"/>
    <dgm:cxn modelId="{490A47F4-AB00-4DE0-BD8D-0325ECBF23A5}" type="presOf" srcId="{5794AB38-3487-4633-9D2B-407DA60ABCA4}" destId="{CC9843BE-E6A3-42D2-9E93-0029FFE0DAFD}" srcOrd="0" destOrd="0" presId="urn:microsoft.com/office/officeart/2005/8/layout/vList2"/>
    <dgm:cxn modelId="{8B89E56B-1507-4A76-8C18-FAEC5222983D}" type="presParOf" srcId="{219E3A6E-3738-4A50-B7A2-9DC2AF340FE0}" destId="{CC9843BE-E6A3-42D2-9E93-0029FFE0DAFD}" srcOrd="0" destOrd="0" presId="urn:microsoft.com/office/officeart/2005/8/layout/vList2"/>
    <dgm:cxn modelId="{932411BB-C063-438F-94EE-5C7C035F2D38}" type="presParOf" srcId="{219E3A6E-3738-4A50-B7A2-9DC2AF340FE0}" destId="{5F172C9F-AC44-4B27-A07E-98A844EF5396}" srcOrd="1" destOrd="0" presId="urn:microsoft.com/office/officeart/2005/8/layout/vList2"/>
    <dgm:cxn modelId="{1EFE0933-8B5C-4633-B985-C34780E6D68A}" type="presParOf" srcId="{219E3A6E-3738-4A50-B7A2-9DC2AF340FE0}" destId="{4B22066D-5814-4E5A-A3C0-7432253C41A2}" srcOrd="2" destOrd="0" presId="urn:microsoft.com/office/officeart/2005/8/layout/vList2"/>
    <dgm:cxn modelId="{B9B8E012-A76C-4A05-8FFA-A760E2C52A31}" type="presParOf" srcId="{219E3A6E-3738-4A50-B7A2-9DC2AF340FE0}" destId="{68CFFFCD-3593-4728-82C4-C01DAFB940F7}" srcOrd="3" destOrd="0" presId="urn:microsoft.com/office/officeart/2005/8/layout/vList2"/>
    <dgm:cxn modelId="{4E40F79C-19AB-4AE0-8466-7D760928657E}" type="presParOf" srcId="{219E3A6E-3738-4A50-B7A2-9DC2AF340FE0}" destId="{7987CACB-5093-49AC-9693-4107BA33D671}" srcOrd="4" destOrd="0" presId="urn:microsoft.com/office/officeart/2005/8/layout/vList2"/>
    <dgm:cxn modelId="{CFBFCB7E-5A05-4C24-959B-8D8BDE184C89}" type="presParOf" srcId="{219E3A6E-3738-4A50-B7A2-9DC2AF340FE0}" destId="{C8EC4725-358A-49DE-B25B-AB2BEDBB403D}" srcOrd="5" destOrd="0" presId="urn:microsoft.com/office/officeart/2005/8/layout/vList2"/>
    <dgm:cxn modelId="{44A74E99-F7BC-4112-B95B-33BCCFD7C680}" type="presParOf" srcId="{219E3A6E-3738-4A50-B7A2-9DC2AF340FE0}" destId="{42A31224-5789-4106-9280-DF0A4232E0C2}" srcOrd="6" destOrd="0" presId="urn:microsoft.com/office/officeart/2005/8/layout/vList2"/>
    <dgm:cxn modelId="{6D8F71ED-9334-46D2-8FBF-C5BE70602C0D}" type="presParOf" srcId="{219E3A6E-3738-4A50-B7A2-9DC2AF340FE0}" destId="{674A52AF-A127-41B9-8337-A2D98CCF661D}" srcOrd="7" destOrd="0" presId="urn:microsoft.com/office/officeart/2005/8/layout/vList2"/>
    <dgm:cxn modelId="{F52480A6-BBAD-4369-B4DA-135DF065F2E9}" type="presParOf" srcId="{219E3A6E-3738-4A50-B7A2-9DC2AF340FE0}" destId="{0A2CD6FA-F806-4D06-B48B-0DC6F6F9DC2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2A414-06BD-4127-BC1D-C0750323BD78}">
      <dsp:nvSpPr>
        <dsp:cNvPr id="0" name=""/>
        <dsp:cNvSpPr/>
      </dsp:nvSpPr>
      <dsp:spPr>
        <a:xfrm>
          <a:off x="461169" y="0"/>
          <a:ext cx="5132386" cy="5132386"/>
        </a:xfrm>
        <a:prstGeom prst="diamond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AB94E2-38D6-4764-B98C-1A9BC0DB3639}">
      <dsp:nvSpPr>
        <dsp:cNvPr id="0" name=""/>
        <dsp:cNvSpPr/>
      </dsp:nvSpPr>
      <dsp:spPr>
        <a:xfrm>
          <a:off x="948745" y="487576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Hosts</a:t>
          </a:r>
        </a:p>
      </dsp:txBody>
      <dsp:txXfrm>
        <a:off x="1046457" y="585288"/>
        <a:ext cx="1806206" cy="1806206"/>
      </dsp:txXfrm>
    </dsp:sp>
    <dsp:sp modelId="{B788DBE4-8148-4497-9795-4FE549E6C7A2}">
      <dsp:nvSpPr>
        <dsp:cNvPr id="0" name=""/>
        <dsp:cNvSpPr/>
      </dsp:nvSpPr>
      <dsp:spPr>
        <a:xfrm>
          <a:off x="3104348" y="487576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NICs</a:t>
          </a:r>
        </a:p>
      </dsp:txBody>
      <dsp:txXfrm>
        <a:off x="3202060" y="585288"/>
        <a:ext cx="1806206" cy="1806206"/>
      </dsp:txXfrm>
    </dsp:sp>
    <dsp:sp modelId="{9EBC451D-2658-4693-8B98-074A6A284541}">
      <dsp:nvSpPr>
        <dsp:cNvPr id="0" name=""/>
        <dsp:cNvSpPr/>
      </dsp:nvSpPr>
      <dsp:spPr>
        <a:xfrm>
          <a:off x="948745" y="2643179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Network Devices</a:t>
          </a:r>
        </a:p>
      </dsp:txBody>
      <dsp:txXfrm>
        <a:off x="1046457" y="2740891"/>
        <a:ext cx="1806206" cy="1806206"/>
      </dsp:txXfrm>
    </dsp:sp>
    <dsp:sp modelId="{6EE10C92-421A-4188-9967-6157F4A92E94}">
      <dsp:nvSpPr>
        <dsp:cNvPr id="0" name=""/>
        <dsp:cNvSpPr/>
      </dsp:nvSpPr>
      <dsp:spPr>
        <a:xfrm>
          <a:off x="3104348" y="2643179"/>
          <a:ext cx="2001630" cy="200163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Network Media</a:t>
          </a:r>
        </a:p>
      </dsp:txBody>
      <dsp:txXfrm>
        <a:off x="3202060" y="2740891"/>
        <a:ext cx="1806206" cy="180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5E7F3-0D57-499B-95B8-9121B553A769}">
      <dsp:nvSpPr>
        <dsp:cNvPr id="0" name=""/>
        <dsp:cNvSpPr/>
      </dsp:nvSpPr>
      <dsp:spPr>
        <a:xfrm>
          <a:off x="0" y="463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D0FD6-93F7-40AF-809D-012AFFDCD352}">
      <dsp:nvSpPr>
        <dsp:cNvPr id="0" name=""/>
        <dsp:cNvSpPr/>
      </dsp:nvSpPr>
      <dsp:spPr>
        <a:xfrm>
          <a:off x="328129" y="244527"/>
          <a:ext cx="596599" cy="596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4EC34-69AD-43EC-8B6C-E97A25529FBC}">
      <dsp:nvSpPr>
        <dsp:cNvPr id="0" name=""/>
        <dsp:cNvSpPr/>
      </dsp:nvSpPr>
      <dsp:spPr>
        <a:xfrm>
          <a:off x="1252859" y="463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Definition:</a:t>
          </a:r>
          <a:r>
            <a:rPr lang="en-US" sz="2500" b="0" i="0" kern="1200" baseline="0"/>
            <a:t> A network that connects computers and devices in a limited area (e.g., home, school, office).</a:t>
          </a:r>
          <a:endParaRPr lang="en-US" sz="2500" kern="1200"/>
        </a:p>
      </dsp:txBody>
      <dsp:txXfrm>
        <a:off x="1252859" y="463"/>
        <a:ext cx="8619803" cy="1084726"/>
      </dsp:txXfrm>
    </dsp:sp>
    <dsp:sp modelId="{BB3166D1-E059-4EC9-8FCC-6BFDB035DF12}">
      <dsp:nvSpPr>
        <dsp:cNvPr id="0" name=""/>
        <dsp:cNvSpPr/>
      </dsp:nvSpPr>
      <dsp:spPr>
        <a:xfrm>
          <a:off x="0" y="1356371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1C181-826A-4BEF-BE58-5AC80FB84B0F}">
      <dsp:nvSpPr>
        <dsp:cNvPr id="0" name=""/>
        <dsp:cNvSpPr/>
      </dsp:nvSpPr>
      <dsp:spPr>
        <a:xfrm>
          <a:off x="328129" y="1600435"/>
          <a:ext cx="596599" cy="596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2343A-A4B1-480E-9D90-44CC57C4558A}">
      <dsp:nvSpPr>
        <dsp:cNvPr id="0" name=""/>
        <dsp:cNvSpPr/>
      </dsp:nvSpPr>
      <dsp:spPr>
        <a:xfrm>
          <a:off x="1252859" y="1356371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Purpose:</a:t>
          </a:r>
          <a:r>
            <a:rPr lang="en-US" sz="2500" b="0" i="0" kern="1200" baseline="0"/>
            <a:t> Enables sharing of resources like files, printers, and internet access within the same location.</a:t>
          </a:r>
          <a:endParaRPr lang="en-US" sz="2500" kern="1200"/>
        </a:p>
      </dsp:txBody>
      <dsp:txXfrm>
        <a:off x="1252859" y="1356371"/>
        <a:ext cx="8619803" cy="1084726"/>
      </dsp:txXfrm>
    </dsp:sp>
    <dsp:sp modelId="{73FE1755-E32D-46C1-A06D-64EF12913767}">
      <dsp:nvSpPr>
        <dsp:cNvPr id="0" name=""/>
        <dsp:cNvSpPr/>
      </dsp:nvSpPr>
      <dsp:spPr>
        <a:xfrm>
          <a:off x="0" y="2712279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44A24-B1B3-488B-8264-4C9461434C28}">
      <dsp:nvSpPr>
        <dsp:cNvPr id="0" name=""/>
        <dsp:cNvSpPr/>
      </dsp:nvSpPr>
      <dsp:spPr>
        <a:xfrm>
          <a:off x="328129" y="2956343"/>
          <a:ext cx="596599" cy="596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063D7-F4E3-470A-926C-E5C007CC6FC6}">
      <dsp:nvSpPr>
        <dsp:cNvPr id="0" name=""/>
        <dsp:cNvSpPr/>
      </dsp:nvSpPr>
      <dsp:spPr>
        <a:xfrm>
          <a:off x="1252859" y="2712279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Speed &amp; Performance:</a:t>
          </a:r>
          <a:r>
            <a:rPr lang="en-US" sz="2500" b="0" i="0" kern="1200" baseline="0"/>
            <a:t> High-speed connections (wired or wireless) with low latency and minimal interference.</a:t>
          </a:r>
          <a:endParaRPr lang="en-US" sz="2500" kern="1200"/>
        </a:p>
      </dsp:txBody>
      <dsp:txXfrm>
        <a:off x="1252859" y="2712279"/>
        <a:ext cx="8619803" cy="10847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457B72-AD08-40C2-B209-0B8B7930A1E9}">
      <dsp:nvSpPr>
        <dsp:cNvPr id="0" name=""/>
        <dsp:cNvSpPr/>
      </dsp:nvSpPr>
      <dsp:spPr>
        <a:xfrm>
          <a:off x="607331" y="368734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23C31-4A48-4A5B-B397-5E4F36E9456E}">
      <dsp:nvSpPr>
        <dsp:cNvPr id="0" name=""/>
        <dsp:cNvSpPr/>
      </dsp:nvSpPr>
      <dsp:spPr>
        <a:xfrm>
          <a:off x="98758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54E36-73A7-4453-AD0B-2D0EF24A6BC9}">
      <dsp:nvSpPr>
        <dsp:cNvPr id="0" name=""/>
        <dsp:cNvSpPr/>
      </dsp:nvSpPr>
      <dsp:spPr>
        <a:xfrm>
          <a:off x="36956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Network cables or Wi-Fi access points.</a:t>
          </a:r>
          <a:endParaRPr lang="en-US" sz="1700" kern="1200"/>
        </a:p>
      </dsp:txBody>
      <dsp:txXfrm>
        <a:off x="36956" y="2708735"/>
        <a:ext cx="2925000" cy="720000"/>
      </dsp:txXfrm>
    </dsp:sp>
    <dsp:sp modelId="{9BDAEC29-5E64-4AB9-BD8A-006B35BDAB8D}">
      <dsp:nvSpPr>
        <dsp:cNvPr id="0" name=""/>
        <dsp:cNvSpPr/>
      </dsp:nvSpPr>
      <dsp:spPr>
        <a:xfrm>
          <a:off x="4044206" y="368734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6A2048-8D1A-497B-B65B-F22927BB158E}">
      <dsp:nvSpPr>
        <dsp:cNvPr id="0" name=""/>
        <dsp:cNvSpPr/>
      </dsp:nvSpPr>
      <dsp:spPr>
        <a:xfrm>
          <a:off x="4424456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074D3-A434-4EB5-A05B-CA424698A100}">
      <dsp:nvSpPr>
        <dsp:cNvPr id="0" name=""/>
        <dsp:cNvSpPr/>
      </dsp:nvSpPr>
      <dsp:spPr>
        <a:xfrm>
          <a:off x="3473831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Switches, routers, and sometimes hubs.</a:t>
          </a:r>
          <a:endParaRPr lang="en-US" sz="1700" kern="1200"/>
        </a:p>
      </dsp:txBody>
      <dsp:txXfrm>
        <a:off x="3473831" y="2708735"/>
        <a:ext cx="2925000" cy="720000"/>
      </dsp:txXfrm>
    </dsp:sp>
    <dsp:sp modelId="{AB4EFF85-F86C-46AE-AA55-494BD7D89BBC}">
      <dsp:nvSpPr>
        <dsp:cNvPr id="0" name=""/>
        <dsp:cNvSpPr/>
      </dsp:nvSpPr>
      <dsp:spPr>
        <a:xfrm>
          <a:off x="7481081" y="368734"/>
          <a:ext cx="1784250" cy="17842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75DF6-B94C-48E8-AC25-D0C575426974}">
      <dsp:nvSpPr>
        <dsp:cNvPr id="0" name=""/>
        <dsp:cNvSpPr/>
      </dsp:nvSpPr>
      <dsp:spPr>
        <a:xfrm>
          <a:off x="7861331" y="748984"/>
          <a:ext cx="1023750" cy="1023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F5AD5-13E6-4E2B-BBB3-C270CC0CC351}">
      <dsp:nvSpPr>
        <dsp:cNvPr id="0" name=""/>
        <dsp:cNvSpPr/>
      </dsp:nvSpPr>
      <dsp:spPr>
        <a:xfrm>
          <a:off x="6910706" y="2708735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0" i="0" kern="1200" baseline="0"/>
            <a:t>Network interface cards (NICs) in computers and devices.</a:t>
          </a:r>
          <a:endParaRPr lang="en-US" sz="1700" kern="1200"/>
        </a:p>
      </dsp:txBody>
      <dsp:txXfrm>
        <a:off x="6910706" y="2708735"/>
        <a:ext cx="2925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EF4A3-BD8B-4626-BDBD-B81274369228}">
      <dsp:nvSpPr>
        <dsp:cNvPr id="0" name=""/>
        <dsp:cNvSpPr/>
      </dsp:nvSpPr>
      <dsp:spPr>
        <a:xfrm>
          <a:off x="0" y="463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EF621B-6C58-44F7-9A52-49D44F1E961D}">
      <dsp:nvSpPr>
        <dsp:cNvPr id="0" name=""/>
        <dsp:cNvSpPr/>
      </dsp:nvSpPr>
      <dsp:spPr>
        <a:xfrm>
          <a:off x="328129" y="244527"/>
          <a:ext cx="596599" cy="5965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DEF185-101E-41A1-9BB3-C865BC905092}">
      <dsp:nvSpPr>
        <dsp:cNvPr id="0" name=""/>
        <dsp:cNvSpPr/>
      </dsp:nvSpPr>
      <dsp:spPr>
        <a:xfrm>
          <a:off x="1252859" y="463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Definition:</a:t>
          </a:r>
          <a:r>
            <a:rPr lang="en-US" sz="2500" b="0" i="0" kern="1200" baseline="0"/>
            <a:t> A network that connects devices across large distances (cities, countries, or even globally).</a:t>
          </a:r>
          <a:endParaRPr lang="en-US" sz="2500" kern="1200"/>
        </a:p>
      </dsp:txBody>
      <dsp:txXfrm>
        <a:off x="1252859" y="463"/>
        <a:ext cx="8619803" cy="1084726"/>
      </dsp:txXfrm>
    </dsp:sp>
    <dsp:sp modelId="{73147CED-4F99-4EA4-90C7-0CFDC1CE2CFB}">
      <dsp:nvSpPr>
        <dsp:cNvPr id="0" name=""/>
        <dsp:cNvSpPr/>
      </dsp:nvSpPr>
      <dsp:spPr>
        <a:xfrm>
          <a:off x="0" y="1356371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B5EE38-2FDD-4D78-AD80-E0EAD4EDA02E}">
      <dsp:nvSpPr>
        <dsp:cNvPr id="0" name=""/>
        <dsp:cNvSpPr/>
      </dsp:nvSpPr>
      <dsp:spPr>
        <a:xfrm>
          <a:off x="328129" y="1600435"/>
          <a:ext cx="596599" cy="5965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1C289-7845-4849-B7ED-3FDA2079EE36}">
      <dsp:nvSpPr>
        <dsp:cNvPr id="0" name=""/>
        <dsp:cNvSpPr/>
      </dsp:nvSpPr>
      <dsp:spPr>
        <a:xfrm>
          <a:off x="1252859" y="1356371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Purpose:</a:t>
          </a:r>
          <a:r>
            <a:rPr lang="en-US" sz="2500" b="0" i="0" kern="1200" baseline="0"/>
            <a:t> Connects LANs or other smaller networks, enabling communication over long distances.</a:t>
          </a:r>
          <a:endParaRPr lang="en-US" sz="2500" kern="1200"/>
        </a:p>
      </dsp:txBody>
      <dsp:txXfrm>
        <a:off x="1252859" y="1356371"/>
        <a:ext cx="8619803" cy="1084726"/>
      </dsp:txXfrm>
    </dsp:sp>
    <dsp:sp modelId="{5018935D-E672-477F-A9F0-25F834582DE7}">
      <dsp:nvSpPr>
        <dsp:cNvPr id="0" name=""/>
        <dsp:cNvSpPr/>
      </dsp:nvSpPr>
      <dsp:spPr>
        <a:xfrm>
          <a:off x="0" y="2712279"/>
          <a:ext cx="9872663" cy="10847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55952-1755-4066-8123-95BA1F20C5A3}">
      <dsp:nvSpPr>
        <dsp:cNvPr id="0" name=""/>
        <dsp:cNvSpPr/>
      </dsp:nvSpPr>
      <dsp:spPr>
        <a:xfrm>
          <a:off x="328129" y="2956343"/>
          <a:ext cx="596599" cy="5965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D0640-65CD-480B-B1CE-A45349FC59C4}">
      <dsp:nvSpPr>
        <dsp:cNvPr id="0" name=""/>
        <dsp:cNvSpPr/>
      </dsp:nvSpPr>
      <dsp:spPr>
        <a:xfrm>
          <a:off x="1252859" y="2712279"/>
          <a:ext cx="8619803" cy="1084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800" tIns="114800" rIns="114800" bIns="1148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Examples:</a:t>
          </a:r>
          <a:r>
            <a:rPr lang="en-US" sz="2500" b="0" i="0" kern="1200" baseline="0"/>
            <a:t> The internet, corporate networks linking branch offices worldwide.</a:t>
          </a:r>
          <a:endParaRPr lang="en-US" sz="2500" kern="1200"/>
        </a:p>
      </dsp:txBody>
      <dsp:txXfrm>
        <a:off x="1252859" y="2712279"/>
        <a:ext cx="8619803" cy="1084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027F8-7362-419C-9E14-99E6944678FD}">
      <dsp:nvSpPr>
        <dsp:cNvPr id="0" name=""/>
        <dsp:cNvSpPr/>
      </dsp:nvSpPr>
      <dsp:spPr>
        <a:xfrm>
          <a:off x="1426331" y="33154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AD5E9A-A3E1-4112-8C69-B3634B5F42D1}">
      <dsp:nvSpPr>
        <dsp:cNvPr id="0" name=""/>
        <dsp:cNvSpPr/>
      </dsp:nvSpPr>
      <dsp:spPr>
        <a:xfrm>
          <a:off x="238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Routers, leased lines (e.g., MPLS), or internet links.</a:t>
          </a:r>
          <a:endParaRPr lang="en-US" sz="2500" kern="1200"/>
        </a:p>
      </dsp:txBody>
      <dsp:txXfrm>
        <a:off x="238331" y="2745925"/>
        <a:ext cx="4320000" cy="720000"/>
      </dsp:txXfrm>
    </dsp:sp>
    <dsp:sp modelId="{F0654B67-0323-4DDB-9D8E-6710883C5D0D}">
      <dsp:nvSpPr>
        <dsp:cNvPr id="0" name=""/>
        <dsp:cNvSpPr/>
      </dsp:nvSpPr>
      <dsp:spPr>
        <a:xfrm>
          <a:off x="6502331" y="33154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D8AB9-AB07-4AAA-A56B-8B2230CB5AD5}">
      <dsp:nvSpPr>
        <dsp:cNvPr id="0" name=""/>
        <dsp:cNvSpPr/>
      </dsp:nvSpPr>
      <dsp:spPr>
        <a:xfrm>
          <a:off x="5314331" y="274592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Network Service Providers (e.g., ISPs or telecoms).</a:t>
          </a:r>
          <a:endParaRPr lang="en-US" sz="2500" kern="1200"/>
        </a:p>
      </dsp:txBody>
      <dsp:txXfrm>
        <a:off x="5314331" y="2745925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01CEE-F652-49F3-A565-FDEF3500122B}">
      <dsp:nvSpPr>
        <dsp:cNvPr id="0" name=""/>
        <dsp:cNvSpPr/>
      </dsp:nvSpPr>
      <dsp:spPr>
        <a:xfrm>
          <a:off x="0" y="726031"/>
          <a:ext cx="6451943" cy="1340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ECB95-B38F-4729-B982-3EA8686E4105}">
      <dsp:nvSpPr>
        <dsp:cNvPr id="0" name=""/>
        <dsp:cNvSpPr/>
      </dsp:nvSpPr>
      <dsp:spPr>
        <a:xfrm>
          <a:off x="405460" y="1027614"/>
          <a:ext cx="737201" cy="7372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E30B8-3394-4780-9779-C4B384DF2D2E}">
      <dsp:nvSpPr>
        <dsp:cNvPr id="0" name=""/>
        <dsp:cNvSpPr/>
      </dsp:nvSpPr>
      <dsp:spPr>
        <a:xfrm>
          <a:off x="1548122" y="726031"/>
          <a:ext cx="2903374" cy="1340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855" tIns="141855" rIns="141855" bIns="1418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What are Protocols?</a:t>
          </a:r>
          <a:endParaRPr lang="en-US" sz="2500" kern="1200"/>
        </a:p>
      </dsp:txBody>
      <dsp:txXfrm>
        <a:off x="1548122" y="726031"/>
        <a:ext cx="2903374" cy="1340366"/>
      </dsp:txXfrm>
    </dsp:sp>
    <dsp:sp modelId="{B904714E-334E-4A5F-BEC0-277236B7573A}">
      <dsp:nvSpPr>
        <dsp:cNvPr id="0" name=""/>
        <dsp:cNvSpPr/>
      </dsp:nvSpPr>
      <dsp:spPr>
        <a:xfrm>
          <a:off x="4451497" y="726031"/>
          <a:ext cx="2000445" cy="1340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855" tIns="141855" rIns="141855" bIns="14185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Rules or standards that define how data is transmitted and received on a network.</a:t>
          </a:r>
          <a:endParaRPr lang="en-US" sz="1100" kern="1200"/>
        </a:p>
      </dsp:txBody>
      <dsp:txXfrm>
        <a:off x="4451497" y="726031"/>
        <a:ext cx="2000445" cy="1340366"/>
      </dsp:txXfrm>
    </dsp:sp>
    <dsp:sp modelId="{BD1E8B01-9469-4CF7-957C-E88E268CB8B2}">
      <dsp:nvSpPr>
        <dsp:cNvPr id="0" name=""/>
        <dsp:cNvSpPr/>
      </dsp:nvSpPr>
      <dsp:spPr>
        <a:xfrm>
          <a:off x="0" y="2401489"/>
          <a:ext cx="6451943" cy="13403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0BC656-6107-4211-963F-5BBBD7682D61}">
      <dsp:nvSpPr>
        <dsp:cNvPr id="0" name=""/>
        <dsp:cNvSpPr/>
      </dsp:nvSpPr>
      <dsp:spPr>
        <a:xfrm>
          <a:off x="405460" y="2703071"/>
          <a:ext cx="737201" cy="7372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216A8-6348-4FF5-983A-ADEBBE7006BA}">
      <dsp:nvSpPr>
        <dsp:cNvPr id="0" name=""/>
        <dsp:cNvSpPr/>
      </dsp:nvSpPr>
      <dsp:spPr>
        <a:xfrm>
          <a:off x="1548122" y="2401489"/>
          <a:ext cx="2903374" cy="1340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855" tIns="141855" rIns="141855" bIns="14185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Purpose:</a:t>
          </a:r>
          <a:endParaRPr lang="en-US" sz="2500" kern="1200"/>
        </a:p>
      </dsp:txBody>
      <dsp:txXfrm>
        <a:off x="1548122" y="2401489"/>
        <a:ext cx="2903374" cy="1340366"/>
      </dsp:txXfrm>
    </dsp:sp>
    <dsp:sp modelId="{55FF99BC-07E4-4F3E-BC4D-C0CCC417A1C1}">
      <dsp:nvSpPr>
        <dsp:cNvPr id="0" name=""/>
        <dsp:cNvSpPr/>
      </dsp:nvSpPr>
      <dsp:spPr>
        <a:xfrm>
          <a:off x="4451497" y="2401489"/>
          <a:ext cx="2000445" cy="1340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855" tIns="141855" rIns="141855" bIns="14185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Ensure different devices and systems can communicate effectively.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Manage data formatting, error checking, and delivery.</a:t>
          </a:r>
          <a:endParaRPr lang="en-US" sz="1100" kern="1200"/>
        </a:p>
      </dsp:txBody>
      <dsp:txXfrm>
        <a:off x="4451497" y="2401489"/>
        <a:ext cx="2000445" cy="13403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0B460-D122-4C13-BA9F-87856FC3E32A}">
      <dsp:nvSpPr>
        <dsp:cNvPr id="0" name=""/>
        <dsp:cNvSpPr/>
      </dsp:nvSpPr>
      <dsp:spPr>
        <a:xfrm>
          <a:off x="0" y="1445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06E62-FD25-4726-9279-6F6D5C32B3BC}">
      <dsp:nvSpPr>
        <dsp:cNvPr id="0" name=""/>
        <dsp:cNvSpPr/>
      </dsp:nvSpPr>
      <dsp:spPr>
        <a:xfrm>
          <a:off x="186298" y="140014"/>
          <a:ext cx="338723" cy="3387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655FF-E5D7-4132-AC1A-9340A5B78A61}">
      <dsp:nvSpPr>
        <dsp:cNvPr id="0" name=""/>
        <dsp:cNvSpPr/>
      </dsp:nvSpPr>
      <dsp:spPr>
        <a:xfrm>
          <a:off x="711320" y="1445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HTTP/HTTPS:</a:t>
          </a:r>
          <a:r>
            <a:rPr lang="en-US" sz="1800" b="0" i="0" kern="1200" baseline="0"/>
            <a:t> For web traffic (websites).</a:t>
          </a:r>
          <a:endParaRPr lang="en-US" sz="1800" kern="1200"/>
        </a:p>
      </dsp:txBody>
      <dsp:txXfrm>
        <a:off x="711320" y="1445"/>
        <a:ext cx="5740622" cy="615861"/>
      </dsp:txXfrm>
    </dsp:sp>
    <dsp:sp modelId="{ED06CBD6-1E51-41B2-9483-3F31F4A8C1EC}">
      <dsp:nvSpPr>
        <dsp:cNvPr id="0" name=""/>
        <dsp:cNvSpPr/>
      </dsp:nvSpPr>
      <dsp:spPr>
        <a:xfrm>
          <a:off x="0" y="771272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81235-AC86-4F29-A14F-BB3597B5D8A9}">
      <dsp:nvSpPr>
        <dsp:cNvPr id="0" name=""/>
        <dsp:cNvSpPr/>
      </dsp:nvSpPr>
      <dsp:spPr>
        <a:xfrm>
          <a:off x="186298" y="909841"/>
          <a:ext cx="338723" cy="3387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1B36E-CD57-44BF-B3E0-1C4FF214273E}">
      <dsp:nvSpPr>
        <dsp:cNvPr id="0" name=""/>
        <dsp:cNvSpPr/>
      </dsp:nvSpPr>
      <dsp:spPr>
        <a:xfrm>
          <a:off x="711320" y="771272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FTP/SFTP:</a:t>
          </a:r>
          <a:r>
            <a:rPr lang="en-US" sz="1800" b="0" i="0" kern="1200" baseline="0"/>
            <a:t> For file transfers.</a:t>
          </a:r>
          <a:endParaRPr lang="en-US" sz="1800" kern="1200"/>
        </a:p>
      </dsp:txBody>
      <dsp:txXfrm>
        <a:off x="711320" y="771272"/>
        <a:ext cx="5740622" cy="615861"/>
      </dsp:txXfrm>
    </dsp:sp>
    <dsp:sp modelId="{BBE6F375-79E1-4A9C-8F13-5516EC7F9A8B}">
      <dsp:nvSpPr>
        <dsp:cNvPr id="0" name=""/>
        <dsp:cNvSpPr/>
      </dsp:nvSpPr>
      <dsp:spPr>
        <a:xfrm>
          <a:off x="0" y="1541099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AE0839-179B-430C-8235-1ECBCB9F5B76}">
      <dsp:nvSpPr>
        <dsp:cNvPr id="0" name=""/>
        <dsp:cNvSpPr/>
      </dsp:nvSpPr>
      <dsp:spPr>
        <a:xfrm>
          <a:off x="186298" y="1679668"/>
          <a:ext cx="338723" cy="3387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C81EB7-144C-4B8E-8BDB-3E6893D381FC}">
      <dsp:nvSpPr>
        <dsp:cNvPr id="0" name=""/>
        <dsp:cNvSpPr/>
      </dsp:nvSpPr>
      <dsp:spPr>
        <a:xfrm>
          <a:off x="711320" y="1541099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SMTP/IMAP/POP3:</a:t>
          </a:r>
          <a:r>
            <a:rPr lang="en-US" sz="1800" b="0" i="0" kern="1200" baseline="0"/>
            <a:t> For email.</a:t>
          </a:r>
          <a:endParaRPr lang="en-US" sz="1800" kern="1200"/>
        </a:p>
      </dsp:txBody>
      <dsp:txXfrm>
        <a:off x="711320" y="1541099"/>
        <a:ext cx="5740622" cy="615861"/>
      </dsp:txXfrm>
    </dsp:sp>
    <dsp:sp modelId="{FC28F0F7-A729-4BB5-B79C-ABC59FB77B44}">
      <dsp:nvSpPr>
        <dsp:cNvPr id="0" name=""/>
        <dsp:cNvSpPr/>
      </dsp:nvSpPr>
      <dsp:spPr>
        <a:xfrm>
          <a:off x="0" y="2310926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98DD82-EC2F-4B3F-A00E-7FBF5BC5D96F}">
      <dsp:nvSpPr>
        <dsp:cNvPr id="0" name=""/>
        <dsp:cNvSpPr/>
      </dsp:nvSpPr>
      <dsp:spPr>
        <a:xfrm>
          <a:off x="186298" y="2449495"/>
          <a:ext cx="338723" cy="3387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AC793-9F8C-429A-B82B-7134189ED8BC}">
      <dsp:nvSpPr>
        <dsp:cNvPr id="0" name=""/>
        <dsp:cNvSpPr/>
      </dsp:nvSpPr>
      <dsp:spPr>
        <a:xfrm>
          <a:off x="711320" y="2310926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TCP/IP:</a:t>
          </a:r>
          <a:r>
            <a:rPr lang="en-US" sz="1800" b="0" i="0" kern="1200" baseline="0"/>
            <a:t> Foundation of internet communication.</a:t>
          </a:r>
          <a:endParaRPr lang="en-US" sz="1800" kern="1200"/>
        </a:p>
      </dsp:txBody>
      <dsp:txXfrm>
        <a:off x="711320" y="2310926"/>
        <a:ext cx="5740622" cy="615861"/>
      </dsp:txXfrm>
    </dsp:sp>
    <dsp:sp modelId="{2F8D04B9-C879-405F-8D0F-A4975784EEEC}">
      <dsp:nvSpPr>
        <dsp:cNvPr id="0" name=""/>
        <dsp:cNvSpPr/>
      </dsp:nvSpPr>
      <dsp:spPr>
        <a:xfrm>
          <a:off x="0" y="3080753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5184B4-F234-46F9-BC4F-88E556BAFB55}">
      <dsp:nvSpPr>
        <dsp:cNvPr id="0" name=""/>
        <dsp:cNvSpPr/>
      </dsp:nvSpPr>
      <dsp:spPr>
        <a:xfrm>
          <a:off x="186298" y="3219322"/>
          <a:ext cx="338723" cy="3387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838230-FEC4-4C53-BA01-7607DB2892FE}">
      <dsp:nvSpPr>
        <dsp:cNvPr id="0" name=""/>
        <dsp:cNvSpPr/>
      </dsp:nvSpPr>
      <dsp:spPr>
        <a:xfrm>
          <a:off x="711320" y="3080753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DHCP:</a:t>
          </a:r>
          <a:r>
            <a:rPr lang="en-US" sz="1800" b="0" i="0" kern="1200" baseline="0"/>
            <a:t> Assigns IP addresses to devices automatically.</a:t>
          </a:r>
          <a:endParaRPr lang="en-US" sz="1800" kern="1200"/>
        </a:p>
      </dsp:txBody>
      <dsp:txXfrm>
        <a:off x="711320" y="3080753"/>
        <a:ext cx="5740622" cy="615861"/>
      </dsp:txXfrm>
    </dsp:sp>
    <dsp:sp modelId="{D6397962-5D32-41E4-AB32-9D9C0EEC37F1}">
      <dsp:nvSpPr>
        <dsp:cNvPr id="0" name=""/>
        <dsp:cNvSpPr/>
      </dsp:nvSpPr>
      <dsp:spPr>
        <a:xfrm>
          <a:off x="0" y="3850580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85831-B84D-495B-86E3-949ECD99981B}">
      <dsp:nvSpPr>
        <dsp:cNvPr id="0" name=""/>
        <dsp:cNvSpPr/>
      </dsp:nvSpPr>
      <dsp:spPr>
        <a:xfrm>
          <a:off x="186298" y="3989148"/>
          <a:ext cx="338723" cy="3387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CF2B9-DE5F-409C-8CD6-D66446EF36F5}">
      <dsp:nvSpPr>
        <dsp:cNvPr id="0" name=""/>
        <dsp:cNvSpPr/>
      </dsp:nvSpPr>
      <dsp:spPr>
        <a:xfrm>
          <a:off x="711320" y="3850580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DNS:</a:t>
          </a:r>
          <a:r>
            <a:rPr lang="en-US" sz="1800" b="0" i="0" kern="1200" baseline="0"/>
            <a:t> Translates names (e.g., google.com) to IP addresses.</a:t>
          </a:r>
          <a:endParaRPr lang="en-US" sz="1800" kern="1200"/>
        </a:p>
      </dsp:txBody>
      <dsp:txXfrm>
        <a:off x="711320" y="3850580"/>
        <a:ext cx="5740622" cy="61586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9843BE-E6A3-42D2-9E93-0029FFE0DAFD}">
      <dsp:nvSpPr>
        <dsp:cNvPr id="0" name=""/>
        <dsp:cNvSpPr/>
      </dsp:nvSpPr>
      <dsp:spPr>
        <a:xfrm>
          <a:off x="0" y="307044"/>
          <a:ext cx="9872871" cy="629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Breaking data into smaller units (packets) for efficient network transmission.</a:t>
          </a:r>
        </a:p>
      </dsp:txBody>
      <dsp:txXfrm>
        <a:off x="30735" y="337779"/>
        <a:ext cx="9811401" cy="568136"/>
      </dsp:txXfrm>
    </dsp:sp>
    <dsp:sp modelId="{4B22066D-5814-4E5A-A3C0-7432253C41A2}">
      <dsp:nvSpPr>
        <dsp:cNvPr id="0" name=""/>
        <dsp:cNvSpPr/>
      </dsp:nvSpPr>
      <dsp:spPr>
        <a:xfrm>
          <a:off x="0" y="1005770"/>
          <a:ext cx="9872871" cy="629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1️⃣ Data is divided into packets.</a:t>
          </a:r>
        </a:p>
      </dsp:txBody>
      <dsp:txXfrm>
        <a:off x="30735" y="1036505"/>
        <a:ext cx="9811401" cy="568136"/>
      </dsp:txXfrm>
    </dsp:sp>
    <dsp:sp modelId="{7987CACB-5093-49AC-9693-4107BA33D671}">
      <dsp:nvSpPr>
        <dsp:cNvPr id="0" name=""/>
        <dsp:cNvSpPr/>
      </dsp:nvSpPr>
      <dsp:spPr>
        <a:xfrm>
          <a:off x="0" y="1704496"/>
          <a:ext cx="9872871" cy="629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2️⃣ Each packet has a header (address info) and payload (data).</a:t>
          </a:r>
        </a:p>
      </dsp:txBody>
      <dsp:txXfrm>
        <a:off x="30735" y="1735231"/>
        <a:ext cx="9811401" cy="568136"/>
      </dsp:txXfrm>
    </dsp:sp>
    <dsp:sp modelId="{42A31224-5789-4106-9280-DF0A4232E0C2}">
      <dsp:nvSpPr>
        <dsp:cNvPr id="0" name=""/>
        <dsp:cNvSpPr/>
      </dsp:nvSpPr>
      <dsp:spPr>
        <a:xfrm>
          <a:off x="0" y="2403223"/>
          <a:ext cx="9872871" cy="629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3️⃣ Packets travel independently to the destination.</a:t>
          </a:r>
        </a:p>
      </dsp:txBody>
      <dsp:txXfrm>
        <a:off x="30735" y="2433958"/>
        <a:ext cx="9811401" cy="568136"/>
      </dsp:txXfrm>
    </dsp:sp>
    <dsp:sp modelId="{0A2CD6FA-F806-4D06-B48B-0DC6F6F9DC27}">
      <dsp:nvSpPr>
        <dsp:cNvPr id="0" name=""/>
        <dsp:cNvSpPr/>
      </dsp:nvSpPr>
      <dsp:spPr>
        <a:xfrm>
          <a:off x="0" y="3101949"/>
          <a:ext cx="9872871" cy="6296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4️⃣ Destination reassembles packets in the correct order.</a:t>
          </a:r>
        </a:p>
      </dsp:txBody>
      <dsp:txXfrm>
        <a:off x="30735" y="3132684"/>
        <a:ext cx="9811401" cy="568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Network Fundamentals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3E8C22-504C-4CA6-B605-D045DFB6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9642" y="234760"/>
            <a:ext cx="4386138" cy="63870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4AE1C-7A86-49F5-4757-04797DBC5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455" y="609599"/>
            <a:ext cx="3574471" cy="5403273"/>
          </a:xfrm>
        </p:spPr>
        <p:txBody>
          <a:bodyPr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Network Components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450E-55EC-4621-8697-52443DDE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3680" y="240031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916BB8-9EEF-2991-99B0-01A19F94FF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039281"/>
              </p:ext>
            </p:extLst>
          </p:nvPr>
        </p:nvGraphicFramePr>
        <p:xfrm>
          <a:off x="862013" y="881063"/>
          <a:ext cx="6054725" cy="5132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979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566A4-1D55-26C7-B746-748EFC5F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Network Models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BFB122-81E8-AEF3-414B-70E26D79E7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72064" y="2532235"/>
            <a:ext cx="4593715" cy="17915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24897-220E-6BB8-6D69-2E67A5516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06703" y="2057400"/>
            <a:ext cx="5364444" cy="4038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Client/Server</a:t>
            </a:r>
          </a:p>
          <a:p>
            <a:r>
              <a:rPr lang="en-US" dirty="0"/>
              <a:t>Client are devices that request resources from server</a:t>
            </a:r>
          </a:p>
          <a:p>
            <a:r>
              <a:rPr lang="en-US" dirty="0"/>
              <a:t>Servers are powerful computers that provide resources to a client</a:t>
            </a:r>
          </a:p>
          <a:p>
            <a:r>
              <a:rPr lang="en-US" dirty="0"/>
              <a:t>Allows Security, and Centralized </a:t>
            </a:r>
            <a:r>
              <a:rPr lang="en-US"/>
              <a:t>Mangement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75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CE82-0F3D-E3F0-C3FE-E089FFF2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to Peer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BA384-3CA7-3382-E02B-FB6AB65E59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Any devices can act as the client or server</a:t>
            </a:r>
          </a:p>
          <a:p>
            <a:r>
              <a:rPr lang="en-US" dirty="0"/>
              <a:t>Allows files to be shared </a:t>
            </a:r>
          </a:p>
          <a:p>
            <a:r>
              <a:rPr lang="en-US" dirty="0"/>
              <a:t>Easy to Setup </a:t>
            </a:r>
          </a:p>
          <a:p>
            <a:r>
              <a:rPr lang="en-US" dirty="0"/>
              <a:t>Low Cost</a:t>
            </a:r>
          </a:p>
          <a:p>
            <a:r>
              <a:rPr lang="en-US" dirty="0"/>
              <a:t>No Single Point of Failure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90F144-2CF3-6747-B08D-F4D3144493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4409" y="2057400"/>
            <a:ext cx="4420645" cy="4022725"/>
          </a:xfrm>
        </p:spPr>
      </p:pic>
    </p:spTree>
    <p:extLst>
      <p:ext uri="{BB962C8B-B14F-4D97-AF65-F5344CB8AC3E}">
        <p14:creationId xmlns:p14="http://schemas.microsoft.com/office/powerpoint/2010/main" val="16714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5E38-837A-504C-B0C8-8A3B81FE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LAN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C6AE5DC6-BDBF-ACB6-CFB6-47DC4D3840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232581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622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84EB-1530-77CF-5C68-8E2E3603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Key Components (LAN)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75503B8E-A6ED-6732-4BEC-D8ADA39BB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4318087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0024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1B720-E80E-15C3-C40F-8BBB64518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WAN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8CD74C4-59A9-C469-2D31-EEC27AFC54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038854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488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7CED-318D-35CE-81B7-78A340E2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Key Components (WAN)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E2389E4-6A19-C3A0-8C70-AACBBA52A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454300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506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1247-8BD0-0B8E-AECF-04784649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Wired vs Wireless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44528-BB1B-EF5E-6D1F-8F65A07D38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Advantages: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Faster speeds (1 Gbps and up).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More reliable, stable connections.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Better security (less susceptible to wireless attacks).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Disadvantages: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Limited mobility – tied to cable connections.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Installation can be harder or more expensive.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9088E-5B56-6327-4CD0-F72112E393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Advantages: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Easy to connect and move devices.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Flexible and convenient for users.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Faster setup (no cables needed).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Disadvantages: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Lower speeds and more interference.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Signal range limits and potential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1050658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73D2E-61F5-ACE3-F281-A552D8EF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Protocols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9FCCB16D-9ACD-B4B5-E14D-EC087B7E0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88687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5986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D6E5-0ACD-E493-8CBA-91F6632C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Common Protocols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16F409B-CE2B-7AA2-5195-CB060E6CE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371478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21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D254A-1D94-1012-C0D9-A8B9A1471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Packetization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6685090-F0D4-786D-5488-4710196666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3000" y="2057400"/>
          <a:ext cx="98728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988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E841-C938-8661-B14E-1250C458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Addressing - MAC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B435703-90B2-0DB9-5180-DCD495D6890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43001" y="2360917"/>
            <a:ext cx="484174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 MAC Address?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Access Control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unique identifier assigned to network interface cards (NICs).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48-bit address (12 hexadecimal digits).</a:t>
            </a: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00:1A:2B:3C:4D:5E.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Purpose:</a:t>
            </a: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Used for communication within a Local Area Network (LAN).</a:t>
            </a:r>
          </a:p>
          <a:p>
            <a:pPr marL="5143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Helps devices identify each other on the same network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5" name="Picture 3" descr="MAC Address - NETWORK ENCYCLOPEDIA">
            <a:extLst>
              <a:ext uri="{FF2B5EF4-FFF2-40B4-BE49-F238E27FC236}">
                <a16:creationId xmlns:a16="http://schemas.microsoft.com/office/drawing/2014/main" id="{C804DC87-363E-F849-A56F-1A2F29F1705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50" y="2880122"/>
            <a:ext cx="4754563" cy="237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6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3513B-EADC-9682-E7B8-B12E9DE1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Addressing - IP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0F4F2F9-0C86-E2A3-E239-879D7EDD7C8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43001" y="2345530"/>
            <a:ext cx="504291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an IP Address?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Stands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Protocol Address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unique numeric identifier for a device on a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IP Addresses: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IPv4: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32-bit (e.g.,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192.168.1.1</a:t>
            </a:r>
            <a:r>
              <a:rPr kumimoji="0" lang="en-US" altLang="en-US" sz="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devices across networks (both LAN and WAN).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 data packets to the correct destination.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a device’s “mailing address” on the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CE81D42-F96C-2155-92CF-68B2975736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267450" y="2845162"/>
            <a:ext cx="4754563" cy="244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21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Rectangle 1024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4D2F2-2C56-5E01-E641-B7424FB2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564" y="609600"/>
            <a:ext cx="3912583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Domain Name System DNS</a:t>
            </a:r>
          </a:p>
        </p:txBody>
      </p:sp>
      <p:pic>
        <p:nvPicPr>
          <p:cNvPr id="10242" name="Picture 2" descr="What is a DNS Server and how does it work? - Seobility Wiki">
            <a:extLst>
              <a:ext uri="{FF2B5EF4-FFF2-40B4-BE49-F238E27FC236}">
                <a16:creationId xmlns:a16="http://schemas.microsoft.com/office/drawing/2014/main" id="{F4CC93AE-E31E-DEBD-100C-119746E8A61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2064" y="1145804"/>
            <a:ext cx="6045576" cy="456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CC7F96E8-3335-3A61-154B-8C15DB00BC5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558564" y="2057400"/>
            <a:ext cx="3912583" cy="4038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None/>
              <a:tabLst/>
            </a:pPr>
            <a:r>
              <a:rPr lang="en-US" altLang="en-US" sz="1600" dirty="0"/>
              <a:t>Translates domain names (like www.example.com) into IP addresses (like 93.184.216.34).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tabLst/>
            </a:pPr>
            <a:endParaRPr lang="en-US" altLang="en-US" sz="1600" dirty="0"/>
          </a:p>
          <a:p>
            <a:pPr marL="0" lvl="0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How It Works:</a:t>
            </a:r>
          </a:p>
          <a:p>
            <a:pPr marL="342900" lvl="0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User types a domain name into a browser.</a:t>
            </a:r>
          </a:p>
          <a:p>
            <a:pPr marL="342900" lvl="0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DNS resolver queries DNS servers to find the IP address.</a:t>
            </a:r>
          </a:p>
          <a:p>
            <a:pPr marL="342900" lvl="0" fontAlgn="base">
              <a:spcBef>
                <a:spcPct val="0"/>
              </a:spcBef>
              <a:spcAft>
                <a:spcPts val="600"/>
              </a:spcAft>
            </a:pPr>
            <a:r>
              <a:rPr lang="en-US" sz="1600" dirty="0"/>
              <a:t>Browser connects to the IP address to load the website.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76604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68A5362-EC3B-4BE3-804B-E6B289AF8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0511B-2304-3768-C1D5-C8C76A5CD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Accessing Websites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DEFF7B9-1BC2-029A-E7C6-7BA10D15F36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06703" y="2057400"/>
            <a:ext cx="5364444" cy="4038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✅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HTTP (Hypertext Transfer Protocol):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Used for transferring data between web browsers and servers.</a:t>
            </a: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Data is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not encrypted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—vulnerable to eavesdropping or tampering.</a:t>
            </a: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Example URL: http://example.com.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✅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HTTPS (Hypertext Transfer Protocol Secure):</a:t>
            </a: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Adds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</a:rPr>
              <a:t>encryption (TLS/SSL)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 to HTTP for secure data transfer.</a:t>
            </a: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Protects user data (like logins, credit cards).</a:t>
            </a:r>
          </a:p>
          <a:p>
            <a:pPr marL="228600" lvl="1" fontAlgn="base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</a:rPr>
              <a:t>Example URL: https://example.com.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3F6789D-4BA2-731E-2919-45FFAB1F71F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8024941"/>
              </p:ext>
            </p:extLst>
          </p:nvPr>
        </p:nvGraphicFramePr>
        <p:xfrm>
          <a:off x="872064" y="1971383"/>
          <a:ext cx="4593716" cy="2913254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082491">
                  <a:extLst>
                    <a:ext uri="{9D8B030D-6E8A-4147-A177-3AD203B41FA5}">
                      <a16:colId xmlns:a16="http://schemas.microsoft.com/office/drawing/2014/main" val="53071629"/>
                    </a:ext>
                  </a:extLst>
                </a:gridCol>
                <a:gridCol w="1625979">
                  <a:extLst>
                    <a:ext uri="{9D8B030D-6E8A-4147-A177-3AD203B41FA5}">
                      <a16:colId xmlns:a16="http://schemas.microsoft.com/office/drawing/2014/main" val="2168615477"/>
                    </a:ext>
                  </a:extLst>
                </a:gridCol>
                <a:gridCol w="1885246">
                  <a:extLst>
                    <a:ext uri="{9D8B030D-6E8A-4147-A177-3AD203B41FA5}">
                      <a16:colId xmlns:a16="http://schemas.microsoft.com/office/drawing/2014/main" val="481433268"/>
                    </a:ext>
                  </a:extLst>
                </a:gridCol>
              </a:tblGrid>
              <a:tr h="528665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94921" marR="65303" marT="27120" marB="20340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HTTP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HTTPS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349359"/>
                  </a:ext>
                </a:extLst>
              </a:tr>
              <a:tr h="794863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Security</a:t>
                      </a:r>
                    </a:p>
                  </a:txBody>
                  <a:tcPr marL="94921" marR="65303" marT="27120" marB="20340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No encryption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Encrypted (TLS/SSL)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622160"/>
                  </a:ext>
                </a:extLst>
              </a:tr>
              <a:tr h="794863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Use Cases</a:t>
                      </a:r>
                    </a:p>
                  </a:txBody>
                  <a:tcPr marL="94921" marR="65303" marT="27120" marB="20340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Non-sensitive sites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Banking, shopping, logins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178889"/>
                  </a:ext>
                </a:extLst>
              </a:tr>
              <a:tr h="794863"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Padlock Icon</a:t>
                      </a:r>
                    </a:p>
                  </a:txBody>
                  <a:tcPr marL="94921" marR="65303" marT="27120" marB="203402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No padlock in address bar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cap="none" spc="0">
                          <a:solidFill>
                            <a:schemeClr val="bg1"/>
                          </a:solidFill>
                        </a:rPr>
                        <a:t>Padlock icon for secure sites</a:t>
                      </a:r>
                    </a:p>
                  </a:txBody>
                  <a:tcPr marL="94921" marR="65303" marT="27120" marB="203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536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407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00C8-3001-DE98-DAFB-BAD5AE1F0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6704" y="609600"/>
            <a:ext cx="5364444" cy="1356360"/>
          </a:xfrm>
        </p:spPr>
        <p:txBody>
          <a:bodyPr>
            <a:normAutofit/>
          </a:bodyPr>
          <a:lstStyle/>
          <a:p>
            <a:r>
              <a:rPr lang="en-US" dirty="0"/>
              <a:t>Accessing Email</a:t>
            </a:r>
          </a:p>
        </p:txBody>
      </p:sp>
      <p:pic>
        <p:nvPicPr>
          <p:cNvPr id="7" name="Graphic 6" descr="Email">
            <a:extLst>
              <a:ext uri="{FF2B5EF4-FFF2-40B4-BE49-F238E27FC236}">
                <a16:creationId xmlns:a16="http://schemas.microsoft.com/office/drawing/2014/main" id="{EF53FBAD-ED15-B83B-A41E-0D52FEF1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2064" y="1131152"/>
            <a:ext cx="4593715" cy="45937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25DCB-78B2-7883-AB2A-FA692E151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6703" y="2057400"/>
            <a:ext cx="5364444" cy="4038600"/>
          </a:xfrm>
        </p:spPr>
        <p:txBody>
          <a:bodyPr>
            <a:normAutofit/>
          </a:bodyPr>
          <a:lstStyle/>
          <a:p>
            <a:r>
              <a:rPr lang="en-US" sz="1400" b="1" dirty="0"/>
              <a:t>Webmail vs. Email Clients:</a:t>
            </a:r>
            <a:endParaRPr lang="en-US" sz="1400" dirty="0"/>
          </a:p>
          <a:p>
            <a:r>
              <a:rPr lang="en-US" sz="1400" b="1" dirty="0"/>
              <a:t>Webmail:</a:t>
            </a:r>
            <a:r>
              <a:rPr lang="en-US" sz="1400" dirty="0"/>
              <a:t> Accessed through a browser (e.g., Gmail, Outlook.com).</a:t>
            </a:r>
          </a:p>
          <a:p>
            <a:r>
              <a:rPr lang="en-US" sz="1400" b="1" dirty="0"/>
              <a:t>Email Clients:</a:t>
            </a:r>
            <a:r>
              <a:rPr lang="en-US" sz="1400" dirty="0"/>
              <a:t> Standalone applications (e.g., Microsoft Outlook, Thunderbird).</a:t>
            </a:r>
          </a:p>
          <a:p>
            <a:r>
              <a:rPr lang="en-US" sz="1400" b="1" dirty="0"/>
              <a:t>Common Email Protocols:</a:t>
            </a:r>
          </a:p>
          <a:p>
            <a:pPr lvl="1"/>
            <a:r>
              <a:rPr lang="en-US" sz="1400" b="1" dirty="0"/>
              <a:t>SMTP (Simple Mail Transfer Protocol): </a:t>
            </a:r>
            <a:r>
              <a:rPr lang="en-US" sz="1400" dirty="0"/>
              <a:t>Sends emails from client to server and between servers.</a:t>
            </a:r>
          </a:p>
          <a:p>
            <a:pPr lvl="1"/>
            <a:r>
              <a:rPr lang="en-US" sz="1400" b="1" dirty="0"/>
              <a:t>IMAP (Internet Message Access Protocol): </a:t>
            </a:r>
            <a:r>
              <a:rPr lang="en-US" sz="1400" dirty="0"/>
              <a:t>Accesses email messages on a server; keeps messages in sync across devices.</a:t>
            </a:r>
          </a:p>
          <a:p>
            <a:pPr lvl="1"/>
            <a:r>
              <a:rPr lang="en-US" sz="1400" b="1" dirty="0"/>
              <a:t>POP3 (Post Office Protocol 3): </a:t>
            </a:r>
            <a:r>
              <a:rPr lang="en-US" sz="1400" dirty="0"/>
              <a:t>Downloads messages to one device and usually deletes them from the server.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8343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47</TotalTime>
  <Words>909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Unicode MS</vt:lpstr>
      <vt:lpstr>Corbel</vt:lpstr>
      <vt:lpstr>Basis</vt:lpstr>
      <vt:lpstr>Chapter 7</vt:lpstr>
      <vt:lpstr>Network Components</vt:lpstr>
      <vt:lpstr>Network Models</vt:lpstr>
      <vt:lpstr>Peer to Peer Model</vt:lpstr>
      <vt:lpstr>LAN</vt:lpstr>
      <vt:lpstr>Key Components (LAN)</vt:lpstr>
      <vt:lpstr>WAN</vt:lpstr>
      <vt:lpstr>Key Components (WAN)</vt:lpstr>
      <vt:lpstr>Wired vs Wireless</vt:lpstr>
      <vt:lpstr>Protocols</vt:lpstr>
      <vt:lpstr>Common Protocols</vt:lpstr>
      <vt:lpstr>Data Packetization</vt:lpstr>
      <vt:lpstr>Network Addressing - MAC</vt:lpstr>
      <vt:lpstr>Network Addressing - IP</vt:lpstr>
      <vt:lpstr>Domain Name System DNS</vt:lpstr>
      <vt:lpstr>Accessing Websites</vt:lpstr>
      <vt:lpstr>Accessing Email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2</cp:revision>
  <dcterms:created xsi:type="dcterms:W3CDTF">2025-05-27T16:37:30Z</dcterms:created>
  <dcterms:modified xsi:type="dcterms:W3CDTF">2025-06-10T03:47:16Z</dcterms:modified>
</cp:coreProperties>
</file>