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70" r:id="rId3"/>
    <p:sldId id="265" r:id="rId4"/>
    <p:sldId id="266" r:id="rId5"/>
    <p:sldId id="267" r:id="rId6"/>
    <p:sldId id="268" r:id="rId7"/>
    <p:sldId id="269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E92680-C6CA-C129-083F-56A24D604568}" v="7" dt="2025-06-12T20:43:15.7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108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kell, JT" userId="43ae342c-01b7-44d1-9e4c-5ccd6bbabb0e" providerId="ADAL" clId="{CEA7AC07-1597-4CB6-86BE-71BDC9F4B46D}"/>
    <pc:docChg chg="addSld delSld modSld">
      <pc:chgData name="Haskell, JT" userId="43ae342c-01b7-44d1-9e4c-5ccd6bbabb0e" providerId="ADAL" clId="{CEA7AC07-1597-4CB6-86BE-71BDC9F4B46D}" dt="2025-05-27T16:37:47.937" v="27" actId="20577"/>
      <pc:docMkLst>
        <pc:docMk/>
      </pc:docMkLst>
      <pc:sldChg chg="new del">
        <pc:chgData name="Haskell, JT" userId="43ae342c-01b7-44d1-9e4c-5ccd6bbabb0e" providerId="ADAL" clId="{CEA7AC07-1597-4CB6-86BE-71BDC9F4B46D}" dt="2025-05-27T16:37:35.391" v="3" actId="47"/>
        <pc:sldMkLst>
          <pc:docMk/>
          <pc:sldMk cId="2958641131" sldId="256"/>
        </pc:sldMkLst>
      </pc:sldChg>
      <pc:sldChg chg="modSp add mod">
        <pc:chgData name="Haskell, JT" userId="43ae342c-01b7-44d1-9e4c-5ccd6bbabb0e" providerId="ADAL" clId="{CEA7AC07-1597-4CB6-86BE-71BDC9F4B46D}" dt="2025-05-27T16:37:47.937" v="27" actId="20577"/>
        <pc:sldMkLst>
          <pc:docMk/>
          <pc:sldMk cId="409288186" sldId="257"/>
        </pc:sldMkLst>
        <pc:spChg chg="mod">
          <ac:chgData name="Haskell, JT" userId="43ae342c-01b7-44d1-9e4c-5ccd6bbabb0e" providerId="ADAL" clId="{CEA7AC07-1597-4CB6-86BE-71BDC9F4B46D}" dt="2025-05-27T16:37:42.681" v="7" actId="20577"/>
          <ac:spMkLst>
            <pc:docMk/>
            <pc:sldMk cId="409288186" sldId="257"/>
            <ac:spMk id="2" creationId="{848CE82C-BD33-E236-A89C-353C50ECAB9E}"/>
          </ac:spMkLst>
        </pc:spChg>
        <pc:spChg chg="mod">
          <ac:chgData name="Haskell, JT" userId="43ae342c-01b7-44d1-9e4c-5ccd6bbabb0e" providerId="ADAL" clId="{CEA7AC07-1597-4CB6-86BE-71BDC9F4B46D}" dt="2025-05-27T16:37:47.937" v="27" actId="20577"/>
          <ac:spMkLst>
            <pc:docMk/>
            <pc:sldMk cId="409288186" sldId="257"/>
            <ac:spMk id="3" creationId="{C2D6A4F0-EA2D-376B-20E7-F65A3F067D08}"/>
          </ac:spMkLst>
        </pc:spChg>
      </pc:sldChg>
      <pc:sldChg chg="delSp add setBg delDesignElem">
        <pc:chgData name="Haskell, JT" userId="43ae342c-01b7-44d1-9e4c-5ccd6bbabb0e" providerId="ADAL" clId="{CEA7AC07-1597-4CB6-86BE-71BDC9F4B46D}" dt="2025-05-27T16:37:33.442" v="2"/>
        <pc:sldMkLst>
          <pc:docMk/>
          <pc:sldMk cId="1665520183" sldId="264"/>
        </pc:sldMkLst>
        <pc:spChg chg="del">
          <ac:chgData name="Haskell, JT" userId="43ae342c-01b7-44d1-9e4c-5ccd6bbabb0e" providerId="ADAL" clId="{CEA7AC07-1597-4CB6-86BE-71BDC9F4B46D}" dt="2025-05-27T16:37:33.442" v="2"/>
          <ac:spMkLst>
            <pc:docMk/>
            <pc:sldMk cId="1665520183" sldId="264"/>
            <ac:spMk id="8" creationId="{C79B1AF8-A94D-4E21-A2A0-7F161E1E8110}"/>
          </ac:spMkLst>
        </pc:spChg>
        <pc:spChg chg="del">
          <ac:chgData name="Haskell, JT" userId="43ae342c-01b7-44d1-9e4c-5ccd6bbabb0e" providerId="ADAL" clId="{CEA7AC07-1597-4CB6-86BE-71BDC9F4B46D}" dt="2025-05-27T16:37:33.442" v="2"/>
          <ac:spMkLst>
            <pc:docMk/>
            <pc:sldMk cId="1665520183" sldId="264"/>
            <ac:spMk id="10" creationId="{5E10CB9E-4C45-46DB-835A-2C29CE29A625}"/>
          </ac:spMkLst>
        </pc:spChg>
        <pc:spChg chg="del">
          <ac:chgData name="Haskell, JT" userId="43ae342c-01b7-44d1-9e4c-5ccd6bbabb0e" providerId="ADAL" clId="{CEA7AC07-1597-4CB6-86BE-71BDC9F4B46D}" dt="2025-05-27T16:37:33.442" v="2"/>
          <ac:spMkLst>
            <pc:docMk/>
            <pc:sldMk cId="1665520183" sldId="264"/>
            <ac:spMk id="14" creationId="{B0513689-D00A-4D15-B8A3-AA50EC4B2BB9}"/>
          </ac:spMkLst>
        </pc:spChg>
        <pc:cxnChg chg="del">
          <ac:chgData name="Haskell, JT" userId="43ae342c-01b7-44d1-9e4c-5ccd6bbabb0e" providerId="ADAL" clId="{CEA7AC07-1597-4CB6-86BE-71BDC9F4B46D}" dt="2025-05-27T16:37:33.442" v="2"/>
          <ac:cxnSpMkLst>
            <pc:docMk/>
            <pc:sldMk cId="1665520183" sldId="264"/>
            <ac:cxnSpMk id="12" creationId="{2C1AF0B9-E97D-4D5D-BA2D-1C0BDE3A5EAE}"/>
          </ac:cxnSpMkLst>
        </pc:cxnChg>
      </pc:sldChg>
    </pc:docChg>
  </pc:docChgLst>
  <pc:docChgLst>
    <pc:chgData name="Haskell, JT" userId="43ae342c-01b7-44d1-9e4c-5ccd6bbabb0e" providerId="ADAL" clId="{68B51E5A-C0FA-4382-A876-71ABB5CD37AA}"/>
    <pc:docChg chg="modSld">
      <pc:chgData name="Haskell, JT" userId="43ae342c-01b7-44d1-9e4c-5ccd6bbabb0e" providerId="ADAL" clId="{68B51E5A-C0FA-4382-A876-71ABB5CD37AA}" dt="2025-05-27T16:39:58.271" v="27" actId="20577"/>
      <pc:docMkLst>
        <pc:docMk/>
      </pc:docMkLst>
      <pc:sldChg chg="modSp mod">
        <pc:chgData name="Haskell, JT" userId="43ae342c-01b7-44d1-9e4c-5ccd6bbabb0e" providerId="ADAL" clId="{68B51E5A-C0FA-4382-A876-71ABB5CD37AA}" dt="2025-05-27T16:39:58.271" v="27" actId="20577"/>
        <pc:sldMkLst>
          <pc:docMk/>
          <pc:sldMk cId="409288186" sldId="257"/>
        </pc:sldMkLst>
        <pc:spChg chg="mod">
          <ac:chgData name="Haskell, JT" userId="43ae342c-01b7-44d1-9e4c-5ccd6bbabb0e" providerId="ADAL" clId="{68B51E5A-C0FA-4382-A876-71ABB5CD37AA}" dt="2025-05-27T16:39:49.076" v="1" actId="20577"/>
          <ac:spMkLst>
            <pc:docMk/>
            <pc:sldMk cId="409288186" sldId="257"/>
            <ac:spMk id="2" creationId="{848CE82C-BD33-E236-A89C-353C50ECAB9E}"/>
          </ac:spMkLst>
        </pc:spChg>
        <pc:spChg chg="mod">
          <ac:chgData name="Haskell, JT" userId="43ae342c-01b7-44d1-9e4c-5ccd6bbabb0e" providerId="ADAL" clId="{68B51E5A-C0FA-4382-A876-71ABB5CD37AA}" dt="2025-05-27T16:39:58.271" v="27" actId="20577"/>
          <ac:spMkLst>
            <pc:docMk/>
            <pc:sldMk cId="409288186" sldId="257"/>
            <ac:spMk id="3" creationId="{C2D6A4F0-EA2D-376B-20E7-F65A3F067D08}"/>
          </ac:spMkLst>
        </pc:spChg>
      </pc:sldChg>
    </pc:docChg>
  </pc:docChgLst>
  <pc:docChgLst>
    <pc:chgData name="Haskell, JT" userId="S::jhaskell@lccc.wy.edu::43ae342c-01b7-44d1-9e4c-5ccd6bbabb0e" providerId="AD" clId="Web-{FEE92680-C6CA-C129-083F-56A24D604568}"/>
    <pc:docChg chg="modSld">
      <pc:chgData name="Haskell, JT" userId="S::jhaskell@lccc.wy.edu::43ae342c-01b7-44d1-9e4c-5ccd6bbabb0e" providerId="AD" clId="Web-{FEE92680-C6CA-C129-083F-56A24D604568}" dt="2025-06-12T20:43:18.687" v="7" actId="20577"/>
      <pc:docMkLst>
        <pc:docMk/>
      </pc:docMkLst>
      <pc:sldChg chg="modSp">
        <pc:chgData name="Haskell, JT" userId="S::jhaskell@lccc.wy.edu::43ae342c-01b7-44d1-9e4c-5ccd6bbabb0e" providerId="AD" clId="Web-{FEE92680-C6CA-C129-083F-56A24D604568}" dt="2025-06-12T20:31:17.210" v="2" actId="20577"/>
        <pc:sldMkLst>
          <pc:docMk/>
          <pc:sldMk cId="409288186" sldId="257"/>
        </pc:sldMkLst>
        <pc:spChg chg="mod">
          <ac:chgData name="Haskell, JT" userId="S::jhaskell@lccc.wy.edu::43ae342c-01b7-44d1-9e4c-5ccd6bbabb0e" providerId="AD" clId="Web-{FEE92680-C6CA-C129-083F-56A24D604568}" dt="2025-06-12T20:31:13.476" v="0" actId="20577"/>
          <ac:spMkLst>
            <pc:docMk/>
            <pc:sldMk cId="409288186" sldId="257"/>
            <ac:spMk id="2" creationId="{848CE82C-BD33-E236-A89C-353C50ECAB9E}"/>
          </ac:spMkLst>
        </pc:spChg>
        <pc:spChg chg="mod">
          <ac:chgData name="Haskell, JT" userId="S::jhaskell@lccc.wy.edu::43ae342c-01b7-44d1-9e4c-5ccd6bbabb0e" providerId="AD" clId="Web-{FEE92680-C6CA-C129-083F-56A24D604568}" dt="2025-06-12T20:31:17.210" v="2" actId="20577"/>
          <ac:spMkLst>
            <pc:docMk/>
            <pc:sldMk cId="409288186" sldId="257"/>
            <ac:spMk id="3" creationId="{C2D6A4F0-EA2D-376B-20E7-F65A3F067D08}"/>
          </ac:spMkLst>
        </pc:spChg>
      </pc:sldChg>
      <pc:sldChg chg="addSp delSp modSp">
        <pc:chgData name="Haskell, JT" userId="S::jhaskell@lccc.wy.edu::43ae342c-01b7-44d1-9e4c-5ccd6bbabb0e" providerId="AD" clId="Web-{FEE92680-C6CA-C129-083F-56A24D604568}" dt="2025-06-12T20:43:18.687" v="7" actId="20577"/>
        <pc:sldMkLst>
          <pc:docMk/>
          <pc:sldMk cId="4162712108" sldId="268"/>
        </pc:sldMkLst>
        <pc:graphicFrameChg chg="modGraphic">
          <ac:chgData name="Haskell, JT" userId="S::jhaskell@lccc.wy.edu::43ae342c-01b7-44d1-9e4c-5ccd6bbabb0e" providerId="AD" clId="Web-{FEE92680-C6CA-C129-083F-56A24D604568}" dt="2025-06-12T20:43:18.687" v="7" actId="20577"/>
          <ac:graphicFrameMkLst>
            <pc:docMk/>
            <pc:sldMk cId="4162712108" sldId="268"/>
            <ac:graphicFrameMk id="5" creationId="{6046205D-30FB-F484-3E16-45BB13222783}"/>
          </ac:graphicFrameMkLst>
        </pc:graphicFrameChg>
        <pc:graphicFrameChg chg="add del">
          <ac:chgData name="Haskell, JT" userId="S::jhaskell@lccc.wy.edu::43ae342c-01b7-44d1-9e4c-5ccd6bbabb0e" providerId="AD" clId="Web-{FEE92680-C6CA-C129-083F-56A24D604568}" dt="2025-06-12T20:43:15.765" v="6"/>
          <ac:graphicFrameMkLst>
            <pc:docMk/>
            <pc:sldMk cId="4162712108" sldId="268"/>
            <ac:graphicFrameMk id="93" creationId="{C7681F54-91BB-36D4-999F-EC10A06D3311}"/>
          </ac:graphicFrameMkLst>
        </pc:graphicFrameChg>
      </pc:sldChg>
    </pc:docChg>
  </pc:docChgLst>
  <pc:docChgLst>
    <pc:chgData name="Haskell, JT" userId="43ae342c-01b7-44d1-9e4c-5ccd6bbabb0e" providerId="ADAL" clId="{8D8D9FCC-C03A-4C49-90E0-0AE8F379FE7D}"/>
    <pc:docChg chg="modSld">
      <pc:chgData name="Haskell, JT" userId="43ae342c-01b7-44d1-9e4c-5ccd6bbabb0e" providerId="ADAL" clId="{8D8D9FCC-C03A-4C49-90E0-0AE8F379FE7D}" dt="2025-05-27T16:40:51.254" v="26" actId="20577"/>
      <pc:docMkLst>
        <pc:docMk/>
      </pc:docMkLst>
      <pc:sldChg chg="modSp mod">
        <pc:chgData name="Haskell, JT" userId="43ae342c-01b7-44d1-9e4c-5ccd6bbabb0e" providerId="ADAL" clId="{8D8D9FCC-C03A-4C49-90E0-0AE8F379FE7D}" dt="2025-05-27T16:40:51.254" v="26" actId="20577"/>
        <pc:sldMkLst>
          <pc:docMk/>
          <pc:sldMk cId="409288186" sldId="257"/>
        </pc:sldMkLst>
        <pc:spChg chg="mod">
          <ac:chgData name="Haskell, JT" userId="43ae342c-01b7-44d1-9e4c-5ccd6bbabb0e" providerId="ADAL" clId="{8D8D9FCC-C03A-4C49-90E0-0AE8F379FE7D}" dt="2025-05-27T16:40:43.571" v="1" actId="20577"/>
          <ac:spMkLst>
            <pc:docMk/>
            <pc:sldMk cId="409288186" sldId="257"/>
            <ac:spMk id="2" creationId="{848CE82C-BD33-E236-A89C-353C50ECAB9E}"/>
          </ac:spMkLst>
        </pc:spChg>
        <pc:spChg chg="mod">
          <ac:chgData name="Haskell, JT" userId="43ae342c-01b7-44d1-9e4c-5ccd6bbabb0e" providerId="ADAL" clId="{8D8D9FCC-C03A-4C49-90E0-0AE8F379FE7D}" dt="2025-05-27T16:40:51.254" v="26" actId="20577"/>
          <ac:spMkLst>
            <pc:docMk/>
            <pc:sldMk cId="409288186" sldId="257"/>
            <ac:spMk id="3" creationId="{C2D6A4F0-EA2D-376B-20E7-F65A3F067D08}"/>
          </ac:spMkLst>
        </pc:spChg>
      </pc:sldChg>
    </pc:docChg>
  </pc:docChgLst>
</pc:chgInfo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Relationship Id="rId14" Type="http://schemas.openxmlformats.org/officeDocument/2006/relationships/image" Target="../media/image29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Relationship Id="rId14" Type="http://schemas.openxmlformats.org/officeDocument/2006/relationships/image" Target="../media/image2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62670C-3286-487C-9302-F634EA34C6C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CCDF0E8-1674-4AE0-A474-9E655BB582B3}">
      <dgm:prSet/>
      <dgm:spPr/>
      <dgm:t>
        <a:bodyPr/>
        <a:lstStyle/>
        <a:p>
          <a:r>
            <a:rPr lang="en-US"/>
            <a:t>We wont see many questions on AI on TECH+</a:t>
          </a:r>
        </a:p>
      </dgm:t>
    </dgm:pt>
    <dgm:pt modelId="{7DE52D30-F8E0-4708-98A5-98274A94E347}" type="parTrans" cxnId="{882EC878-2AE3-44AD-AECE-07AF4832E635}">
      <dgm:prSet/>
      <dgm:spPr/>
      <dgm:t>
        <a:bodyPr/>
        <a:lstStyle/>
        <a:p>
          <a:endParaRPr lang="en-US"/>
        </a:p>
      </dgm:t>
    </dgm:pt>
    <dgm:pt modelId="{70972F83-E68C-4200-96FB-C5142B00068A}" type="sibTrans" cxnId="{882EC878-2AE3-44AD-AECE-07AF4832E635}">
      <dgm:prSet/>
      <dgm:spPr/>
      <dgm:t>
        <a:bodyPr/>
        <a:lstStyle/>
        <a:p>
          <a:endParaRPr lang="en-US"/>
        </a:p>
      </dgm:t>
    </dgm:pt>
    <dgm:pt modelId="{F53905E8-705A-4346-BDFA-CF45922BDC1F}">
      <dgm:prSet/>
      <dgm:spPr/>
      <dgm:t>
        <a:bodyPr/>
        <a:lstStyle/>
        <a:p>
          <a:r>
            <a:rPr lang="en-US"/>
            <a:t>What we will see will entail:</a:t>
          </a:r>
        </a:p>
      </dgm:t>
    </dgm:pt>
    <dgm:pt modelId="{31244360-C988-4497-93A7-4BCE8F11D05C}" type="parTrans" cxnId="{69BAD60D-EB7E-4D28-BEDF-E744D84BFC39}">
      <dgm:prSet/>
      <dgm:spPr/>
      <dgm:t>
        <a:bodyPr/>
        <a:lstStyle/>
        <a:p>
          <a:endParaRPr lang="en-US"/>
        </a:p>
      </dgm:t>
    </dgm:pt>
    <dgm:pt modelId="{5CA174A4-E6BE-4E7A-B8DA-EB4FE08BCC63}" type="sibTrans" cxnId="{69BAD60D-EB7E-4D28-BEDF-E744D84BFC39}">
      <dgm:prSet/>
      <dgm:spPr/>
      <dgm:t>
        <a:bodyPr/>
        <a:lstStyle/>
        <a:p>
          <a:endParaRPr lang="en-US"/>
        </a:p>
      </dgm:t>
    </dgm:pt>
    <dgm:pt modelId="{EDE9B541-3792-4FA2-8F45-D7FBA8A216DD}">
      <dgm:prSet/>
      <dgm:spPr/>
      <dgm:t>
        <a:bodyPr/>
        <a:lstStyle/>
        <a:p>
          <a:r>
            <a:rPr lang="en-US"/>
            <a:t>Chatbots</a:t>
          </a:r>
        </a:p>
      </dgm:t>
    </dgm:pt>
    <dgm:pt modelId="{5CA91938-585C-4E91-9529-42B9121C1CFB}" type="parTrans" cxnId="{F31D0235-C3A2-4A34-BBA5-1E9828D7D0AE}">
      <dgm:prSet/>
      <dgm:spPr/>
      <dgm:t>
        <a:bodyPr/>
        <a:lstStyle/>
        <a:p>
          <a:endParaRPr lang="en-US"/>
        </a:p>
      </dgm:t>
    </dgm:pt>
    <dgm:pt modelId="{44E895EC-4D8F-472F-894C-8A03AF0C2498}" type="sibTrans" cxnId="{F31D0235-C3A2-4A34-BBA5-1E9828D7D0AE}">
      <dgm:prSet/>
      <dgm:spPr/>
      <dgm:t>
        <a:bodyPr/>
        <a:lstStyle/>
        <a:p>
          <a:endParaRPr lang="en-US"/>
        </a:p>
      </dgm:t>
    </dgm:pt>
    <dgm:pt modelId="{567AFE50-2549-4978-883F-B64026CC4285}">
      <dgm:prSet/>
      <dgm:spPr/>
      <dgm:t>
        <a:bodyPr/>
        <a:lstStyle/>
        <a:p>
          <a:r>
            <a:rPr lang="en-US" dirty="0"/>
            <a:t>Assistants</a:t>
          </a:r>
        </a:p>
      </dgm:t>
    </dgm:pt>
    <dgm:pt modelId="{F647C445-2FD2-4D3F-B981-EDD8FE5C5D61}" type="parTrans" cxnId="{39F5E5DE-F283-4414-8315-9EA069909788}">
      <dgm:prSet/>
      <dgm:spPr/>
      <dgm:t>
        <a:bodyPr/>
        <a:lstStyle/>
        <a:p>
          <a:endParaRPr lang="en-US"/>
        </a:p>
      </dgm:t>
    </dgm:pt>
    <dgm:pt modelId="{72CEF705-4ACB-41EA-BCBE-917209AD2E9C}" type="sibTrans" cxnId="{39F5E5DE-F283-4414-8315-9EA069909788}">
      <dgm:prSet/>
      <dgm:spPr/>
      <dgm:t>
        <a:bodyPr/>
        <a:lstStyle/>
        <a:p>
          <a:endParaRPr lang="en-US"/>
        </a:p>
      </dgm:t>
    </dgm:pt>
    <dgm:pt modelId="{36443A6B-1FFF-4236-8544-72AEBC6712FC}" type="pres">
      <dgm:prSet presAssocID="{9562670C-3286-487C-9302-F634EA34C6C5}" presName="linear" presStyleCnt="0">
        <dgm:presLayoutVars>
          <dgm:animLvl val="lvl"/>
          <dgm:resizeHandles val="exact"/>
        </dgm:presLayoutVars>
      </dgm:prSet>
      <dgm:spPr/>
    </dgm:pt>
    <dgm:pt modelId="{543FFBF6-2618-4280-93E3-72A51CAB6D1D}" type="pres">
      <dgm:prSet presAssocID="{ECCDF0E8-1674-4AE0-A474-9E655BB582B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876B88B-98F5-43BF-8AC5-5649ADA68A47}" type="pres">
      <dgm:prSet presAssocID="{70972F83-E68C-4200-96FB-C5142B00068A}" presName="spacer" presStyleCnt="0"/>
      <dgm:spPr/>
    </dgm:pt>
    <dgm:pt modelId="{D1711CF3-4519-4DF8-AE57-3ECE2BBBE4A2}" type="pres">
      <dgm:prSet presAssocID="{F53905E8-705A-4346-BDFA-CF45922BDC1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6233432-CE75-4AE5-81A4-60CB58B3A474}" type="pres">
      <dgm:prSet presAssocID="{F53905E8-705A-4346-BDFA-CF45922BDC1F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9BAD60D-EB7E-4D28-BEDF-E744D84BFC39}" srcId="{9562670C-3286-487C-9302-F634EA34C6C5}" destId="{F53905E8-705A-4346-BDFA-CF45922BDC1F}" srcOrd="1" destOrd="0" parTransId="{31244360-C988-4497-93A7-4BCE8F11D05C}" sibTransId="{5CA174A4-E6BE-4E7A-B8DA-EB4FE08BCC63}"/>
    <dgm:cxn modelId="{F31D0235-C3A2-4A34-BBA5-1E9828D7D0AE}" srcId="{F53905E8-705A-4346-BDFA-CF45922BDC1F}" destId="{EDE9B541-3792-4FA2-8F45-D7FBA8A216DD}" srcOrd="0" destOrd="0" parTransId="{5CA91938-585C-4E91-9529-42B9121C1CFB}" sibTransId="{44E895EC-4D8F-472F-894C-8A03AF0C2498}"/>
    <dgm:cxn modelId="{D3530974-EEA8-4337-9D23-686BAF13AE53}" type="presOf" srcId="{EDE9B541-3792-4FA2-8F45-D7FBA8A216DD}" destId="{E6233432-CE75-4AE5-81A4-60CB58B3A474}" srcOrd="0" destOrd="0" presId="urn:microsoft.com/office/officeart/2005/8/layout/vList2"/>
    <dgm:cxn modelId="{CBA49475-5CFB-4441-BA07-482560A1C46E}" type="presOf" srcId="{ECCDF0E8-1674-4AE0-A474-9E655BB582B3}" destId="{543FFBF6-2618-4280-93E3-72A51CAB6D1D}" srcOrd="0" destOrd="0" presId="urn:microsoft.com/office/officeart/2005/8/layout/vList2"/>
    <dgm:cxn modelId="{882EC878-2AE3-44AD-AECE-07AF4832E635}" srcId="{9562670C-3286-487C-9302-F634EA34C6C5}" destId="{ECCDF0E8-1674-4AE0-A474-9E655BB582B3}" srcOrd="0" destOrd="0" parTransId="{7DE52D30-F8E0-4708-98A5-98274A94E347}" sibTransId="{70972F83-E68C-4200-96FB-C5142B00068A}"/>
    <dgm:cxn modelId="{34D6AA91-DDCB-4B78-974D-59DE771FD148}" type="presOf" srcId="{F53905E8-705A-4346-BDFA-CF45922BDC1F}" destId="{D1711CF3-4519-4DF8-AE57-3ECE2BBBE4A2}" srcOrd="0" destOrd="0" presId="urn:microsoft.com/office/officeart/2005/8/layout/vList2"/>
    <dgm:cxn modelId="{70BECAD8-9F78-4EDC-BCE1-688ADCFD2A4B}" type="presOf" srcId="{567AFE50-2549-4978-883F-B64026CC4285}" destId="{E6233432-CE75-4AE5-81A4-60CB58B3A474}" srcOrd="0" destOrd="1" presId="urn:microsoft.com/office/officeart/2005/8/layout/vList2"/>
    <dgm:cxn modelId="{1C3ED8DC-8F2E-4980-B9EA-DE7DBB047B65}" type="presOf" srcId="{9562670C-3286-487C-9302-F634EA34C6C5}" destId="{36443A6B-1FFF-4236-8544-72AEBC6712FC}" srcOrd="0" destOrd="0" presId="urn:microsoft.com/office/officeart/2005/8/layout/vList2"/>
    <dgm:cxn modelId="{39F5E5DE-F283-4414-8315-9EA069909788}" srcId="{F53905E8-705A-4346-BDFA-CF45922BDC1F}" destId="{567AFE50-2549-4978-883F-B64026CC4285}" srcOrd="1" destOrd="0" parTransId="{F647C445-2FD2-4D3F-B981-EDD8FE5C5D61}" sibTransId="{72CEF705-4ACB-41EA-BCBE-917209AD2E9C}"/>
    <dgm:cxn modelId="{F65FD914-1FAB-4375-921F-ED4A491B841A}" type="presParOf" srcId="{36443A6B-1FFF-4236-8544-72AEBC6712FC}" destId="{543FFBF6-2618-4280-93E3-72A51CAB6D1D}" srcOrd="0" destOrd="0" presId="urn:microsoft.com/office/officeart/2005/8/layout/vList2"/>
    <dgm:cxn modelId="{A88ED839-16C5-47AC-B390-EA3E1BF0E1E0}" type="presParOf" srcId="{36443A6B-1FFF-4236-8544-72AEBC6712FC}" destId="{8876B88B-98F5-43BF-8AC5-5649ADA68A47}" srcOrd="1" destOrd="0" presId="urn:microsoft.com/office/officeart/2005/8/layout/vList2"/>
    <dgm:cxn modelId="{5BD048B1-6161-477F-9A2D-6F3169CB3E3B}" type="presParOf" srcId="{36443A6B-1FFF-4236-8544-72AEBC6712FC}" destId="{D1711CF3-4519-4DF8-AE57-3ECE2BBBE4A2}" srcOrd="2" destOrd="0" presId="urn:microsoft.com/office/officeart/2005/8/layout/vList2"/>
    <dgm:cxn modelId="{573C038B-D021-4D1F-9B5F-0AC6D3EBADC8}" type="presParOf" srcId="{36443A6B-1FFF-4236-8544-72AEBC6712FC}" destId="{E6233432-CE75-4AE5-81A4-60CB58B3A474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BAD40B2-25ED-4136-99FF-55FB9E55096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1502846-B554-49FE-9A55-37AFE01D4E05}">
      <dgm:prSet/>
      <dgm:spPr/>
      <dgm:t>
        <a:bodyPr/>
        <a:lstStyle/>
        <a:p>
          <a:r>
            <a:rPr lang="en-US"/>
            <a:t>Designed to mimic human conversations</a:t>
          </a:r>
        </a:p>
      </dgm:t>
    </dgm:pt>
    <dgm:pt modelId="{FA53AC98-1E0B-4B3E-ADE3-95472941B054}" type="parTrans" cxnId="{25033CA1-F9BF-40B5-A701-E7E596EFFAC6}">
      <dgm:prSet/>
      <dgm:spPr/>
      <dgm:t>
        <a:bodyPr/>
        <a:lstStyle/>
        <a:p>
          <a:endParaRPr lang="en-US"/>
        </a:p>
      </dgm:t>
    </dgm:pt>
    <dgm:pt modelId="{2EC48AA4-BB74-4AB8-8CED-566C2D6B2451}" type="sibTrans" cxnId="{25033CA1-F9BF-40B5-A701-E7E596EFFAC6}">
      <dgm:prSet/>
      <dgm:spPr/>
      <dgm:t>
        <a:bodyPr/>
        <a:lstStyle/>
        <a:p>
          <a:endParaRPr lang="en-US"/>
        </a:p>
      </dgm:t>
    </dgm:pt>
    <dgm:pt modelId="{82C8F38F-4F65-4F0C-BA53-8A6693DA0342}">
      <dgm:prSet/>
      <dgm:spPr/>
      <dgm:t>
        <a:bodyPr/>
        <a:lstStyle/>
        <a:p>
          <a:r>
            <a:rPr lang="en-US"/>
            <a:t>Can be voice or text</a:t>
          </a:r>
        </a:p>
      </dgm:t>
    </dgm:pt>
    <dgm:pt modelId="{825BFB56-5E47-4B63-BD0D-B70AA73AA277}" type="parTrans" cxnId="{9E855B06-EED0-42F3-A8E1-197A637207E2}">
      <dgm:prSet/>
      <dgm:spPr/>
      <dgm:t>
        <a:bodyPr/>
        <a:lstStyle/>
        <a:p>
          <a:endParaRPr lang="en-US"/>
        </a:p>
      </dgm:t>
    </dgm:pt>
    <dgm:pt modelId="{43939037-11A0-445B-80F9-EF08E0450397}" type="sibTrans" cxnId="{9E855B06-EED0-42F3-A8E1-197A637207E2}">
      <dgm:prSet/>
      <dgm:spPr/>
      <dgm:t>
        <a:bodyPr/>
        <a:lstStyle/>
        <a:p>
          <a:endParaRPr lang="en-US"/>
        </a:p>
      </dgm:t>
    </dgm:pt>
    <dgm:pt modelId="{8A561815-E5B4-45E6-A06C-1189F52B173F}">
      <dgm:prSet/>
      <dgm:spPr/>
      <dgm:t>
        <a:bodyPr/>
        <a:lstStyle/>
        <a:p>
          <a:r>
            <a:rPr lang="en-US"/>
            <a:t>NLP (Natural Language Processing)</a:t>
          </a:r>
        </a:p>
      </dgm:t>
    </dgm:pt>
    <dgm:pt modelId="{3575DBF5-1973-456C-9363-A56CD3AE71BA}" type="parTrans" cxnId="{7A1BCA33-8E64-4495-A6BD-A85F6EBFAD0F}">
      <dgm:prSet/>
      <dgm:spPr/>
      <dgm:t>
        <a:bodyPr/>
        <a:lstStyle/>
        <a:p>
          <a:endParaRPr lang="en-US"/>
        </a:p>
      </dgm:t>
    </dgm:pt>
    <dgm:pt modelId="{AD5949B5-937A-44B6-A2B9-9FE80E2EB398}" type="sibTrans" cxnId="{7A1BCA33-8E64-4495-A6BD-A85F6EBFAD0F}">
      <dgm:prSet/>
      <dgm:spPr/>
      <dgm:t>
        <a:bodyPr/>
        <a:lstStyle/>
        <a:p>
          <a:endParaRPr lang="en-US"/>
        </a:p>
      </dgm:t>
    </dgm:pt>
    <dgm:pt modelId="{0D04334D-8317-42F4-B045-D85265A77E81}">
      <dgm:prSet/>
      <dgm:spPr/>
      <dgm:t>
        <a:bodyPr/>
        <a:lstStyle/>
        <a:p>
          <a:r>
            <a:rPr lang="en-US"/>
            <a:t>Often used for Customer Service</a:t>
          </a:r>
        </a:p>
      </dgm:t>
    </dgm:pt>
    <dgm:pt modelId="{3C8D4141-A6FD-4DCD-B483-D0505195FF61}" type="parTrans" cxnId="{11BD8FC8-D884-4332-8C1C-D7F3DFC8CDA9}">
      <dgm:prSet/>
      <dgm:spPr/>
      <dgm:t>
        <a:bodyPr/>
        <a:lstStyle/>
        <a:p>
          <a:endParaRPr lang="en-US"/>
        </a:p>
      </dgm:t>
    </dgm:pt>
    <dgm:pt modelId="{99CF8C91-0AC1-4ABF-BCFF-D758226B8AC6}" type="sibTrans" cxnId="{11BD8FC8-D884-4332-8C1C-D7F3DFC8CDA9}">
      <dgm:prSet/>
      <dgm:spPr/>
      <dgm:t>
        <a:bodyPr/>
        <a:lstStyle/>
        <a:p>
          <a:endParaRPr lang="en-US"/>
        </a:p>
      </dgm:t>
    </dgm:pt>
    <dgm:pt modelId="{D828D941-2F42-45C0-AB10-9BE4862D8B55}">
      <dgm:prSet/>
      <dgm:spPr/>
      <dgm:t>
        <a:bodyPr/>
        <a:lstStyle/>
        <a:p>
          <a:r>
            <a:rPr lang="en-US"/>
            <a:t>Offer Information or Recommendation </a:t>
          </a:r>
        </a:p>
      </dgm:t>
    </dgm:pt>
    <dgm:pt modelId="{7A24FAD4-32AC-4518-9245-53252C33F178}" type="parTrans" cxnId="{2F3A9216-1B90-4BD9-A865-DA11386FBBAD}">
      <dgm:prSet/>
      <dgm:spPr/>
      <dgm:t>
        <a:bodyPr/>
        <a:lstStyle/>
        <a:p>
          <a:endParaRPr lang="en-US"/>
        </a:p>
      </dgm:t>
    </dgm:pt>
    <dgm:pt modelId="{294DA6D1-FEB3-4700-A7C8-A90DB216B3DA}" type="sibTrans" cxnId="{2F3A9216-1B90-4BD9-A865-DA11386FBBAD}">
      <dgm:prSet/>
      <dgm:spPr/>
      <dgm:t>
        <a:bodyPr/>
        <a:lstStyle/>
        <a:p>
          <a:endParaRPr lang="en-US"/>
        </a:p>
      </dgm:t>
    </dgm:pt>
    <dgm:pt modelId="{677936A3-C0CA-4596-A26D-A3E798AD6516}" type="pres">
      <dgm:prSet presAssocID="{5BAD40B2-25ED-4136-99FF-55FB9E550968}" presName="linear" presStyleCnt="0">
        <dgm:presLayoutVars>
          <dgm:animLvl val="lvl"/>
          <dgm:resizeHandles val="exact"/>
        </dgm:presLayoutVars>
      </dgm:prSet>
      <dgm:spPr/>
    </dgm:pt>
    <dgm:pt modelId="{2CBA1F34-E11E-437B-9769-5640756B5609}" type="pres">
      <dgm:prSet presAssocID="{11502846-B554-49FE-9A55-37AFE01D4E0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50C5286-B5EB-43DE-823C-2DAA78322489}" type="pres">
      <dgm:prSet presAssocID="{2EC48AA4-BB74-4AB8-8CED-566C2D6B2451}" presName="spacer" presStyleCnt="0"/>
      <dgm:spPr/>
    </dgm:pt>
    <dgm:pt modelId="{EEA4B465-D65A-45C6-8CBB-3A6BB5C3D130}" type="pres">
      <dgm:prSet presAssocID="{82C8F38F-4F65-4F0C-BA53-8A6693DA034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3902693-4806-4E37-BC18-949B1178551C}" type="pres">
      <dgm:prSet presAssocID="{43939037-11A0-445B-80F9-EF08E0450397}" presName="spacer" presStyleCnt="0"/>
      <dgm:spPr/>
    </dgm:pt>
    <dgm:pt modelId="{89C50271-C2D2-4397-94F2-76BC9141F875}" type="pres">
      <dgm:prSet presAssocID="{8A561815-E5B4-45E6-A06C-1189F52B173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F0E32E6-36D8-4DD2-8EF3-BA9F9F69F39A}" type="pres">
      <dgm:prSet presAssocID="{AD5949B5-937A-44B6-A2B9-9FE80E2EB398}" presName="spacer" presStyleCnt="0"/>
      <dgm:spPr/>
    </dgm:pt>
    <dgm:pt modelId="{2551D519-2490-4B7C-8742-1550999CDBC0}" type="pres">
      <dgm:prSet presAssocID="{0D04334D-8317-42F4-B045-D85265A77E8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9622227-FA3D-4336-98FC-47E72A6E7D9D}" type="pres">
      <dgm:prSet presAssocID="{99CF8C91-0AC1-4ABF-BCFF-D758226B8AC6}" presName="spacer" presStyleCnt="0"/>
      <dgm:spPr/>
    </dgm:pt>
    <dgm:pt modelId="{F46FFE15-96EF-439D-A218-8FCAC46969D9}" type="pres">
      <dgm:prSet presAssocID="{D828D941-2F42-45C0-AB10-9BE4862D8B5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E855B06-EED0-42F3-A8E1-197A637207E2}" srcId="{5BAD40B2-25ED-4136-99FF-55FB9E550968}" destId="{82C8F38F-4F65-4F0C-BA53-8A6693DA0342}" srcOrd="1" destOrd="0" parTransId="{825BFB56-5E47-4B63-BD0D-B70AA73AA277}" sibTransId="{43939037-11A0-445B-80F9-EF08E0450397}"/>
    <dgm:cxn modelId="{2F3A9216-1B90-4BD9-A865-DA11386FBBAD}" srcId="{5BAD40B2-25ED-4136-99FF-55FB9E550968}" destId="{D828D941-2F42-45C0-AB10-9BE4862D8B55}" srcOrd="4" destOrd="0" parTransId="{7A24FAD4-32AC-4518-9245-53252C33F178}" sibTransId="{294DA6D1-FEB3-4700-A7C8-A90DB216B3DA}"/>
    <dgm:cxn modelId="{7A1BCA33-8E64-4495-A6BD-A85F6EBFAD0F}" srcId="{5BAD40B2-25ED-4136-99FF-55FB9E550968}" destId="{8A561815-E5B4-45E6-A06C-1189F52B173F}" srcOrd="2" destOrd="0" parTransId="{3575DBF5-1973-456C-9363-A56CD3AE71BA}" sibTransId="{AD5949B5-937A-44B6-A2B9-9FE80E2EB398}"/>
    <dgm:cxn modelId="{0D696A6C-82B9-446C-B4BC-146729EDD65E}" type="presOf" srcId="{8A561815-E5B4-45E6-A06C-1189F52B173F}" destId="{89C50271-C2D2-4397-94F2-76BC9141F875}" srcOrd="0" destOrd="0" presId="urn:microsoft.com/office/officeart/2005/8/layout/vList2"/>
    <dgm:cxn modelId="{995C986F-11A3-4DE6-B1C9-DBD1E1DE379D}" type="presOf" srcId="{0D04334D-8317-42F4-B045-D85265A77E81}" destId="{2551D519-2490-4B7C-8742-1550999CDBC0}" srcOrd="0" destOrd="0" presId="urn:microsoft.com/office/officeart/2005/8/layout/vList2"/>
    <dgm:cxn modelId="{25033CA1-F9BF-40B5-A701-E7E596EFFAC6}" srcId="{5BAD40B2-25ED-4136-99FF-55FB9E550968}" destId="{11502846-B554-49FE-9A55-37AFE01D4E05}" srcOrd="0" destOrd="0" parTransId="{FA53AC98-1E0B-4B3E-ADE3-95472941B054}" sibTransId="{2EC48AA4-BB74-4AB8-8CED-566C2D6B2451}"/>
    <dgm:cxn modelId="{A33EEBAC-1722-40F7-8B7C-255A3E0BB8D1}" type="presOf" srcId="{D828D941-2F42-45C0-AB10-9BE4862D8B55}" destId="{F46FFE15-96EF-439D-A218-8FCAC46969D9}" srcOrd="0" destOrd="0" presId="urn:microsoft.com/office/officeart/2005/8/layout/vList2"/>
    <dgm:cxn modelId="{0051EFBC-6CC2-41C0-9869-715C18F4832B}" type="presOf" srcId="{82C8F38F-4F65-4F0C-BA53-8A6693DA0342}" destId="{EEA4B465-D65A-45C6-8CBB-3A6BB5C3D130}" srcOrd="0" destOrd="0" presId="urn:microsoft.com/office/officeart/2005/8/layout/vList2"/>
    <dgm:cxn modelId="{11BD8FC8-D884-4332-8C1C-D7F3DFC8CDA9}" srcId="{5BAD40B2-25ED-4136-99FF-55FB9E550968}" destId="{0D04334D-8317-42F4-B045-D85265A77E81}" srcOrd="3" destOrd="0" parTransId="{3C8D4141-A6FD-4DCD-B483-D0505195FF61}" sibTransId="{99CF8C91-0AC1-4ABF-BCFF-D758226B8AC6}"/>
    <dgm:cxn modelId="{B5CEE8CF-77EC-47D7-9DE6-D71D655EE6A3}" type="presOf" srcId="{11502846-B554-49FE-9A55-37AFE01D4E05}" destId="{2CBA1F34-E11E-437B-9769-5640756B5609}" srcOrd="0" destOrd="0" presId="urn:microsoft.com/office/officeart/2005/8/layout/vList2"/>
    <dgm:cxn modelId="{1D77D9D9-941B-4CC3-A8E6-91CEE0080601}" type="presOf" srcId="{5BAD40B2-25ED-4136-99FF-55FB9E550968}" destId="{677936A3-C0CA-4596-A26D-A3E798AD6516}" srcOrd="0" destOrd="0" presId="urn:microsoft.com/office/officeart/2005/8/layout/vList2"/>
    <dgm:cxn modelId="{2135E960-9FFC-4E61-A212-5DAF33303F41}" type="presParOf" srcId="{677936A3-C0CA-4596-A26D-A3E798AD6516}" destId="{2CBA1F34-E11E-437B-9769-5640756B5609}" srcOrd="0" destOrd="0" presId="urn:microsoft.com/office/officeart/2005/8/layout/vList2"/>
    <dgm:cxn modelId="{AC6A6517-71B0-4303-95BB-FBEC5DC6C2AA}" type="presParOf" srcId="{677936A3-C0CA-4596-A26D-A3E798AD6516}" destId="{D50C5286-B5EB-43DE-823C-2DAA78322489}" srcOrd="1" destOrd="0" presId="urn:microsoft.com/office/officeart/2005/8/layout/vList2"/>
    <dgm:cxn modelId="{872AC354-B385-40D1-9E46-E07D64DEEBA4}" type="presParOf" srcId="{677936A3-C0CA-4596-A26D-A3E798AD6516}" destId="{EEA4B465-D65A-45C6-8CBB-3A6BB5C3D130}" srcOrd="2" destOrd="0" presId="urn:microsoft.com/office/officeart/2005/8/layout/vList2"/>
    <dgm:cxn modelId="{5F228E1E-8A25-4D2B-B394-285AC0142104}" type="presParOf" srcId="{677936A3-C0CA-4596-A26D-A3E798AD6516}" destId="{33902693-4806-4E37-BC18-949B1178551C}" srcOrd="3" destOrd="0" presId="urn:microsoft.com/office/officeart/2005/8/layout/vList2"/>
    <dgm:cxn modelId="{0C8DCEEE-D399-4C0D-97D6-3C3737F24447}" type="presParOf" srcId="{677936A3-C0CA-4596-A26D-A3E798AD6516}" destId="{89C50271-C2D2-4397-94F2-76BC9141F875}" srcOrd="4" destOrd="0" presId="urn:microsoft.com/office/officeart/2005/8/layout/vList2"/>
    <dgm:cxn modelId="{8860B8A6-A6AC-4E14-BD68-2A533ABA0D4B}" type="presParOf" srcId="{677936A3-C0CA-4596-A26D-A3E798AD6516}" destId="{1F0E32E6-36D8-4DD2-8EF3-BA9F9F69F39A}" srcOrd="5" destOrd="0" presId="urn:microsoft.com/office/officeart/2005/8/layout/vList2"/>
    <dgm:cxn modelId="{754D30A3-98D9-4B8E-8A81-4035CB675CCB}" type="presParOf" srcId="{677936A3-C0CA-4596-A26D-A3E798AD6516}" destId="{2551D519-2490-4B7C-8742-1550999CDBC0}" srcOrd="6" destOrd="0" presId="urn:microsoft.com/office/officeart/2005/8/layout/vList2"/>
    <dgm:cxn modelId="{E71F9F31-14D2-4891-AFB8-CCB6DB98827C}" type="presParOf" srcId="{677936A3-C0CA-4596-A26D-A3E798AD6516}" destId="{89622227-FA3D-4336-98FC-47E72A6E7D9D}" srcOrd="7" destOrd="0" presId="urn:microsoft.com/office/officeart/2005/8/layout/vList2"/>
    <dgm:cxn modelId="{F22C774E-9145-4D5B-A603-BED27C36A34A}" type="presParOf" srcId="{677936A3-C0CA-4596-A26D-A3E798AD6516}" destId="{F46FFE15-96EF-439D-A218-8FCAC46969D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C829779-DD5D-4400-B6E6-83F346DCE05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DDC8EFB-B7AF-473C-A1DE-313FB83CDC9A}">
      <dgm:prSet/>
      <dgm:spPr/>
      <dgm:t>
        <a:bodyPr/>
        <a:lstStyle/>
        <a:p>
          <a:r>
            <a:rPr lang="en-US"/>
            <a:t>Also known as Virtual Assistants</a:t>
          </a:r>
        </a:p>
      </dgm:t>
    </dgm:pt>
    <dgm:pt modelId="{FE67BAF1-72CE-42AB-A472-B5DDFD97242D}" type="parTrans" cxnId="{58441CA3-1CD4-4C96-BC1C-C2188041C464}">
      <dgm:prSet/>
      <dgm:spPr/>
      <dgm:t>
        <a:bodyPr/>
        <a:lstStyle/>
        <a:p>
          <a:endParaRPr lang="en-US"/>
        </a:p>
      </dgm:t>
    </dgm:pt>
    <dgm:pt modelId="{222BDF66-5EB4-4630-94BC-E05DC33EACF2}" type="sibTrans" cxnId="{58441CA3-1CD4-4C96-BC1C-C2188041C464}">
      <dgm:prSet/>
      <dgm:spPr/>
      <dgm:t>
        <a:bodyPr/>
        <a:lstStyle/>
        <a:p>
          <a:endParaRPr lang="en-US"/>
        </a:p>
      </dgm:t>
    </dgm:pt>
    <dgm:pt modelId="{99D716F5-D417-43FF-A427-65FB8327295A}">
      <dgm:prSet/>
      <dgm:spPr/>
      <dgm:t>
        <a:bodyPr/>
        <a:lstStyle/>
        <a:p>
          <a:r>
            <a:rPr lang="en-US"/>
            <a:t>More Sophisticated AI</a:t>
          </a:r>
        </a:p>
      </dgm:t>
    </dgm:pt>
    <dgm:pt modelId="{944A033B-EBA2-4070-B8E0-D7B3893FF35F}" type="parTrans" cxnId="{09C38570-9B22-49AB-BFAC-C1DCE5C42BAA}">
      <dgm:prSet/>
      <dgm:spPr/>
      <dgm:t>
        <a:bodyPr/>
        <a:lstStyle/>
        <a:p>
          <a:endParaRPr lang="en-US"/>
        </a:p>
      </dgm:t>
    </dgm:pt>
    <dgm:pt modelId="{2CAEC80C-7974-4CF7-AD33-EC535E929372}" type="sibTrans" cxnId="{09C38570-9B22-49AB-BFAC-C1DCE5C42BAA}">
      <dgm:prSet/>
      <dgm:spPr/>
      <dgm:t>
        <a:bodyPr/>
        <a:lstStyle/>
        <a:p>
          <a:endParaRPr lang="en-US"/>
        </a:p>
      </dgm:t>
    </dgm:pt>
    <dgm:pt modelId="{CDCE159F-61C9-49B9-B738-D083503360B8}">
      <dgm:prSet/>
      <dgm:spPr/>
      <dgm:t>
        <a:bodyPr/>
        <a:lstStyle/>
        <a:p>
          <a:r>
            <a:rPr lang="en-US"/>
            <a:t>We used them at LCCC for AI Teacher Assistants </a:t>
          </a:r>
        </a:p>
      </dgm:t>
    </dgm:pt>
    <dgm:pt modelId="{FFCC35B0-32BC-4FBD-B4C1-D5BAF592A5D2}" type="parTrans" cxnId="{2B06E524-0518-4B74-B878-DF87C81C419F}">
      <dgm:prSet/>
      <dgm:spPr/>
      <dgm:t>
        <a:bodyPr/>
        <a:lstStyle/>
        <a:p>
          <a:endParaRPr lang="en-US"/>
        </a:p>
      </dgm:t>
    </dgm:pt>
    <dgm:pt modelId="{3129BCF2-7455-476F-A01A-3B468C792199}" type="sibTrans" cxnId="{2B06E524-0518-4B74-B878-DF87C81C419F}">
      <dgm:prSet/>
      <dgm:spPr/>
      <dgm:t>
        <a:bodyPr/>
        <a:lstStyle/>
        <a:p>
          <a:endParaRPr lang="en-US"/>
        </a:p>
      </dgm:t>
    </dgm:pt>
    <dgm:pt modelId="{8CC74554-4CB1-4908-ABA4-2C14C6746A67}">
      <dgm:prSet/>
      <dgm:spPr/>
      <dgm:t>
        <a:bodyPr/>
        <a:lstStyle/>
        <a:p>
          <a:r>
            <a:rPr lang="en-US"/>
            <a:t>These have memory and a purpose</a:t>
          </a:r>
        </a:p>
      </dgm:t>
    </dgm:pt>
    <dgm:pt modelId="{B850632B-0C2F-432B-A52B-C5CC4DF22A1B}" type="parTrans" cxnId="{58070AE3-5C95-4C8A-8854-89ED32B75589}">
      <dgm:prSet/>
      <dgm:spPr/>
      <dgm:t>
        <a:bodyPr/>
        <a:lstStyle/>
        <a:p>
          <a:endParaRPr lang="en-US"/>
        </a:p>
      </dgm:t>
    </dgm:pt>
    <dgm:pt modelId="{BD6D636F-97CB-47AE-BCBC-F94B9112FAE9}" type="sibTrans" cxnId="{58070AE3-5C95-4C8A-8854-89ED32B75589}">
      <dgm:prSet/>
      <dgm:spPr/>
      <dgm:t>
        <a:bodyPr/>
        <a:lstStyle/>
        <a:p>
          <a:endParaRPr lang="en-US"/>
        </a:p>
      </dgm:t>
    </dgm:pt>
    <dgm:pt modelId="{63F82790-1631-459A-9C7D-8DB68BE69B46}">
      <dgm:prSet/>
      <dgm:spPr/>
      <dgm:t>
        <a:bodyPr/>
        <a:lstStyle/>
        <a:p>
          <a:r>
            <a:rPr lang="en-US"/>
            <a:t>Can be used to integrate into other API’s (Outside information)</a:t>
          </a:r>
        </a:p>
      </dgm:t>
    </dgm:pt>
    <dgm:pt modelId="{96CEE6D0-1D20-4980-BE95-F252073A2B8D}" type="parTrans" cxnId="{478BE714-6E64-4F3E-8768-BB4E60E2549A}">
      <dgm:prSet/>
      <dgm:spPr/>
      <dgm:t>
        <a:bodyPr/>
        <a:lstStyle/>
        <a:p>
          <a:endParaRPr lang="en-US"/>
        </a:p>
      </dgm:t>
    </dgm:pt>
    <dgm:pt modelId="{42E3F053-CCCF-4264-BFB4-1DE12E56198B}" type="sibTrans" cxnId="{478BE714-6E64-4F3E-8768-BB4E60E2549A}">
      <dgm:prSet/>
      <dgm:spPr/>
      <dgm:t>
        <a:bodyPr/>
        <a:lstStyle/>
        <a:p>
          <a:endParaRPr lang="en-US"/>
        </a:p>
      </dgm:t>
    </dgm:pt>
    <dgm:pt modelId="{4FEAE814-A569-4904-A1FA-E47860212029}" type="pres">
      <dgm:prSet presAssocID="{BC829779-DD5D-4400-B6E6-83F346DCE050}" presName="linear" presStyleCnt="0">
        <dgm:presLayoutVars>
          <dgm:animLvl val="lvl"/>
          <dgm:resizeHandles val="exact"/>
        </dgm:presLayoutVars>
      </dgm:prSet>
      <dgm:spPr/>
    </dgm:pt>
    <dgm:pt modelId="{7AFD83BA-24DC-42C9-BD64-65F4086E5994}" type="pres">
      <dgm:prSet presAssocID="{8DDC8EFB-B7AF-473C-A1DE-313FB83CDC9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D752CDF-A9E4-4CE7-B80E-AD6807F77871}" type="pres">
      <dgm:prSet presAssocID="{222BDF66-5EB4-4630-94BC-E05DC33EACF2}" presName="spacer" presStyleCnt="0"/>
      <dgm:spPr/>
    </dgm:pt>
    <dgm:pt modelId="{857782B0-FA40-41BA-AC52-E77E12FCF0A6}" type="pres">
      <dgm:prSet presAssocID="{99D716F5-D417-43FF-A427-65FB8327295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D4ECE3E-9A63-4127-999D-3678AE35DB85}" type="pres">
      <dgm:prSet presAssocID="{2CAEC80C-7974-4CF7-AD33-EC535E929372}" presName="spacer" presStyleCnt="0"/>
      <dgm:spPr/>
    </dgm:pt>
    <dgm:pt modelId="{BF1768A6-4439-46B3-9DC5-3D2A57897CE2}" type="pres">
      <dgm:prSet presAssocID="{CDCE159F-61C9-49B9-B738-D083503360B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32FA8519-8BAB-4A05-90A0-D198F59A0A2A}" type="pres">
      <dgm:prSet presAssocID="{3129BCF2-7455-476F-A01A-3B468C792199}" presName="spacer" presStyleCnt="0"/>
      <dgm:spPr/>
    </dgm:pt>
    <dgm:pt modelId="{33C3F260-9CBC-487F-B55A-B099B3E42503}" type="pres">
      <dgm:prSet presAssocID="{8CC74554-4CB1-4908-ABA4-2C14C6746A6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E10D236-701F-46AD-9843-1B0F01DBB8EE}" type="pres">
      <dgm:prSet presAssocID="{BD6D636F-97CB-47AE-BCBC-F94B9112FAE9}" presName="spacer" presStyleCnt="0"/>
      <dgm:spPr/>
    </dgm:pt>
    <dgm:pt modelId="{AE7C4CAA-4E58-430E-AB9A-2279D26051AA}" type="pres">
      <dgm:prSet presAssocID="{63F82790-1631-459A-9C7D-8DB68BE69B4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51195400-BE31-47BC-82DC-FA95F973066E}" type="presOf" srcId="{63F82790-1631-459A-9C7D-8DB68BE69B46}" destId="{AE7C4CAA-4E58-430E-AB9A-2279D26051AA}" srcOrd="0" destOrd="0" presId="urn:microsoft.com/office/officeart/2005/8/layout/vList2"/>
    <dgm:cxn modelId="{478BE714-6E64-4F3E-8768-BB4E60E2549A}" srcId="{BC829779-DD5D-4400-B6E6-83F346DCE050}" destId="{63F82790-1631-459A-9C7D-8DB68BE69B46}" srcOrd="4" destOrd="0" parTransId="{96CEE6D0-1D20-4980-BE95-F252073A2B8D}" sibTransId="{42E3F053-CCCF-4264-BFB4-1DE12E56198B}"/>
    <dgm:cxn modelId="{2B06E524-0518-4B74-B878-DF87C81C419F}" srcId="{BC829779-DD5D-4400-B6E6-83F346DCE050}" destId="{CDCE159F-61C9-49B9-B738-D083503360B8}" srcOrd="2" destOrd="0" parTransId="{FFCC35B0-32BC-4FBD-B4C1-D5BAF592A5D2}" sibTransId="{3129BCF2-7455-476F-A01A-3B468C792199}"/>
    <dgm:cxn modelId="{21C3FE39-168F-4B00-AF90-2CC86EE2CA69}" type="presOf" srcId="{8CC74554-4CB1-4908-ABA4-2C14C6746A67}" destId="{33C3F260-9CBC-487F-B55A-B099B3E42503}" srcOrd="0" destOrd="0" presId="urn:microsoft.com/office/officeart/2005/8/layout/vList2"/>
    <dgm:cxn modelId="{AA402745-4A5F-4806-BBA2-0BE7966047D8}" type="presOf" srcId="{BC829779-DD5D-4400-B6E6-83F346DCE050}" destId="{4FEAE814-A569-4904-A1FA-E47860212029}" srcOrd="0" destOrd="0" presId="urn:microsoft.com/office/officeart/2005/8/layout/vList2"/>
    <dgm:cxn modelId="{6EA57D4A-D33A-46BC-8BFA-80A8E11F8A30}" type="presOf" srcId="{99D716F5-D417-43FF-A427-65FB8327295A}" destId="{857782B0-FA40-41BA-AC52-E77E12FCF0A6}" srcOrd="0" destOrd="0" presId="urn:microsoft.com/office/officeart/2005/8/layout/vList2"/>
    <dgm:cxn modelId="{09C38570-9B22-49AB-BFAC-C1DCE5C42BAA}" srcId="{BC829779-DD5D-4400-B6E6-83F346DCE050}" destId="{99D716F5-D417-43FF-A427-65FB8327295A}" srcOrd="1" destOrd="0" parTransId="{944A033B-EBA2-4070-B8E0-D7B3893FF35F}" sibTransId="{2CAEC80C-7974-4CF7-AD33-EC535E929372}"/>
    <dgm:cxn modelId="{3EB91A83-92FE-43C5-B0DD-8E814A6DED96}" type="presOf" srcId="{CDCE159F-61C9-49B9-B738-D083503360B8}" destId="{BF1768A6-4439-46B3-9DC5-3D2A57897CE2}" srcOrd="0" destOrd="0" presId="urn:microsoft.com/office/officeart/2005/8/layout/vList2"/>
    <dgm:cxn modelId="{58441CA3-1CD4-4C96-BC1C-C2188041C464}" srcId="{BC829779-DD5D-4400-B6E6-83F346DCE050}" destId="{8DDC8EFB-B7AF-473C-A1DE-313FB83CDC9A}" srcOrd="0" destOrd="0" parTransId="{FE67BAF1-72CE-42AB-A472-B5DDFD97242D}" sibTransId="{222BDF66-5EB4-4630-94BC-E05DC33EACF2}"/>
    <dgm:cxn modelId="{F7E3F5BB-EAAD-4381-BFB3-AE785B438F6F}" type="presOf" srcId="{8DDC8EFB-B7AF-473C-A1DE-313FB83CDC9A}" destId="{7AFD83BA-24DC-42C9-BD64-65F4086E5994}" srcOrd="0" destOrd="0" presId="urn:microsoft.com/office/officeart/2005/8/layout/vList2"/>
    <dgm:cxn modelId="{58070AE3-5C95-4C8A-8854-89ED32B75589}" srcId="{BC829779-DD5D-4400-B6E6-83F346DCE050}" destId="{8CC74554-4CB1-4908-ABA4-2C14C6746A67}" srcOrd="3" destOrd="0" parTransId="{B850632B-0C2F-432B-A52B-C5CC4DF22A1B}" sibTransId="{BD6D636F-97CB-47AE-BCBC-F94B9112FAE9}"/>
    <dgm:cxn modelId="{7957C33F-7D1E-488B-AD28-D3464588DB4C}" type="presParOf" srcId="{4FEAE814-A569-4904-A1FA-E47860212029}" destId="{7AFD83BA-24DC-42C9-BD64-65F4086E5994}" srcOrd="0" destOrd="0" presId="urn:microsoft.com/office/officeart/2005/8/layout/vList2"/>
    <dgm:cxn modelId="{E286254D-8861-46CA-AD86-19EA42B6E20B}" type="presParOf" srcId="{4FEAE814-A569-4904-A1FA-E47860212029}" destId="{6D752CDF-A9E4-4CE7-B80E-AD6807F77871}" srcOrd="1" destOrd="0" presId="urn:microsoft.com/office/officeart/2005/8/layout/vList2"/>
    <dgm:cxn modelId="{F3EDE636-5EA8-4DAB-A39A-0119CF28224E}" type="presParOf" srcId="{4FEAE814-A569-4904-A1FA-E47860212029}" destId="{857782B0-FA40-41BA-AC52-E77E12FCF0A6}" srcOrd="2" destOrd="0" presId="urn:microsoft.com/office/officeart/2005/8/layout/vList2"/>
    <dgm:cxn modelId="{D475877A-B8EF-4271-8070-388AC1F06CBC}" type="presParOf" srcId="{4FEAE814-A569-4904-A1FA-E47860212029}" destId="{1D4ECE3E-9A63-4127-999D-3678AE35DB85}" srcOrd="3" destOrd="0" presId="urn:microsoft.com/office/officeart/2005/8/layout/vList2"/>
    <dgm:cxn modelId="{995200AD-545A-48ED-BF58-B91D7C185CD1}" type="presParOf" srcId="{4FEAE814-A569-4904-A1FA-E47860212029}" destId="{BF1768A6-4439-46B3-9DC5-3D2A57897CE2}" srcOrd="4" destOrd="0" presId="urn:microsoft.com/office/officeart/2005/8/layout/vList2"/>
    <dgm:cxn modelId="{4FF98B95-A85C-42E1-983C-74F474078F86}" type="presParOf" srcId="{4FEAE814-A569-4904-A1FA-E47860212029}" destId="{32FA8519-8BAB-4A05-90A0-D198F59A0A2A}" srcOrd="5" destOrd="0" presId="urn:microsoft.com/office/officeart/2005/8/layout/vList2"/>
    <dgm:cxn modelId="{4850E5E6-EF95-4502-AFF1-16539D7FA1AD}" type="presParOf" srcId="{4FEAE814-A569-4904-A1FA-E47860212029}" destId="{33C3F260-9CBC-487F-B55A-B099B3E42503}" srcOrd="6" destOrd="0" presId="urn:microsoft.com/office/officeart/2005/8/layout/vList2"/>
    <dgm:cxn modelId="{788896C9-8C4B-4995-8418-B133937EE13D}" type="presParOf" srcId="{4FEAE814-A569-4904-A1FA-E47860212029}" destId="{EE10D236-701F-46AD-9843-1B0F01DBB8EE}" srcOrd="7" destOrd="0" presId="urn:microsoft.com/office/officeart/2005/8/layout/vList2"/>
    <dgm:cxn modelId="{5B307192-FF0A-4B0D-915B-FFC737AF6C13}" type="presParOf" srcId="{4FEAE814-A569-4904-A1FA-E47860212029}" destId="{AE7C4CAA-4E58-430E-AB9A-2279D26051A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1185835-94FF-494F-AADD-2F17EE71AF2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5352F40-AA37-4F28-8CDC-A45C9767EC1B}">
      <dgm:prSet/>
      <dgm:spPr/>
      <dgm:t>
        <a:bodyPr/>
        <a:lstStyle/>
        <a:p>
          <a:r>
            <a:rPr lang="en-US" dirty="0"/>
            <a:t>This the fastest growing area of AI</a:t>
          </a:r>
        </a:p>
      </dgm:t>
    </dgm:pt>
    <dgm:pt modelId="{63CC270F-5080-4368-B591-1B9893BF6051}" type="parTrans" cxnId="{C6316650-F732-489A-B8BD-A7AF21F66D53}">
      <dgm:prSet/>
      <dgm:spPr/>
      <dgm:t>
        <a:bodyPr/>
        <a:lstStyle/>
        <a:p>
          <a:endParaRPr lang="en-US"/>
        </a:p>
      </dgm:t>
    </dgm:pt>
    <dgm:pt modelId="{00CCE929-1595-4A2E-A702-18E0731F388E}" type="sibTrans" cxnId="{C6316650-F732-489A-B8BD-A7AF21F66D53}">
      <dgm:prSet/>
      <dgm:spPr/>
      <dgm:t>
        <a:bodyPr/>
        <a:lstStyle/>
        <a:p>
          <a:endParaRPr lang="en-US"/>
        </a:p>
      </dgm:t>
    </dgm:pt>
    <dgm:pt modelId="{8E889B01-058A-4649-BEDB-BABF1ABCEF29}">
      <dgm:prSet/>
      <dgm:spPr/>
      <dgm:t>
        <a:bodyPr/>
        <a:lstStyle/>
        <a:p>
          <a:r>
            <a:rPr lang="en-US" dirty="0"/>
            <a:t>Usually trained on LARGE datasets</a:t>
          </a:r>
        </a:p>
      </dgm:t>
    </dgm:pt>
    <dgm:pt modelId="{E50C251D-767F-42E3-BEBB-4D33433CA333}" type="parTrans" cxnId="{CBB2CB20-9CA6-4575-8573-0444FDB4CC7E}">
      <dgm:prSet/>
      <dgm:spPr/>
      <dgm:t>
        <a:bodyPr/>
        <a:lstStyle/>
        <a:p>
          <a:endParaRPr lang="en-US"/>
        </a:p>
      </dgm:t>
    </dgm:pt>
    <dgm:pt modelId="{F8C508FA-FD0E-47DF-8918-C66545C4BC3A}" type="sibTrans" cxnId="{CBB2CB20-9CA6-4575-8573-0444FDB4CC7E}">
      <dgm:prSet/>
      <dgm:spPr/>
      <dgm:t>
        <a:bodyPr/>
        <a:lstStyle/>
        <a:p>
          <a:endParaRPr lang="en-US"/>
        </a:p>
      </dgm:t>
    </dgm:pt>
    <dgm:pt modelId="{08DCB804-2C65-4BB9-9358-FB6ACDB17CAD}">
      <dgm:prSet/>
      <dgm:spPr/>
      <dgm:t>
        <a:bodyPr/>
        <a:lstStyle/>
        <a:p>
          <a:r>
            <a:rPr lang="en-US" dirty="0"/>
            <a:t>Text Generation</a:t>
          </a:r>
        </a:p>
      </dgm:t>
    </dgm:pt>
    <dgm:pt modelId="{2CF53812-DD16-4755-9A9D-DD2E82546362}" type="parTrans" cxnId="{AA7D1EBC-FC16-4041-B4BC-1EB70521584F}">
      <dgm:prSet/>
      <dgm:spPr/>
      <dgm:t>
        <a:bodyPr/>
        <a:lstStyle/>
        <a:p>
          <a:endParaRPr lang="en-US"/>
        </a:p>
      </dgm:t>
    </dgm:pt>
    <dgm:pt modelId="{43AA2E32-969E-4DCD-9D97-4C3897C15CF3}" type="sibTrans" cxnId="{AA7D1EBC-FC16-4041-B4BC-1EB70521584F}">
      <dgm:prSet/>
      <dgm:spPr/>
      <dgm:t>
        <a:bodyPr/>
        <a:lstStyle/>
        <a:p>
          <a:endParaRPr lang="en-US"/>
        </a:p>
      </dgm:t>
    </dgm:pt>
    <dgm:pt modelId="{B25DC916-E66A-4067-AD6C-A34CAA2D7872}">
      <dgm:prSet/>
      <dgm:spPr/>
      <dgm:t>
        <a:bodyPr/>
        <a:lstStyle/>
        <a:p>
          <a:r>
            <a:rPr lang="en-US" dirty="0"/>
            <a:t>Image Generation</a:t>
          </a:r>
        </a:p>
      </dgm:t>
    </dgm:pt>
    <dgm:pt modelId="{BD3451E7-8118-47DB-BE8D-D792CA616E1C}" type="parTrans" cxnId="{66622664-25A6-49F5-8CF6-70DC481FB44D}">
      <dgm:prSet/>
      <dgm:spPr/>
      <dgm:t>
        <a:bodyPr/>
        <a:lstStyle/>
        <a:p>
          <a:endParaRPr lang="en-US"/>
        </a:p>
      </dgm:t>
    </dgm:pt>
    <dgm:pt modelId="{7DB230EA-4F84-4A69-ABA7-AF00BA2BC6FC}" type="sibTrans" cxnId="{66622664-25A6-49F5-8CF6-70DC481FB44D}">
      <dgm:prSet/>
      <dgm:spPr/>
      <dgm:t>
        <a:bodyPr/>
        <a:lstStyle/>
        <a:p>
          <a:endParaRPr lang="en-US"/>
        </a:p>
      </dgm:t>
    </dgm:pt>
    <dgm:pt modelId="{374D4384-1987-404F-8B23-44E04B6B598E}">
      <dgm:prSet/>
      <dgm:spPr/>
      <dgm:t>
        <a:bodyPr/>
        <a:lstStyle/>
        <a:p>
          <a:r>
            <a:rPr lang="en-US" dirty="0"/>
            <a:t>Music and Audio Generation</a:t>
          </a:r>
        </a:p>
      </dgm:t>
    </dgm:pt>
    <dgm:pt modelId="{5C133F3C-78BD-45AD-8C13-2168134392F8}" type="parTrans" cxnId="{6396110B-82B1-46D6-8D1D-6804F14D5D57}">
      <dgm:prSet/>
      <dgm:spPr/>
      <dgm:t>
        <a:bodyPr/>
        <a:lstStyle/>
        <a:p>
          <a:endParaRPr lang="en-US"/>
        </a:p>
      </dgm:t>
    </dgm:pt>
    <dgm:pt modelId="{95AE2418-CCEA-40A5-85A7-AC85EAEE4A72}" type="sibTrans" cxnId="{6396110B-82B1-46D6-8D1D-6804F14D5D57}">
      <dgm:prSet/>
      <dgm:spPr/>
      <dgm:t>
        <a:bodyPr/>
        <a:lstStyle/>
        <a:p>
          <a:endParaRPr lang="en-US"/>
        </a:p>
      </dgm:t>
    </dgm:pt>
    <dgm:pt modelId="{9E579AF2-36C2-4026-9CC2-54217790D503}">
      <dgm:prSet/>
      <dgm:spPr/>
      <dgm:t>
        <a:bodyPr/>
        <a:lstStyle/>
        <a:p>
          <a:r>
            <a:rPr lang="en-US" dirty="0"/>
            <a:t>Video Generation</a:t>
          </a:r>
        </a:p>
      </dgm:t>
    </dgm:pt>
    <dgm:pt modelId="{ED6070B9-516F-4CB9-995C-4CEB01BDAD0B}" type="parTrans" cxnId="{CDB12741-6FA2-4321-8096-44AFE21C8A2A}">
      <dgm:prSet/>
      <dgm:spPr/>
      <dgm:t>
        <a:bodyPr/>
        <a:lstStyle/>
        <a:p>
          <a:endParaRPr lang="en-US"/>
        </a:p>
      </dgm:t>
    </dgm:pt>
    <dgm:pt modelId="{338C13DB-C5CD-43C1-998D-EFCA222FE3B7}" type="sibTrans" cxnId="{CDB12741-6FA2-4321-8096-44AFE21C8A2A}">
      <dgm:prSet/>
      <dgm:spPr/>
      <dgm:t>
        <a:bodyPr/>
        <a:lstStyle/>
        <a:p>
          <a:endParaRPr lang="en-US"/>
        </a:p>
      </dgm:t>
    </dgm:pt>
    <dgm:pt modelId="{617E9E4F-C888-40BF-A0BE-EF325AA4A023}">
      <dgm:prSet phldr="0"/>
      <dgm:spPr/>
      <dgm:t>
        <a:bodyPr/>
        <a:lstStyle/>
        <a:p>
          <a:r>
            <a:rPr lang="en-US" dirty="0">
              <a:latin typeface="Corbel" panose="020B0503020204020204"/>
            </a:rPr>
            <a:t>https://www.youtube.com/watch?app=desktop&amp;v=Ig1rLSgzmMA</a:t>
          </a:r>
          <a:endParaRPr lang="en-US" dirty="0"/>
        </a:p>
      </dgm:t>
    </dgm:pt>
    <dgm:pt modelId="{62857942-7DB3-426E-A94B-3DC13E6CFD67}" type="parTrans" cxnId="{D367FF83-FCF4-4ACA-8F6A-B8376B635954}">
      <dgm:prSet/>
      <dgm:spPr/>
      <dgm:t>
        <a:bodyPr/>
        <a:lstStyle/>
        <a:p>
          <a:endParaRPr lang="en-US"/>
        </a:p>
      </dgm:t>
    </dgm:pt>
    <dgm:pt modelId="{8A47EAF9-39D5-4862-8A02-1DD0FD5A9306}" type="sibTrans" cxnId="{D367FF83-FCF4-4ACA-8F6A-B8376B635954}">
      <dgm:prSet/>
      <dgm:spPr/>
      <dgm:t>
        <a:bodyPr/>
        <a:lstStyle/>
        <a:p>
          <a:endParaRPr lang="en-US"/>
        </a:p>
      </dgm:t>
    </dgm:pt>
    <dgm:pt modelId="{81D3E7CC-2DB2-4AE4-A413-F45BF8C23A77}" type="pres">
      <dgm:prSet presAssocID="{41185835-94FF-494F-AADD-2F17EE71AF2D}" presName="root" presStyleCnt="0">
        <dgm:presLayoutVars>
          <dgm:dir/>
          <dgm:resizeHandles val="exact"/>
        </dgm:presLayoutVars>
      </dgm:prSet>
      <dgm:spPr/>
    </dgm:pt>
    <dgm:pt modelId="{784B759C-E58C-4D8F-B16A-4785ECC035E1}" type="pres">
      <dgm:prSet presAssocID="{35352F40-AA37-4F28-8CDC-A45C9767EC1B}" presName="compNode" presStyleCnt="0"/>
      <dgm:spPr/>
    </dgm:pt>
    <dgm:pt modelId="{72F7683D-CE61-45FF-9075-AA19797FA1D7}" type="pres">
      <dgm:prSet presAssocID="{35352F40-AA37-4F28-8CDC-A45C9767EC1B}" presName="bgRect" presStyleLbl="bgShp" presStyleIdx="0" presStyleCnt="7"/>
      <dgm:spPr/>
    </dgm:pt>
    <dgm:pt modelId="{C9A9051A-5EE9-4AE4-A229-FF42CAA1BEC1}" type="pres">
      <dgm:prSet presAssocID="{35352F40-AA37-4F28-8CDC-A45C9767EC1B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2AB7B49E-E1A4-47B4-9A96-44FA5B427F1A}" type="pres">
      <dgm:prSet presAssocID="{35352F40-AA37-4F28-8CDC-A45C9767EC1B}" presName="spaceRect" presStyleCnt="0"/>
      <dgm:spPr/>
    </dgm:pt>
    <dgm:pt modelId="{FA4F8D9F-F126-4696-BE50-509009216EC9}" type="pres">
      <dgm:prSet presAssocID="{35352F40-AA37-4F28-8CDC-A45C9767EC1B}" presName="parTx" presStyleLbl="revTx" presStyleIdx="0" presStyleCnt="7">
        <dgm:presLayoutVars>
          <dgm:chMax val="0"/>
          <dgm:chPref val="0"/>
        </dgm:presLayoutVars>
      </dgm:prSet>
      <dgm:spPr/>
    </dgm:pt>
    <dgm:pt modelId="{9321B180-B884-44A6-8AD0-A71F08A85EFC}" type="pres">
      <dgm:prSet presAssocID="{00CCE929-1595-4A2E-A702-18E0731F388E}" presName="sibTrans" presStyleCnt="0"/>
      <dgm:spPr/>
    </dgm:pt>
    <dgm:pt modelId="{9E38AFFE-87D7-45A3-94D8-39D926E06C93}" type="pres">
      <dgm:prSet presAssocID="{8E889B01-058A-4649-BEDB-BABF1ABCEF29}" presName="compNode" presStyleCnt="0"/>
      <dgm:spPr/>
    </dgm:pt>
    <dgm:pt modelId="{00C4C726-9A94-4654-B1F3-84683DE9260B}" type="pres">
      <dgm:prSet presAssocID="{8E889B01-058A-4649-BEDB-BABF1ABCEF29}" presName="bgRect" presStyleLbl="bgShp" presStyleIdx="1" presStyleCnt="7"/>
      <dgm:spPr/>
    </dgm:pt>
    <dgm:pt modelId="{BC3AD33B-C567-44B7-B053-A1D35A5B990F}" type="pres">
      <dgm:prSet presAssocID="{8E889B01-058A-4649-BEDB-BABF1ABCEF29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D7878D0-2901-4413-B3EA-71D36B0D9C12}" type="pres">
      <dgm:prSet presAssocID="{8E889B01-058A-4649-BEDB-BABF1ABCEF29}" presName="spaceRect" presStyleCnt="0"/>
      <dgm:spPr/>
    </dgm:pt>
    <dgm:pt modelId="{7305A21D-8739-4A79-A736-3DBC2F939854}" type="pres">
      <dgm:prSet presAssocID="{8E889B01-058A-4649-BEDB-BABF1ABCEF29}" presName="parTx" presStyleLbl="revTx" presStyleIdx="1" presStyleCnt="7">
        <dgm:presLayoutVars>
          <dgm:chMax val="0"/>
          <dgm:chPref val="0"/>
        </dgm:presLayoutVars>
      </dgm:prSet>
      <dgm:spPr/>
    </dgm:pt>
    <dgm:pt modelId="{79E3129E-FC72-45D8-AEC6-D4A04C85FC03}" type="pres">
      <dgm:prSet presAssocID="{F8C508FA-FD0E-47DF-8918-C66545C4BC3A}" presName="sibTrans" presStyleCnt="0"/>
      <dgm:spPr/>
    </dgm:pt>
    <dgm:pt modelId="{2DAA000A-4170-4843-9CFF-475F3887E4D7}" type="pres">
      <dgm:prSet presAssocID="{08DCB804-2C65-4BB9-9358-FB6ACDB17CAD}" presName="compNode" presStyleCnt="0"/>
      <dgm:spPr/>
    </dgm:pt>
    <dgm:pt modelId="{FBFFAD5F-E07B-4363-8AFE-74766159A8C4}" type="pres">
      <dgm:prSet presAssocID="{08DCB804-2C65-4BB9-9358-FB6ACDB17CAD}" presName="bgRect" presStyleLbl="bgShp" presStyleIdx="2" presStyleCnt="7"/>
      <dgm:spPr/>
    </dgm:pt>
    <dgm:pt modelId="{5B453FEA-1F66-4A87-B048-94FA7415A1C6}" type="pres">
      <dgm:prSet presAssocID="{08DCB804-2C65-4BB9-9358-FB6ACDB17CAD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4CF1A7C5-AA8A-426B-89CA-898034285D44}" type="pres">
      <dgm:prSet presAssocID="{08DCB804-2C65-4BB9-9358-FB6ACDB17CAD}" presName="spaceRect" presStyleCnt="0"/>
      <dgm:spPr/>
    </dgm:pt>
    <dgm:pt modelId="{2C49EC27-5CB8-41C9-B9F7-0F832AF4DB3A}" type="pres">
      <dgm:prSet presAssocID="{08DCB804-2C65-4BB9-9358-FB6ACDB17CAD}" presName="parTx" presStyleLbl="revTx" presStyleIdx="2" presStyleCnt="7">
        <dgm:presLayoutVars>
          <dgm:chMax val="0"/>
          <dgm:chPref val="0"/>
        </dgm:presLayoutVars>
      </dgm:prSet>
      <dgm:spPr/>
    </dgm:pt>
    <dgm:pt modelId="{2029E039-7B0A-41FA-941E-694970F7D804}" type="pres">
      <dgm:prSet presAssocID="{43AA2E32-969E-4DCD-9D97-4C3897C15CF3}" presName="sibTrans" presStyleCnt="0"/>
      <dgm:spPr/>
    </dgm:pt>
    <dgm:pt modelId="{4E7B737B-5ED2-42E5-88D5-07C62FB0F34D}" type="pres">
      <dgm:prSet presAssocID="{B25DC916-E66A-4067-AD6C-A34CAA2D7872}" presName="compNode" presStyleCnt="0"/>
      <dgm:spPr/>
    </dgm:pt>
    <dgm:pt modelId="{C28F4872-19D7-41BC-B9AB-AA2FED655CD9}" type="pres">
      <dgm:prSet presAssocID="{B25DC916-E66A-4067-AD6C-A34CAA2D7872}" presName="bgRect" presStyleLbl="bgShp" presStyleIdx="3" presStyleCnt="7"/>
      <dgm:spPr/>
    </dgm:pt>
    <dgm:pt modelId="{34AB4E61-CD94-4199-BC95-E05A322CD3DE}" type="pres">
      <dgm:prSet presAssocID="{B25DC916-E66A-4067-AD6C-A34CAA2D7872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8CE028EB-2C69-4E37-90C7-CF05F4907777}" type="pres">
      <dgm:prSet presAssocID="{B25DC916-E66A-4067-AD6C-A34CAA2D7872}" presName="spaceRect" presStyleCnt="0"/>
      <dgm:spPr/>
    </dgm:pt>
    <dgm:pt modelId="{1F2873A6-C50C-41C8-AB9F-BB3CE50595EA}" type="pres">
      <dgm:prSet presAssocID="{B25DC916-E66A-4067-AD6C-A34CAA2D7872}" presName="parTx" presStyleLbl="revTx" presStyleIdx="3" presStyleCnt="7">
        <dgm:presLayoutVars>
          <dgm:chMax val="0"/>
          <dgm:chPref val="0"/>
        </dgm:presLayoutVars>
      </dgm:prSet>
      <dgm:spPr/>
    </dgm:pt>
    <dgm:pt modelId="{CD199280-3631-489A-A6E8-27E981C5BD02}" type="pres">
      <dgm:prSet presAssocID="{7DB230EA-4F84-4A69-ABA7-AF00BA2BC6FC}" presName="sibTrans" presStyleCnt="0"/>
      <dgm:spPr/>
    </dgm:pt>
    <dgm:pt modelId="{2CC82125-7453-4956-B199-CC5936032AB1}" type="pres">
      <dgm:prSet presAssocID="{374D4384-1987-404F-8B23-44E04B6B598E}" presName="compNode" presStyleCnt="0"/>
      <dgm:spPr/>
    </dgm:pt>
    <dgm:pt modelId="{D337D68D-979C-4A9F-96B7-F7C722134247}" type="pres">
      <dgm:prSet presAssocID="{374D4384-1987-404F-8B23-44E04B6B598E}" presName="bgRect" presStyleLbl="bgShp" presStyleIdx="4" presStyleCnt="7"/>
      <dgm:spPr/>
    </dgm:pt>
    <dgm:pt modelId="{EB8FC2A4-E62F-47E4-945C-10478549ACB6}" type="pres">
      <dgm:prSet presAssocID="{374D4384-1987-404F-8B23-44E04B6B598E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sic"/>
        </a:ext>
      </dgm:extLst>
    </dgm:pt>
    <dgm:pt modelId="{D75AC5CB-E34F-4565-988F-A95DDA32CF47}" type="pres">
      <dgm:prSet presAssocID="{374D4384-1987-404F-8B23-44E04B6B598E}" presName="spaceRect" presStyleCnt="0"/>
      <dgm:spPr/>
    </dgm:pt>
    <dgm:pt modelId="{778C17E0-E013-40FF-87CB-3F401DAC25DD}" type="pres">
      <dgm:prSet presAssocID="{374D4384-1987-404F-8B23-44E04B6B598E}" presName="parTx" presStyleLbl="revTx" presStyleIdx="4" presStyleCnt="7">
        <dgm:presLayoutVars>
          <dgm:chMax val="0"/>
          <dgm:chPref val="0"/>
        </dgm:presLayoutVars>
      </dgm:prSet>
      <dgm:spPr/>
    </dgm:pt>
    <dgm:pt modelId="{1FF37E07-13F6-4368-BC49-8DAADF0099F7}" type="pres">
      <dgm:prSet presAssocID="{95AE2418-CCEA-40A5-85A7-AC85EAEE4A72}" presName="sibTrans" presStyleCnt="0"/>
      <dgm:spPr/>
    </dgm:pt>
    <dgm:pt modelId="{098099E3-8F13-4A3C-8DD9-E59ABD69F3DA}" type="pres">
      <dgm:prSet presAssocID="{9E579AF2-36C2-4026-9CC2-54217790D503}" presName="compNode" presStyleCnt="0"/>
      <dgm:spPr/>
    </dgm:pt>
    <dgm:pt modelId="{962737A1-4B22-403E-AA3A-CA033F1C7152}" type="pres">
      <dgm:prSet presAssocID="{9E579AF2-36C2-4026-9CC2-54217790D503}" presName="bgRect" presStyleLbl="bgShp" presStyleIdx="5" presStyleCnt="7"/>
      <dgm:spPr/>
    </dgm:pt>
    <dgm:pt modelId="{5749E236-0046-46CE-BA6C-EC3896A4433C}" type="pres">
      <dgm:prSet presAssocID="{9E579AF2-36C2-4026-9CC2-54217790D503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46FD2C52-8166-4590-B418-4BD587247BAF}" type="pres">
      <dgm:prSet presAssocID="{9E579AF2-36C2-4026-9CC2-54217790D503}" presName="spaceRect" presStyleCnt="0"/>
      <dgm:spPr/>
    </dgm:pt>
    <dgm:pt modelId="{BEECAF2B-CA12-45A1-A359-7B948C6CEF1C}" type="pres">
      <dgm:prSet presAssocID="{9E579AF2-36C2-4026-9CC2-54217790D503}" presName="parTx" presStyleLbl="revTx" presStyleIdx="5" presStyleCnt="7">
        <dgm:presLayoutVars>
          <dgm:chMax val="0"/>
          <dgm:chPref val="0"/>
        </dgm:presLayoutVars>
      </dgm:prSet>
      <dgm:spPr/>
    </dgm:pt>
    <dgm:pt modelId="{16F99398-987C-4D54-8E7C-457D9AD416FC}" type="pres">
      <dgm:prSet presAssocID="{338C13DB-C5CD-43C1-998D-EFCA222FE3B7}" presName="sibTrans" presStyleCnt="0"/>
      <dgm:spPr/>
    </dgm:pt>
    <dgm:pt modelId="{6B5212A3-2FDF-4573-9ED6-231E68E5FB7B}" type="pres">
      <dgm:prSet presAssocID="{617E9E4F-C888-40BF-A0BE-EF325AA4A023}" presName="compNode" presStyleCnt="0"/>
      <dgm:spPr/>
    </dgm:pt>
    <dgm:pt modelId="{9DB1EF14-2DCC-4203-863A-9C6155FFB994}" type="pres">
      <dgm:prSet presAssocID="{617E9E4F-C888-40BF-A0BE-EF325AA4A023}" presName="bgRect" presStyleLbl="bgShp" presStyleIdx="6" presStyleCnt="7" custLinFactNeighborX="-625" custLinFactNeighborY="903"/>
      <dgm:spPr/>
    </dgm:pt>
    <dgm:pt modelId="{5CD3B9C7-CC67-4F99-80E7-B2299D873080}" type="pres">
      <dgm:prSet presAssocID="{617E9E4F-C888-40BF-A0BE-EF325AA4A023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AA68D97D-B9D2-4F92-9B52-97017F46BCE4}" type="pres">
      <dgm:prSet presAssocID="{617E9E4F-C888-40BF-A0BE-EF325AA4A023}" presName="spaceRect" presStyleCnt="0"/>
      <dgm:spPr/>
    </dgm:pt>
    <dgm:pt modelId="{CE43310A-4A3A-4E57-A0EE-8FE80E5583DB}" type="pres">
      <dgm:prSet presAssocID="{617E9E4F-C888-40BF-A0BE-EF325AA4A023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6396110B-82B1-46D6-8D1D-6804F14D5D57}" srcId="{41185835-94FF-494F-AADD-2F17EE71AF2D}" destId="{374D4384-1987-404F-8B23-44E04B6B598E}" srcOrd="4" destOrd="0" parTransId="{5C133F3C-78BD-45AD-8C13-2168134392F8}" sibTransId="{95AE2418-CCEA-40A5-85A7-AC85EAEE4A72}"/>
    <dgm:cxn modelId="{6A769A1D-3026-4DEB-9B98-EE013B48422A}" type="presOf" srcId="{B25DC916-E66A-4067-AD6C-A34CAA2D7872}" destId="{1F2873A6-C50C-41C8-AB9F-BB3CE50595EA}" srcOrd="0" destOrd="0" presId="urn:microsoft.com/office/officeart/2018/2/layout/IconVerticalSolidList"/>
    <dgm:cxn modelId="{CBB2CB20-9CA6-4575-8573-0444FDB4CC7E}" srcId="{41185835-94FF-494F-AADD-2F17EE71AF2D}" destId="{8E889B01-058A-4649-BEDB-BABF1ABCEF29}" srcOrd="1" destOrd="0" parTransId="{E50C251D-767F-42E3-BEBB-4D33433CA333}" sibTransId="{F8C508FA-FD0E-47DF-8918-C66545C4BC3A}"/>
    <dgm:cxn modelId="{99104F26-1575-436A-A823-F30AFE6CA7F4}" type="presOf" srcId="{8E889B01-058A-4649-BEDB-BABF1ABCEF29}" destId="{7305A21D-8739-4A79-A736-3DBC2F939854}" srcOrd="0" destOrd="0" presId="urn:microsoft.com/office/officeart/2018/2/layout/IconVerticalSolidList"/>
    <dgm:cxn modelId="{009DBD40-DFA9-47B8-9726-7A39BCD82896}" type="presOf" srcId="{08DCB804-2C65-4BB9-9358-FB6ACDB17CAD}" destId="{2C49EC27-5CB8-41C9-B9F7-0F832AF4DB3A}" srcOrd="0" destOrd="0" presId="urn:microsoft.com/office/officeart/2018/2/layout/IconVerticalSolidList"/>
    <dgm:cxn modelId="{CDB12741-6FA2-4321-8096-44AFE21C8A2A}" srcId="{41185835-94FF-494F-AADD-2F17EE71AF2D}" destId="{9E579AF2-36C2-4026-9CC2-54217790D503}" srcOrd="5" destOrd="0" parTransId="{ED6070B9-516F-4CB9-995C-4CEB01BDAD0B}" sibTransId="{338C13DB-C5CD-43C1-998D-EFCA222FE3B7}"/>
    <dgm:cxn modelId="{67FC0A63-D9A1-49E7-A8D2-7FE946391962}" type="presOf" srcId="{617E9E4F-C888-40BF-A0BE-EF325AA4A023}" destId="{CE43310A-4A3A-4E57-A0EE-8FE80E5583DB}" srcOrd="0" destOrd="0" presId="urn:microsoft.com/office/officeart/2018/2/layout/IconVerticalSolidList"/>
    <dgm:cxn modelId="{66622664-25A6-49F5-8CF6-70DC481FB44D}" srcId="{41185835-94FF-494F-AADD-2F17EE71AF2D}" destId="{B25DC916-E66A-4067-AD6C-A34CAA2D7872}" srcOrd="3" destOrd="0" parTransId="{BD3451E7-8118-47DB-BE8D-D792CA616E1C}" sibTransId="{7DB230EA-4F84-4A69-ABA7-AF00BA2BC6FC}"/>
    <dgm:cxn modelId="{C6316650-F732-489A-B8BD-A7AF21F66D53}" srcId="{41185835-94FF-494F-AADD-2F17EE71AF2D}" destId="{35352F40-AA37-4F28-8CDC-A45C9767EC1B}" srcOrd="0" destOrd="0" parTransId="{63CC270F-5080-4368-B591-1B9893BF6051}" sibTransId="{00CCE929-1595-4A2E-A702-18E0731F388E}"/>
    <dgm:cxn modelId="{7E676D80-7B9C-491D-ABE8-59BF55DD90F9}" type="presOf" srcId="{35352F40-AA37-4F28-8CDC-A45C9767EC1B}" destId="{FA4F8D9F-F126-4696-BE50-509009216EC9}" srcOrd="0" destOrd="0" presId="urn:microsoft.com/office/officeart/2018/2/layout/IconVerticalSolidList"/>
    <dgm:cxn modelId="{D367FF83-FCF4-4ACA-8F6A-B8376B635954}" srcId="{41185835-94FF-494F-AADD-2F17EE71AF2D}" destId="{617E9E4F-C888-40BF-A0BE-EF325AA4A023}" srcOrd="6" destOrd="0" parTransId="{62857942-7DB3-426E-A94B-3DC13E6CFD67}" sibTransId="{8A47EAF9-39D5-4862-8A02-1DD0FD5A9306}"/>
    <dgm:cxn modelId="{AA7D1EBC-FC16-4041-B4BC-1EB70521584F}" srcId="{41185835-94FF-494F-AADD-2F17EE71AF2D}" destId="{08DCB804-2C65-4BB9-9358-FB6ACDB17CAD}" srcOrd="2" destOrd="0" parTransId="{2CF53812-DD16-4755-9A9D-DD2E82546362}" sibTransId="{43AA2E32-969E-4DCD-9D97-4C3897C15CF3}"/>
    <dgm:cxn modelId="{A872CDEC-A2B3-41D4-A057-07D43E56F4F8}" type="presOf" srcId="{41185835-94FF-494F-AADD-2F17EE71AF2D}" destId="{81D3E7CC-2DB2-4AE4-A413-F45BF8C23A77}" srcOrd="0" destOrd="0" presId="urn:microsoft.com/office/officeart/2018/2/layout/IconVerticalSolidList"/>
    <dgm:cxn modelId="{9C8AFAF1-1F3B-49B4-8D98-F22018634DD3}" type="presOf" srcId="{9E579AF2-36C2-4026-9CC2-54217790D503}" destId="{BEECAF2B-CA12-45A1-A359-7B948C6CEF1C}" srcOrd="0" destOrd="0" presId="urn:microsoft.com/office/officeart/2018/2/layout/IconVerticalSolidList"/>
    <dgm:cxn modelId="{DE693DFC-641E-4335-931B-F67B18F50687}" type="presOf" srcId="{374D4384-1987-404F-8B23-44E04B6B598E}" destId="{778C17E0-E013-40FF-87CB-3F401DAC25DD}" srcOrd="0" destOrd="0" presId="urn:microsoft.com/office/officeart/2018/2/layout/IconVerticalSolidList"/>
    <dgm:cxn modelId="{8C676EBB-DAAD-4619-B19B-3D06D98AFF9A}" type="presParOf" srcId="{81D3E7CC-2DB2-4AE4-A413-F45BF8C23A77}" destId="{784B759C-E58C-4D8F-B16A-4785ECC035E1}" srcOrd="0" destOrd="0" presId="urn:microsoft.com/office/officeart/2018/2/layout/IconVerticalSolidList"/>
    <dgm:cxn modelId="{87599BD4-7E76-467E-9AF0-F9C16EEA0C9E}" type="presParOf" srcId="{784B759C-E58C-4D8F-B16A-4785ECC035E1}" destId="{72F7683D-CE61-45FF-9075-AA19797FA1D7}" srcOrd="0" destOrd="0" presId="urn:microsoft.com/office/officeart/2018/2/layout/IconVerticalSolidList"/>
    <dgm:cxn modelId="{31D11745-8EC2-491A-80FC-D52F9E9F41E3}" type="presParOf" srcId="{784B759C-E58C-4D8F-B16A-4785ECC035E1}" destId="{C9A9051A-5EE9-4AE4-A229-FF42CAA1BEC1}" srcOrd="1" destOrd="0" presId="urn:microsoft.com/office/officeart/2018/2/layout/IconVerticalSolidList"/>
    <dgm:cxn modelId="{C5AB099B-D46D-424B-9DBE-3A22897183EB}" type="presParOf" srcId="{784B759C-E58C-4D8F-B16A-4785ECC035E1}" destId="{2AB7B49E-E1A4-47B4-9A96-44FA5B427F1A}" srcOrd="2" destOrd="0" presId="urn:microsoft.com/office/officeart/2018/2/layout/IconVerticalSolidList"/>
    <dgm:cxn modelId="{A9272D40-F753-4027-8748-A13D622E2C57}" type="presParOf" srcId="{784B759C-E58C-4D8F-B16A-4785ECC035E1}" destId="{FA4F8D9F-F126-4696-BE50-509009216EC9}" srcOrd="3" destOrd="0" presId="urn:microsoft.com/office/officeart/2018/2/layout/IconVerticalSolidList"/>
    <dgm:cxn modelId="{92DE5F33-ABCE-490D-9D8C-94D556E91CE0}" type="presParOf" srcId="{81D3E7CC-2DB2-4AE4-A413-F45BF8C23A77}" destId="{9321B180-B884-44A6-8AD0-A71F08A85EFC}" srcOrd="1" destOrd="0" presId="urn:microsoft.com/office/officeart/2018/2/layout/IconVerticalSolidList"/>
    <dgm:cxn modelId="{BFC2F302-30FD-41B8-A6D5-A2B4BB7C106D}" type="presParOf" srcId="{81D3E7CC-2DB2-4AE4-A413-F45BF8C23A77}" destId="{9E38AFFE-87D7-45A3-94D8-39D926E06C93}" srcOrd="2" destOrd="0" presId="urn:microsoft.com/office/officeart/2018/2/layout/IconVerticalSolidList"/>
    <dgm:cxn modelId="{968C2687-52B9-414F-8DF7-CF07B7F67C3D}" type="presParOf" srcId="{9E38AFFE-87D7-45A3-94D8-39D926E06C93}" destId="{00C4C726-9A94-4654-B1F3-84683DE9260B}" srcOrd="0" destOrd="0" presId="urn:microsoft.com/office/officeart/2018/2/layout/IconVerticalSolidList"/>
    <dgm:cxn modelId="{C9CD296B-3DC8-4BBC-A265-62E9F96A9EE8}" type="presParOf" srcId="{9E38AFFE-87D7-45A3-94D8-39D926E06C93}" destId="{BC3AD33B-C567-44B7-B053-A1D35A5B990F}" srcOrd="1" destOrd="0" presId="urn:microsoft.com/office/officeart/2018/2/layout/IconVerticalSolidList"/>
    <dgm:cxn modelId="{125D2467-B09E-4FCF-8D69-225B97135521}" type="presParOf" srcId="{9E38AFFE-87D7-45A3-94D8-39D926E06C93}" destId="{9D7878D0-2901-4413-B3EA-71D36B0D9C12}" srcOrd="2" destOrd="0" presId="urn:microsoft.com/office/officeart/2018/2/layout/IconVerticalSolidList"/>
    <dgm:cxn modelId="{DB6C4B1B-69C5-4CFE-BC83-0E029B85B607}" type="presParOf" srcId="{9E38AFFE-87D7-45A3-94D8-39D926E06C93}" destId="{7305A21D-8739-4A79-A736-3DBC2F939854}" srcOrd="3" destOrd="0" presId="urn:microsoft.com/office/officeart/2018/2/layout/IconVerticalSolidList"/>
    <dgm:cxn modelId="{E9171D25-A6B2-4C57-A511-92A8FC2579D9}" type="presParOf" srcId="{81D3E7CC-2DB2-4AE4-A413-F45BF8C23A77}" destId="{79E3129E-FC72-45D8-AEC6-D4A04C85FC03}" srcOrd="3" destOrd="0" presId="urn:microsoft.com/office/officeart/2018/2/layout/IconVerticalSolidList"/>
    <dgm:cxn modelId="{BA6DA95E-57A8-4DDD-965B-0E9833DBBD27}" type="presParOf" srcId="{81D3E7CC-2DB2-4AE4-A413-F45BF8C23A77}" destId="{2DAA000A-4170-4843-9CFF-475F3887E4D7}" srcOrd="4" destOrd="0" presId="urn:microsoft.com/office/officeart/2018/2/layout/IconVerticalSolidList"/>
    <dgm:cxn modelId="{9EB8008A-6328-4479-B79E-A2A85051FCE2}" type="presParOf" srcId="{2DAA000A-4170-4843-9CFF-475F3887E4D7}" destId="{FBFFAD5F-E07B-4363-8AFE-74766159A8C4}" srcOrd="0" destOrd="0" presId="urn:microsoft.com/office/officeart/2018/2/layout/IconVerticalSolidList"/>
    <dgm:cxn modelId="{293C3AC6-30E4-4BD4-A851-4406D6A87F4A}" type="presParOf" srcId="{2DAA000A-4170-4843-9CFF-475F3887E4D7}" destId="{5B453FEA-1F66-4A87-B048-94FA7415A1C6}" srcOrd="1" destOrd="0" presId="urn:microsoft.com/office/officeart/2018/2/layout/IconVerticalSolidList"/>
    <dgm:cxn modelId="{8E40DCBB-53ED-442B-B0F0-F330B8002DA6}" type="presParOf" srcId="{2DAA000A-4170-4843-9CFF-475F3887E4D7}" destId="{4CF1A7C5-AA8A-426B-89CA-898034285D44}" srcOrd="2" destOrd="0" presId="urn:microsoft.com/office/officeart/2018/2/layout/IconVerticalSolidList"/>
    <dgm:cxn modelId="{3449A6EA-00B9-4C6D-B101-B1CF74DBCB94}" type="presParOf" srcId="{2DAA000A-4170-4843-9CFF-475F3887E4D7}" destId="{2C49EC27-5CB8-41C9-B9F7-0F832AF4DB3A}" srcOrd="3" destOrd="0" presId="urn:microsoft.com/office/officeart/2018/2/layout/IconVerticalSolidList"/>
    <dgm:cxn modelId="{3904FEFB-120B-4E0F-91E1-22CE95534C2D}" type="presParOf" srcId="{81D3E7CC-2DB2-4AE4-A413-F45BF8C23A77}" destId="{2029E039-7B0A-41FA-941E-694970F7D804}" srcOrd="5" destOrd="0" presId="urn:microsoft.com/office/officeart/2018/2/layout/IconVerticalSolidList"/>
    <dgm:cxn modelId="{7E6F19BE-FDAE-4F65-A305-1AE007E4EB4B}" type="presParOf" srcId="{81D3E7CC-2DB2-4AE4-A413-F45BF8C23A77}" destId="{4E7B737B-5ED2-42E5-88D5-07C62FB0F34D}" srcOrd="6" destOrd="0" presId="urn:microsoft.com/office/officeart/2018/2/layout/IconVerticalSolidList"/>
    <dgm:cxn modelId="{6C117E5A-E42E-41A6-8E0F-F593D248D3C8}" type="presParOf" srcId="{4E7B737B-5ED2-42E5-88D5-07C62FB0F34D}" destId="{C28F4872-19D7-41BC-B9AB-AA2FED655CD9}" srcOrd="0" destOrd="0" presId="urn:microsoft.com/office/officeart/2018/2/layout/IconVerticalSolidList"/>
    <dgm:cxn modelId="{CD89F3B5-A5DD-4CDD-8B9B-E6F9107DF732}" type="presParOf" srcId="{4E7B737B-5ED2-42E5-88D5-07C62FB0F34D}" destId="{34AB4E61-CD94-4199-BC95-E05A322CD3DE}" srcOrd="1" destOrd="0" presId="urn:microsoft.com/office/officeart/2018/2/layout/IconVerticalSolidList"/>
    <dgm:cxn modelId="{9EC670EE-1B87-4B99-844A-CC77C05B9743}" type="presParOf" srcId="{4E7B737B-5ED2-42E5-88D5-07C62FB0F34D}" destId="{8CE028EB-2C69-4E37-90C7-CF05F4907777}" srcOrd="2" destOrd="0" presId="urn:microsoft.com/office/officeart/2018/2/layout/IconVerticalSolidList"/>
    <dgm:cxn modelId="{A1C7308B-870E-4A8D-B3E9-6A77B12F9C2E}" type="presParOf" srcId="{4E7B737B-5ED2-42E5-88D5-07C62FB0F34D}" destId="{1F2873A6-C50C-41C8-AB9F-BB3CE50595EA}" srcOrd="3" destOrd="0" presId="urn:microsoft.com/office/officeart/2018/2/layout/IconVerticalSolidList"/>
    <dgm:cxn modelId="{B79CF2EB-C73A-4B41-BDB7-CDD058B03BD2}" type="presParOf" srcId="{81D3E7CC-2DB2-4AE4-A413-F45BF8C23A77}" destId="{CD199280-3631-489A-A6E8-27E981C5BD02}" srcOrd="7" destOrd="0" presId="urn:microsoft.com/office/officeart/2018/2/layout/IconVerticalSolidList"/>
    <dgm:cxn modelId="{B9D6DB74-4981-4B09-B955-C45C5EEC30DB}" type="presParOf" srcId="{81D3E7CC-2DB2-4AE4-A413-F45BF8C23A77}" destId="{2CC82125-7453-4956-B199-CC5936032AB1}" srcOrd="8" destOrd="0" presId="urn:microsoft.com/office/officeart/2018/2/layout/IconVerticalSolidList"/>
    <dgm:cxn modelId="{A6A3087A-7E76-4B60-988D-117179E379D0}" type="presParOf" srcId="{2CC82125-7453-4956-B199-CC5936032AB1}" destId="{D337D68D-979C-4A9F-96B7-F7C722134247}" srcOrd="0" destOrd="0" presId="urn:microsoft.com/office/officeart/2018/2/layout/IconVerticalSolidList"/>
    <dgm:cxn modelId="{CD876CE6-7934-4445-A979-9525574A5F7B}" type="presParOf" srcId="{2CC82125-7453-4956-B199-CC5936032AB1}" destId="{EB8FC2A4-E62F-47E4-945C-10478549ACB6}" srcOrd="1" destOrd="0" presId="urn:microsoft.com/office/officeart/2018/2/layout/IconVerticalSolidList"/>
    <dgm:cxn modelId="{4D8A1A21-F942-4CB1-AEDC-0A4624B137B9}" type="presParOf" srcId="{2CC82125-7453-4956-B199-CC5936032AB1}" destId="{D75AC5CB-E34F-4565-988F-A95DDA32CF47}" srcOrd="2" destOrd="0" presId="urn:microsoft.com/office/officeart/2018/2/layout/IconVerticalSolidList"/>
    <dgm:cxn modelId="{985B9361-22F9-4B76-A927-13632C0D9A20}" type="presParOf" srcId="{2CC82125-7453-4956-B199-CC5936032AB1}" destId="{778C17E0-E013-40FF-87CB-3F401DAC25DD}" srcOrd="3" destOrd="0" presId="urn:microsoft.com/office/officeart/2018/2/layout/IconVerticalSolidList"/>
    <dgm:cxn modelId="{553FD1C4-92FC-4C94-A00D-A9362D1850E1}" type="presParOf" srcId="{81D3E7CC-2DB2-4AE4-A413-F45BF8C23A77}" destId="{1FF37E07-13F6-4368-BC49-8DAADF0099F7}" srcOrd="9" destOrd="0" presId="urn:microsoft.com/office/officeart/2018/2/layout/IconVerticalSolidList"/>
    <dgm:cxn modelId="{A832ED17-FF7F-46D8-B801-F6894D9B898B}" type="presParOf" srcId="{81D3E7CC-2DB2-4AE4-A413-F45BF8C23A77}" destId="{098099E3-8F13-4A3C-8DD9-E59ABD69F3DA}" srcOrd="10" destOrd="0" presId="urn:microsoft.com/office/officeart/2018/2/layout/IconVerticalSolidList"/>
    <dgm:cxn modelId="{C475B5E1-426F-4DCC-A07B-3E146E0070C5}" type="presParOf" srcId="{098099E3-8F13-4A3C-8DD9-E59ABD69F3DA}" destId="{962737A1-4B22-403E-AA3A-CA033F1C7152}" srcOrd="0" destOrd="0" presId="urn:microsoft.com/office/officeart/2018/2/layout/IconVerticalSolidList"/>
    <dgm:cxn modelId="{55537974-F7BD-4184-916F-F03EFEA0EEFB}" type="presParOf" srcId="{098099E3-8F13-4A3C-8DD9-E59ABD69F3DA}" destId="{5749E236-0046-46CE-BA6C-EC3896A4433C}" srcOrd="1" destOrd="0" presId="urn:microsoft.com/office/officeart/2018/2/layout/IconVerticalSolidList"/>
    <dgm:cxn modelId="{7FD88FE7-6BD8-4D49-AAC7-1B1CED318294}" type="presParOf" srcId="{098099E3-8F13-4A3C-8DD9-E59ABD69F3DA}" destId="{46FD2C52-8166-4590-B418-4BD587247BAF}" srcOrd="2" destOrd="0" presId="urn:microsoft.com/office/officeart/2018/2/layout/IconVerticalSolidList"/>
    <dgm:cxn modelId="{44A12DF3-92F0-4580-BA82-EE0BB24E18FD}" type="presParOf" srcId="{098099E3-8F13-4A3C-8DD9-E59ABD69F3DA}" destId="{BEECAF2B-CA12-45A1-A359-7B948C6CEF1C}" srcOrd="3" destOrd="0" presId="urn:microsoft.com/office/officeart/2018/2/layout/IconVerticalSolidList"/>
    <dgm:cxn modelId="{9DB92D51-8BA9-4D3C-90FC-96E9229975B3}" type="presParOf" srcId="{81D3E7CC-2DB2-4AE4-A413-F45BF8C23A77}" destId="{16F99398-987C-4D54-8E7C-457D9AD416FC}" srcOrd="11" destOrd="0" presId="urn:microsoft.com/office/officeart/2018/2/layout/IconVerticalSolidList"/>
    <dgm:cxn modelId="{714571A9-1BE2-4B11-83F3-BF2CF5E0FDA4}" type="presParOf" srcId="{81D3E7CC-2DB2-4AE4-A413-F45BF8C23A77}" destId="{6B5212A3-2FDF-4573-9ED6-231E68E5FB7B}" srcOrd="12" destOrd="0" presId="urn:microsoft.com/office/officeart/2018/2/layout/IconVerticalSolidList"/>
    <dgm:cxn modelId="{4BCEC899-87F1-44EF-AE0C-9AA3B913251B}" type="presParOf" srcId="{6B5212A3-2FDF-4573-9ED6-231E68E5FB7B}" destId="{9DB1EF14-2DCC-4203-863A-9C6155FFB994}" srcOrd="0" destOrd="0" presId="urn:microsoft.com/office/officeart/2018/2/layout/IconVerticalSolidList"/>
    <dgm:cxn modelId="{B2F3AD69-CB7D-41E5-96A9-5428CA99D30C}" type="presParOf" srcId="{6B5212A3-2FDF-4573-9ED6-231E68E5FB7B}" destId="{5CD3B9C7-CC67-4F99-80E7-B2299D873080}" srcOrd="1" destOrd="0" presId="urn:microsoft.com/office/officeart/2018/2/layout/IconVerticalSolidList"/>
    <dgm:cxn modelId="{C4A3F067-F21A-4523-859A-041677E9628B}" type="presParOf" srcId="{6B5212A3-2FDF-4573-9ED6-231E68E5FB7B}" destId="{AA68D97D-B9D2-4F92-9B52-97017F46BCE4}" srcOrd="2" destOrd="0" presId="urn:microsoft.com/office/officeart/2018/2/layout/IconVerticalSolidList"/>
    <dgm:cxn modelId="{C51C256F-511F-4D4F-8528-BAA0A692C26D}" type="presParOf" srcId="{6B5212A3-2FDF-4573-9ED6-231E68E5FB7B}" destId="{CE43310A-4A3A-4E57-A0EE-8FE80E5583D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4E528A6-9297-4AA8-BCC5-7B057BAD2B7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7AD603E-D6FD-455D-9636-7B6EB5F02A9A}">
      <dgm:prSet/>
      <dgm:spPr/>
      <dgm:t>
        <a:bodyPr/>
        <a:lstStyle/>
        <a:p>
          <a:r>
            <a:rPr lang="en-US"/>
            <a:t>Data Collection</a:t>
          </a:r>
        </a:p>
      </dgm:t>
    </dgm:pt>
    <dgm:pt modelId="{1DE0847B-63B8-4499-8E7B-3B59838822DB}" type="parTrans" cxnId="{AE1D7621-C746-4C66-9646-F4BC27117928}">
      <dgm:prSet/>
      <dgm:spPr/>
      <dgm:t>
        <a:bodyPr/>
        <a:lstStyle/>
        <a:p>
          <a:endParaRPr lang="en-US"/>
        </a:p>
      </dgm:t>
    </dgm:pt>
    <dgm:pt modelId="{25AFBE27-5A01-4E94-980E-B2BBAC648982}" type="sibTrans" cxnId="{AE1D7621-C746-4C66-9646-F4BC27117928}">
      <dgm:prSet/>
      <dgm:spPr/>
      <dgm:t>
        <a:bodyPr/>
        <a:lstStyle/>
        <a:p>
          <a:endParaRPr lang="en-US"/>
        </a:p>
      </dgm:t>
    </dgm:pt>
    <dgm:pt modelId="{D884D080-0BD5-4CF9-A5B1-7449B3EB8FF9}">
      <dgm:prSet/>
      <dgm:spPr/>
      <dgm:t>
        <a:bodyPr/>
        <a:lstStyle/>
        <a:p>
          <a:r>
            <a:rPr lang="en-US"/>
            <a:t>Data Preparation</a:t>
          </a:r>
        </a:p>
      </dgm:t>
    </dgm:pt>
    <dgm:pt modelId="{AD7B33E5-519E-445B-B49D-31CA8B956835}" type="parTrans" cxnId="{86BCBC80-6195-40E1-88DE-21B9A73DA04E}">
      <dgm:prSet/>
      <dgm:spPr/>
      <dgm:t>
        <a:bodyPr/>
        <a:lstStyle/>
        <a:p>
          <a:endParaRPr lang="en-US"/>
        </a:p>
      </dgm:t>
    </dgm:pt>
    <dgm:pt modelId="{1A8B292C-98A1-4A61-8326-8C6992D22FED}" type="sibTrans" cxnId="{86BCBC80-6195-40E1-88DE-21B9A73DA04E}">
      <dgm:prSet/>
      <dgm:spPr/>
      <dgm:t>
        <a:bodyPr/>
        <a:lstStyle/>
        <a:p>
          <a:endParaRPr lang="en-US"/>
        </a:p>
      </dgm:t>
    </dgm:pt>
    <dgm:pt modelId="{F5F0D68D-1EE8-4106-8AF9-9FDC073DC471}">
      <dgm:prSet/>
      <dgm:spPr/>
      <dgm:t>
        <a:bodyPr/>
        <a:lstStyle/>
        <a:p>
          <a:r>
            <a:rPr lang="en-US"/>
            <a:t>Model Training</a:t>
          </a:r>
        </a:p>
      </dgm:t>
    </dgm:pt>
    <dgm:pt modelId="{B0DE5F79-68EC-4191-A337-71CF84CA4C67}" type="parTrans" cxnId="{3D89A0D3-30E8-4639-9BA3-FF5311EFB0EE}">
      <dgm:prSet/>
      <dgm:spPr/>
      <dgm:t>
        <a:bodyPr/>
        <a:lstStyle/>
        <a:p>
          <a:endParaRPr lang="en-US"/>
        </a:p>
      </dgm:t>
    </dgm:pt>
    <dgm:pt modelId="{01B83BC4-0590-4C53-B913-900FCCA51D13}" type="sibTrans" cxnId="{3D89A0D3-30E8-4639-9BA3-FF5311EFB0EE}">
      <dgm:prSet/>
      <dgm:spPr/>
      <dgm:t>
        <a:bodyPr/>
        <a:lstStyle/>
        <a:p>
          <a:endParaRPr lang="en-US"/>
        </a:p>
      </dgm:t>
    </dgm:pt>
    <dgm:pt modelId="{8805D90C-809D-43B6-8308-3BE207D13948}">
      <dgm:prSet/>
      <dgm:spPr/>
      <dgm:t>
        <a:bodyPr/>
        <a:lstStyle/>
        <a:p>
          <a:r>
            <a:rPr lang="en-US"/>
            <a:t>Model Evaluation</a:t>
          </a:r>
        </a:p>
      </dgm:t>
    </dgm:pt>
    <dgm:pt modelId="{72401748-4966-4C14-A734-447B8DD9225B}" type="parTrans" cxnId="{2415C178-D2B3-46AA-B509-B34818C66188}">
      <dgm:prSet/>
      <dgm:spPr/>
      <dgm:t>
        <a:bodyPr/>
        <a:lstStyle/>
        <a:p>
          <a:endParaRPr lang="en-US"/>
        </a:p>
      </dgm:t>
    </dgm:pt>
    <dgm:pt modelId="{26FB7CB7-391F-4EF2-A0DF-999FA05B0743}" type="sibTrans" cxnId="{2415C178-D2B3-46AA-B509-B34818C66188}">
      <dgm:prSet/>
      <dgm:spPr/>
      <dgm:t>
        <a:bodyPr/>
        <a:lstStyle/>
        <a:p>
          <a:endParaRPr lang="en-US"/>
        </a:p>
      </dgm:t>
    </dgm:pt>
    <dgm:pt modelId="{AC98386F-5843-4FF7-B0EC-55B3EDE86FA5}">
      <dgm:prSet/>
      <dgm:spPr/>
      <dgm:t>
        <a:bodyPr/>
        <a:lstStyle/>
        <a:p>
          <a:r>
            <a:rPr lang="en-US"/>
            <a:t>Deployment and Prediction</a:t>
          </a:r>
        </a:p>
      </dgm:t>
    </dgm:pt>
    <dgm:pt modelId="{3AD6BF00-C0FB-479B-8D33-10CF3D8EC782}" type="parTrans" cxnId="{434C8762-B16F-4F23-A0FC-C4807A67CA42}">
      <dgm:prSet/>
      <dgm:spPr/>
      <dgm:t>
        <a:bodyPr/>
        <a:lstStyle/>
        <a:p>
          <a:endParaRPr lang="en-US"/>
        </a:p>
      </dgm:t>
    </dgm:pt>
    <dgm:pt modelId="{D96C1B83-A2C3-40B7-8CDF-11A880AA7CE3}" type="sibTrans" cxnId="{434C8762-B16F-4F23-A0FC-C4807A67CA42}">
      <dgm:prSet/>
      <dgm:spPr/>
      <dgm:t>
        <a:bodyPr/>
        <a:lstStyle/>
        <a:p>
          <a:endParaRPr lang="en-US"/>
        </a:p>
      </dgm:t>
    </dgm:pt>
    <dgm:pt modelId="{3788E3AA-D924-4CEE-B280-0B3A71C65B64}">
      <dgm:prSet/>
      <dgm:spPr/>
      <dgm:t>
        <a:bodyPr/>
        <a:lstStyle/>
        <a:p>
          <a:r>
            <a:rPr lang="en-US"/>
            <a:t>Great for Sales Forecasting, Product Recommendations</a:t>
          </a:r>
        </a:p>
      </dgm:t>
    </dgm:pt>
    <dgm:pt modelId="{AFD3BBCD-F110-48B9-A25A-FB8FCCD69CAD}" type="parTrans" cxnId="{FDECD7D6-7370-451A-AEF8-AA9617C300E5}">
      <dgm:prSet/>
      <dgm:spPr/>
      <dgm:t>
        <a:bodyPr/>
        <a:lstStyle/>
        <a:p>
          <a:endParaRPr lang="en-US"/>
        </a:p>
      </dgm:t>
    </dgm:pt>
    <dgm:pt modelId="{6BB60A7D-DC0C-42CE-845E-252E179004E8}" type="sibTrans" cxnId="{FDECD7D6-7370-451A-AEF8-AA9617C300E5}">
      <dgm:prSet/>
      <dgm:spPr/>
      <dgm:t>
        <a:bodyPr/>
        <a:lstStyle/>
        <a:p>
          <a:endParaRPr lang="en-US"/>
        </a:p>
      </dgm:t>
    </dgm:pt>
    <dgm:pt modelId="{471AF0F7-D70D-4360-837D-7424F1CF49DB}">
      <dgm:prSet/>
      <dgm:spPr/>
      <dgm:t>
        <a:bodyPr/>
        <a:lstStyle/>
        <a:p>
          <a:r>
            <a:rPr lang="en-US"/>
            <a:t>https://www.youtube.com/watch?v=YBJEiWDPyGs</a:t>
          </a:r>
        </a:p>
      </dgm:t>
    </dgm:pt>
    <dgm:pt modelId="{48254CFD-7AA3-49E1-99C3-5E0FB20AC906}" type="parTrans" cxnId="{4B60E35A-2F1D-4103-9043-C61DECB0AB33}">
      <dgm:prSet/>
      <dgm:spPr/>
      <dgm:t>
        <a:bodyPr/>
        <a:lstStyle/>
        <a:p>
          <a:endParaRPr lang="en-US"/>
        </a:p>
      </dgm:t>
    </dgm:pt>
    <dgm:pt modelId="{1D9457A6-0D4A-4962-B597-495E738F98A2}" type="sibTrans" cxnId="{4B60E35A-2F1D-4103-9043-C61DECB0AB33}">
      <dgm:prSet/>
      <dgm:spPr/>
      <dgm:t>
        <a:bodyPr/>
        <a:lstStyle/>
        <a:p>
          <a:endParaRPr lang="en-US"/>
        </a:p>
      </dgm:t>
    </dgm:pt>
    <dgm:pt modelId="{8586629A-727F-492B-AA1E-61A424FAF188}" type="pres">
      <dgm:prSet presAssocID="{D4E528A6-9297-4AA8-BCC5-7B057BAD2B7D}" presName="root" presStyleCnt="0">
        <dgm:presLayoutVars>
          <dgm:dir/>
          <dgm:resizeHandles val="exact"/>
        </dgm:presLayoutVars>
      </dgm:prSet>
      <dgm:spPr/>
    </dgm:pt>
    <dgm:pt modelId="{B38A30B9-4814-49C3-9D01-256A5F2DAA6C}" type="pres">
      <dgm:prSet presAssocID="{57AD603E-D6FD-455D-9636-7B6EB5F02A9A}" presName="compNode" presStyleCnt="0"/>
      <dgm:spPr/>
    </dgm:pt>
    <dgm:pt modelId="{C6407B8C-B09D-4D9D-B5F2-43D74F45B4B1}" type="pres">
      <dgm:prSet presAssocID="{57AD603E-D6FD-455D-9636-7B6EB5F02A9A}" presName="bgRect" presStyleLbl="bgShp" presStyleIdx="0" presStyleCnt="7"/>
      <dgm:spPr/>
    </dgm:pt>
    <dgm:pt modelId="{BB73466E-0231-454F-9C2F-BD6FBC3A1C00}" type="pres">
      <dgm:prSet presAssocID="{57AD603E-D6FD-455D-9636-7B6EB5F02A9A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bric Report Library"/>
        </a:ext>
      </dgm:extLst>
    </dgm:pt>
    <dgm:pt modelId="{34013A46-BB28-4078-9D6C-95DA25E21F3E}" type="pres">
      <dgm:prSet presAssocID="{57AD603E-D6FD-455D-9636-7B6EB5F02A9A}" presName="spaceRect" presStyleCnt="0"/>
      <dgm:spPr/>
    </dgm:pt>
    <dgm:pt modelId="{087ABEC7-FDBE-4B15-B100-E79C44299D9C}" type="pres">
      <dgm:prSet presAssocID="{57AD603E-D6FD-455D-9636-7B6EB5F02A9A}" presName="parTx" presStyleLbl="revTx" presStyleIdx="0" presStyleCnt="7">
        <dgm:presLayoutVars>
          <dgm:chMax val="0"/>
          <dgm:chPref val="0"/>
        </dgm:presLayoutVars>
      </dgm:prSet>
      <dgm:spPr/>
    </dgm:pt>
    <dgm:pt modelId="{7856D7AD-C7F9-4E83-B97F-F50E43109026}" type="pres">
      <dgm:prSet presAssocID="{25AFBE27-5A01-4E94-980E-B2BBAC648982}" presName="sibTrans" presStyleCnt="0"/>
      <dgm:spPr/>
    </dgm:pt>
    <dgm:pt modelId="{E59B5E2D-A925-4C44-A62E-558F539AC2DA}" type="pres">
      <dgm:prSet presAssocID="{D884D080-0BD5-4CF9-A5B1-7449B3EB8FF9}" presName="compNode" presStyleCnt="0"/>
      <dgm:spPr/>
    </dgm:pt>
    <dgm:pt modelId="{E3867787-EEB2-4643-88D7-64C75B156412}" type="pres">
      <dgm:prSet presAssocID="{D884D080-0BD5-4CF9-A5B1-7449B3EB8FF9}" presName="bgRect" presStyleLbl="bgShp" presStyleIdx="1" presStyleCnt="7"/>
      <dgm:spPr/>
    </dgm:pt>
    <dgm:pt modelId="{E4829DD3-B85E-4B4C-93D8-2B972EF8A555}" type="pres">
      <dgm:prSet presAssocID="{D884D080-0BD5-4CF9-A5B1-7449B3EB8FF9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nostic"/>
        </a:ext>
      </dgm:extLst>
    </dgm:pt>
    <dgm:pt modelId="{4DCE2DDE-926A-42BE-B99A-9210DE371541}" type="pres">
      <dgm:prSet presAssocID="{D884D080-0BD5-4CF9-A5B1-7449B3EB8FF9}" presName="spaceRect" presStyleCnt="0"/>
      <dgm:spPr/>
    </dgm:pt>
    <dgm:pt modelId="{917E7F63-3EE9-4951-BAB2-7D442ADFE895}" type="pres">
      <dgm:prSet presAssocID="{D884D080-0BD5-4CF9-A5B1-7449B3EB8FF9}" presName="parTx" presStyleLbl="revTx" presStyleIdx="1" presStyleCnt="7">
        <dgm:presLayoutVars>
          <dgm:chMax val="0"/>
          <dgm:chPref val="0"/>
        </dgm:presLayoutVars>
      </dgm:prSet>
      <dgm:spPr/>
    </dgm:pt>
    <dgm:pt modelId="{9EEE1DB0-0CF1-40F2-8123-7F03251BFE8F}" type="pres">
      <dgm:prSet presAssocID="{1A8B292C-98A1-4A61-8326-8C6992D22FED}" presName="sibTrans" presStyleCnt="0"/>
      <dgm:spPr/>
    </dgm:pt>
    <dgm:pt modelId="{D8780090-0B9D-4C6D-BF74-5468B092C094}" type="pres">
      <dgm:prSet presAssocID="{F5F0D68D-1EE8-4106-8AF9-9FDC073DC471}" presName="compNode" presStyleCnt="0"/>
      <dgm:spPr/>
    </dgm:pt>
    <dgm:pt modelId="{AE455538-0B07-4989-BE38-BD194E993319}" type="pres">
      <dgm:prSet presAssocID="{F5F0D68D-1EE8-4106-8AF9-9FDC073DC471}" presName="bgRect" presStyleLbl="bgShp" presStyleIdx="2" presStyleCnt="7"/>
      <dgm:spPr/>
    </dgm:pt>
    <dgm:pt modelId="{33014039-AB73-4D9D-9C8F-4271051A460A}" type="pres">
      <dgm:prSet presAssocID="{F5F0D68D-1EE8-4106-8AF9-9FDC073DC471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stem"/>
        </a:ext>
      </dgm:extLst>
    </dgm:pt>
    <dgm:pt modelId="{4BDC17E2-BE50-45BC-A13B-15A7A32CF5E9}" type="pres">
      <dgm:prSet presAssocID="{F5F0D68D-1EE8-4106-8AF9-9FDC073DC471}" presName="spaceRect" presStyleCnt="0"/>
      <dgm:spPr/>
    </dgm:pt>
    <dgm:pt modelId="{AB210F82-42B6-4BA0-B335-8D2EFEE719F9}" type="pres">
      <dgm:prSet presAssocID="{F5F0D68D-1EE8-4106-8AF9-9FDC073DC471}" presName="parTx" presStyleLbl="revTx" presStyleIdx="2" presStyleCnt="7">
        <dgm:presLayoutVars>
          <dgm:chMax val="0"/>
          <dgm:chPref val="0"/>
        </dgm:presLayoutVars>
      </dgm:prSet>
      <dgm:spPr/>
    </dgm:pt>
    <dgm:pt modelId="{263366FB-FE49-46AB-8B68-79C54463C7FA}" type="pres">
      <dgm:prSet presAssocID="{01B83BC4-0590-4C53-B913-900FCCA51D13}" presName="sibTrans" presStyleCnt="0"/>
      <dgm:spPr/>
    </dgm:pt>
    <dgm:pt modelId="{E45FE53C-E4C6-4AAE-92F3-33545EF140FC}" type="pres">
      <dgm:prSet presAssocID="{8805D90C-809D-43B6-8308-3BE207D13948}" presName="compNode" presStyleCnt="0"/>
      <dgm:spPr/>
    </dgm:pt>
    <dgm:pt modelId="{1A01784B-2B33-4F35-A108-1B0C5F365826}" type="pres">
      <dgm:prSet presAssocID="{8805D90C-809D-43B6-8308-3BE207D13948}" presName="bgRect" presStyleLbl="bgShp" presStyleIdx="3" presStyleCnt="7"/>
      <dgm:spPr/>
    </dgm:pt>
    <dgm:pt modelId="{5ED054FD-A62F-41EF-84A9-B2437EE37C81}" type="pres">
      <dgm:prSet presAssocID="{8805D90C-809D-43B6-8308-3BE207D13948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A3A23FD-B1DC-4D68-9BE5-D09E90934200}" type="pres">
      <dgm:prSet presAssocID="{8805D90C-809D-43B6-8308-3BE207D13948}" presName="spaceRect" presStyleCnt="0"/>
      <dgm:spPr/>
    </dgm:pt>
    <dgm:pt modelId="{64EC2866-1BEF-45C7-8F6F-0059D1A7938D}" type="pres">
      <dgm:prSet presAssocID="{8805D90C-809D-43B6-8308-3BE207D13948}" presName="parTx" presStyleLbl="revTx" presStyleIdx="3" presStyleCnt="7">
        <dgm:presLayoutVars>
          <dgm:chMax val="0"/>
          <dgm:chPref val="0"/>
        </dgm:presLayoutVars>
      </dgm:prSet>
      <dgm:spPr/>
    </dgm:pt>
    <dgm:pt modelId="{9C87939D-B086-4C94-8898-32B30FA38D98}" type="pres">
      <dgm:prSet presAssocID="{26FB7CB7-391F-4EF2-A0DF-999FA05B0743}" presName="sibTrans" presStyleCnt="0"/>
      <dgm:spPr/>
    </dgm:pt>
    <dgm:pt modelId="{691E1DA2-E55B-452C-9BB5-5CF97067C04F}" type="pres">
      <dgm:prSet presAssocID="{AC98386F-5843-4FF7-B0EC-55B3EDE86FA5}" presName="compNode" presStyleCnt="0"/>
      <dgm:spPr/>
    </dgm:pt>
    <dgm:pt modelId="{543D481C-E8B2-4187-ABD9-719C272DAAB3}" type="pres">
      <dgm:prSet presAssocID="{AC98386F-5843-4FF7-B0EC-55B3EDE86FA5}" presName="bgRect" presStyleLbl="bgShp" presStyleIdx="4" presStyleCnt="7"/>
      <dgm:spPr/>
    </dgm:pt>
    <dgm:pt modelId="{8004F4CE-DC05-4D89-8B40-6E200F0C6420}" type="pres">
      <dgm:prSet presAssocID="{AC98386F-5843-4FF7-B0EC-55B3EDE86FA5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ploy"/>
        </a:ext>
      </dgm:extLst>
    </dgm:pt>
    <dgm:pt modelId="{3FD95A5F-ED52-4051-B8ED-F773B7FAB752}" type="pres">
      <dgm:prSet presAssocID="{AC98386F-5843-4FF7-B0EC-55B3EDE86FA5}" presName="spaceRect" presStyleCnt="0"/>
      <dgm:spPr/>
    </dgm:pt>
    <dgm:pt modelId="{3D83C718-717D-43BB-A061-A1CB3025118D}" type="pres">
      <dgm:prSet presAssocID="{AC98386F-5843-4FF7-B0EC-55B3EDE86FA5}" presName="parTx" presStyleLbl="revTx" presStyleIdx="4" presStyleCnt="7">
        <dgm:presLayoutVars>
          <dgm:chMax val="0"/>
          <dgm:chPref val="0"/>
        </dgm:presLayoutVars>
      </dgm:prSet>
      <dgm:spPr/>
    </dgm:pt>
    <dgm:pt modelId="{EFFD1B42-4F93-40D0-9B51-83B5160D5472}" type="pres">
      <dgm:prSet presAssocID="{D96C1B83-A2C3-40B7-8CDF-11A880AA7CE3}" presName="sibTrans" presStyleCnt="0"/>
      <dgm:spPr/>
    </dgm:pt>
    <dgm:pt modelId="{9ADC8B83-3442-484C-861A-A1BF712ACBC7}" type="pres">
      <dgm:prSet presAssocID="{3788E3AA-D924-4CEE-B280-0B3A71C65B64}" presName="compNode" presStyleCnt="0"/>
      <dgm:spPr/>
    </dgm:pt>
    <dgm:pt modelId="{06BDAF68-611C-4B79-802F-15ECBEFDDDC4}" type="pres">
      <dgm:prSet presAssocID="{3788E3AA-D924-4CEE-B280-0B3A71C65B64}" presName="bgRect" presStyleLbl="bgShp" presStyleIdx="5" presStyleCnt="7"/>
      <dgm:spPr/>
    </dgm:pt>
    <dgm:pt modelId="{35605368-DDBA-40B3-B847-73B6CAE89FD1}" type="pres">
      <dgm:prSet presAssocID="{3788E3AA-D924-4CEE-B280-0B3A71C65B64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M Customer Insights App"/>
        </a:ext>
      </dgm:extLst>
    </dgm:pt>
    <dgm:pt modelId="{3AE9F22B-5FF7-466D-B363-2F1F1B3B7C9C}" type="pres">
      <dgm:prSet presAssocID="{3788E3AA-D924-4CEE-B280-0B3A71C65B64}" presName="spaceRect" presStyleCnt="0"/>
      <dgm:spPr/>
    </dgm:pt>
    <dgm:pt modelId="{CB65BCA2-2C2D-46D1-A31B-83D02B16376F}" type="pres">
      <dgm:prSet presAssocID="{3788E3AA-D924-4CEE-B280-0B3A71C65B64}" presName="parTx" presStyleLbl="revTx" presStyleIdx="5" presStyleCnt="7">
        <dgm:presLayoutVars>
          <dgm:chMax val="0"/>
          <dgm:chPref val="0"/>
        </dgm:presLayoutVars>
      </dgm:prSet>
      <dgm:spPr/>
    </dgm:pt>
    <dgm:pt modelId="{C3182007-D1A1-4B08-9D13-7876EC68A56E}" type="pres">
      <dgm:prSet presAssocID="{6BB60A7D-DC0C-42CE-845E-252E179004E8}" presName="sibTrans" presStyleCnt="0"/>
      <dgm:spPr/>
    </dgm:pt>
    <dgm:pt modelId="{97EA1FA3-76B3-46A7-965B-147D4BD71A3E}" type="pres">
      <dgm:prSet presAssocID="{471AF0F7-D70D-4360-837D-7424F1CF49DB}" presName="compNode" presStyleCnt="0"/>
      <dgm:spPr/>
    </dgm:pt>
    <dgm:pt modelId="{5E55CA79-E7AE-46AE-B8B7-9B89A040C1B3}" type="pres">
      <dgm:prSet presAssocID="{471AF0F7-D70D-4360-837D-7424F1CF49DB}" presName="bgRect" presStyleLbl="bgShp" presStyleIdx="6" presStyleCnt="7"/>
      <dgm:spPr/>
    </dgm:pt>
    <dgm:pt modelId="{DE1390E2-E11D-4575-B09B-A555B2F94C0C}" type="pres">
      <dgm:prSet presAssocID="{471AF0F7-D70D-4360-837D-7424F1CF49DB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i"/>
        </a:ext>
      </dgm:extLst>
    </dgm:pt>
    <dgm:pt modelId="{7AF67F78-CB92-4DA4-A6C3-BECA647C04DF}" type="pres">
      <dgm:prSet presAssocID="{471AF0F7-D70D-4360-837D-7424F1CF49DB}" presName="spaceRect" presStyleCnt="0"/>
      <dgm:spPr/>
    </dgm:pt>
    <dgm:pt modelId="{5E444DF3-E493-4E84-BA7B-6037327DC4FE}" type="pres">
      <dgm:prSet presAssocID="{471AF0F7-D70D-4360-837D-7424F1CF49DB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C2B1C903-B41C-47FB-B8D8-6CD499662D64}" type="presOf" srcId="{3788E3AA-D924-4CEE-B280-0B3A71C65B64}" destId="{CB65BCA2-2C2D-46D1-A31B-83D02B16376F}" srcOrd="0" destOrd="0" presId="urn:microsoft.com/office/officeart/2018/2/layout/IconVerticalSolidList"/>
    <dgm:cxn modelId="{9F420F1C-D5B0-4DBF-9C30-632BE1630E83}" type="presOf" srcId="{D884D080-0BD5-4CF9-A5B1-7449B3EB8FF9}" destId="{917E7F63-3EE9-4951-BAB2-7D442ADFE895}" srcOrd="0" destOrd="0" presId="urn:microsoft.com/office/officeart/2018/2/layout/IconVerticalSolidList"/>
    <dgm:cxn modelId="{AE1D7621-C746-4C66-9646-F4BC27117928}" srcId="{D4E528A6-9297-4AA8-BCC5-7B057BAD2B7D}" destId="{57AD603E-D6FD-455D-9636-7B6EB5F02A9A}" srcOrd="0" destOrd="0" parTransId="{1DE0847B-63B8-4499-8E7B-3B59838822DB}" sibTransId="{25AFBE27-5A01-4E94-980E-B2BBAC648982}"/>
    <dgm:cxn modelId="{E8BC2141-77C0-49DA-8058-DF7535C84E68}" type="presOf" srcId="{D4E528A6-9297-4AA8-BCC5-7B057BAD2B7D}" destId="{8586629A-727F-492B-AA1E-61A424FAF188}" srcOrd="0" destOrd="0" presId="urn:microsoft.com/office/officeart/2018/2/layout/IconVerticalSolidList"/>
    <dgm:cxn modelId="{361ABD41-3D08-4A65-B2C2-655E5C23EEF5}" type="presOf" srcId="{F5F0D68D-1EE8-4106-8AF9-9FDC073DC471}" destId="{AB210F82-42B6-4BA0-B335-8D2EFEE719F9}" srcOrd="0" destOrd="0" presId="urn:microsoft.com/office/officeart/2018/2/layout/IconVerticalSolidList"/>
    <dgm:cxn modelId="{434C8762-B16F-4F23-A0FC-C4807A67CA42}" srcId="{D4E528A6-9297-4AA8-BCC5-7B057BAD2B7D}" destId="{AC98386F-5843-4FF7-B0EC-55B3EDE86FA5}" srcOrd="4" destOrd="0" parTransId="{3AD6BF00-C0FB-479B-8D33-10CF3D8EC782}" sibTransId="{D96C1B83-A2C3-40B7-8CDF-11A880AA7CE3}"/>
    <dgm:cxn modelId="{2415C178-D2B3-46AA-B509-B34818C66188}" srcId="{D4E528A6-9297-4AA8-BCC5-7B057BAD2B7D}" destId="{8805D90C-809D-43B6-8308-3BE207D13948}" srcOrd="3" destOrd="0" parTransId="{72401748-4966-4C14-A734-447B8DD9225B}" sibTransId="{26FB7CB7-391F-4EF2-A0DF-999FA05B0743}"/>
    <dgm:cxn modelId="{4B60E35A-2F1D-4103-9043-C61DECB0AB33}" srcId="{D4E528A6-9297-4AA8-BCC5-7B057BAD2B7D}" destId="{471AF0F7-D70D-4360-837D-7424F1CF49DB}" srcOrd="6" destOrd="0" parTransId="{48254CFD-7AA3-49E1-99C3-5E0FB20AC906}" sibTransId="{1D9457A6-0D4A-4962-B597-495E738F98A2}"/>
    <dgm:cxn modelId="{86BCBC80-6195-40E1-88DE-21B9A73DA04E}" srcId="{D4E528A6-9297-4AA8-BCC5-7B057BAD2B7D}" destId="{D884D080-0BD5-4CF9-A5B1-7449B3EB8FF9}" srcOrd="1" destOrd="0" parTransId="{AD7B33E5-519E-445B-B49D-31CA8B956835}" sibTransId="{1A8B292C-98A1-4A61-8326-8C6992D22FED}"/>
    <dgm:cxn modelId="{21D32A91-C3E0-408D-B63F-17A17DB12C02}" type="presOf" srcId="{AC98386F-5843-4FF7-B0EC-55B3EDE86FA5}" destId="{3D83C718-717D-43BB-A061-A1CB3025118D}" srcOrd="0" destOrd="0" presId="urn:microsoft.com/office/officeart/2018/2/layout/IconVerticalSolidList"/>
    <dgm:cxn modelId="{A7741CA4-0D60-458D-A087-537A005A8645}" type="presOf" srcId="{8805D90C-809D-43B6-8308-3BE207D13948}" destId="{64EC2866-1BEF-45C7-8F6F-0059D1A7938D}" srcOrd="0" destOrd="0" presId="urn:microsoft.com/office/officeart/2018/2/layout/IconVerticalSolidList"/>
    <dgm:cxn modelId="{DB0BC7B1-4948-4D13-B490-63D232E4DEE9}" type="presOf" srcId="{57AD603E-D6FD-455D-9636-7B6EB5F02A9A}" destId="{087ABEC7-FDBE-4B15-B100-E79C44299D9C}" srcOrd="0" destOrd="0" presId="urn:microsoft.com/office/officeart/2018/2/layout/IconVerticalSolidList"/>
    <dgm:cxn modelId="{3D89A0D3-30E8-4639-9BA3-FF5311EFB0EE}" srcId="{D4E528A6-9297-4AA8-BCC5-7B057BAD2B7D}" destId="{F5F0D68D-1EE8-4106-8AF9-9FDC073DC471}" srcOrd="2" destOrd="0" parTransId="{B0DE5F79-68EC-4191-A337-71CF84CA4C67}" sibTransId="{01B83BC4-0590-4C53-B913-900FCCA51D13}"/>
    <dgm:cxn modelId="{FDECD7D6-7370-451A-AEF8-AA9617C300E5}" srcId="{D4E528A6-9297-4AA8-BCC5-7B057BAD2B7D}" destId="{3788E3AA-D924-4CEE-B280-0B3A71C65B64}" srcOrd="5" destOrd="0" parTransId="{AFD3BBCD-F110-48B9-A25A-FB8FCCD69CAD}" sibTransId="{6BB60A7D-DC0C-42CE-845E-252E179004E8}"/>
    <dgm:cxn modelId="{EC5BD9E6-CFC2-4348-9BF3-1DF3857397D6}" type="presOf" srcId="{471AF0F7-D70D-4360-837D-7424F1CF49DB}" destId="{5E444DF3-E493-4E84-BA7B-6037327DC4FE}" srcOrd="0" destOrd="0" presId="urn:microsoft.com/office/officeart/2018/2/layout/IconVerticalSolidList"/>
    <dgm:cxn modelId="{A99016E2-8619-4249-8B1C-7CBC1392C669}" type="presParOf" srcId="{8586629A-727F-492B-AA1E-61A424FAF188}" destId="{B38A30B9-4814-49C3-9D01-256A5F2DAA6C}" srcOrd="0" destOrd="0" presId="urn:microsoft.com/office/officeart/2018/2/layout/IconVerticalSolidList"/>
    <dgm:cxn modelId="{85EAEEC4-0AAF-42D6-88C1-2177F40A8862}" type="presParOf" srcId="{B38A30B9-4814-49C3-9D01-256A5F2DAA6C}" destId="{C6407B8C-B09D-4D9D-B5F2-43D74F45B4B1}" srcOrd="0" destOrd="0" presId="urn:microsoft.com/office/officeart/2018/2/layout/IconVerticalSolidList"/>
    <dgm:cxn modelId="{0101BD9A-2FFA-4ADC-98F2-BA18D5E65B17}" type="presParOf" srcId="{B38A30B9-4814-49C3-9D01-256A5F2DAA6C}" destId="{BB73466E-0231-454F-9C2F-BD6FBC3A1C00}" srcOrd="1" destOrd="0" presId="urn:microsoft.com/office/officeart/2018/2/layout/IconVerticalSolidList"/>
    <dgm:cxn modelId="{7AC710DC-A178-49C0-AD33-037C36845C98}" type="presParOf" srcId="{B38A30B9-4814-49C3-9D01-256A5F2DAA6C}" destId="{34013A46-BB28-4078-9D6C-95DA25E21F3E}" srcOrd="2" destOrd="0" presId="urn:microsoft.com/office/officeart/2018/2/layout/IconVerticalSolidList"/>
    <dgm:cxn modelId="{0C4AEE59-AA10-4CE2-A47F-B4E9005BCB1E}" type="presParOf" srcId="{B38A30B9-4814-49C3-9D01-256A5F2DAA6C}" destId="{087ABEC7-FDBE-4B15-B100-E79C44299D9C}" srcOrd="3" destOrd="0" presId="urn:microsoft.com/office/officeart/2018/2/layout/IconVerticalSolidList"/>
    <dgm:cxn modelId="{92362D91-9020-4013-90B0-6BE3C7686280}" type="presParOf" srcId="{8586629A-727F-492B-AA1E-61A424FAF188}" destId="{7856D7AD-C7F9-4E83-B97F-F50E43109026}" srcOrd="1" destOrd="0" presId="urn:microsoft.com/office/officeart/2018/2/layout/IconVerticalSolidList"/>
    <dgm:cxn modelId="{68E61BB1-2752-47E5-A960-24ABAB4CFE43}" type="presParOf" srcId="{8586629A-727F-492B-AA1E-61A424FAF188}" destId="{E59B5E2D-A925-4C44-A62E-558F539AC2DA}" srcOrd="2" destOrd="0" presId="urn:microsoft.com/office/officeart/2018/2/layout/IconVerticalSolidList"/>
    <dgm:cxn modelId="{12D63EC3-72D2-4C9A-AA52-3D5C80CE3161}" type="presParOf" srcId="{E59B5E2D-A925-4C44-A62E-558F539AC2DA}" destId="{E3867787-EEB2-4643-88D7-64C75B156412}" srcOrd="0" destOrd="0" presId="urn:microsoft.com/office/officeart/2018/2/layout/IconVerticalSolidList"/>
    <dgm:cxn modelId="{B8C3EF2C-0AC8-4B79-9F19-2833F1CBD489}" type="presParOf" srcId="{E59B5E2D-A925-4C44-A62E-558F539AC2DA}" destId="{E4829DD3-B85E-4B4C-93D8-2B972EF8A555}" srcOrd="1" destOrd="0" presId="urn:microsoft.com/office/officeart/2018/2/layout/IconVerticalSolidList"/>
    <dgm:cxn modelId="{FCEBC63F-7F34-41B1-B796-9FFEF57D3E93}" type="presParOf" srcId="{E59B5E2D-A925-4C44-A62E-558F539AC2DA}" destId="{4DCE2DDE-926A-42BE-B99A-9210DE371541}" srcOrd="2" destOrd="0" presId="urn:microsoft.com/office/officeart/2018/2/layout/IconVerticalSolidList"/>
    <dgm:cxn modelId="{9EC5DFCC-48B4-4A21-A6E1-FEB5E4DC5546}" type="presParOf" srcId="{E59B5E2D-A925-4C44-A62E-558F539AC2DA}" destId="{917E7F63-3EE9-4951-BAB2-7D442ADFE895}" srcOrd="3" destOrd="0" presId="urn:microsoft.com/office/officeart/2018/2/layout/IconVerticalSolidList"/>
    <dgm:cxn modelId="{19A3624C-A260-4E22-95AA-36E8B08BE9BE}" type="presParOf" srcId="{8586629A-727F-492B-AA1E-61A424FAF188}" destId="{9EEE1DB0-0CF1-40F2-8123-7F03251BFE8F}" srcOrd="3" destOrd="0" presId="urn:microsoft.com/office/officeart/2018/2/layout/IconVerticalSolidList"/>
    <dgm:cxn modelId="{1F609793-CDD6-448F-BAE6-D5181C361C8B}" type="presParOf" srcId="{8586629A-727F-492B-AA1E-61A424FAF188}" destId="{D8780090-0B9D-4C6D-BF74-5468B092C094}" srcOrd="4" destOrd="0" presId="urn:microsoft.com/office/officeart/2018/2/layout/IconVerticalSolidList"/>
    <dgm:cxn modelId="{569B4D02-1AFC-461E-AE61-B8DF697A589B}" type="presParOf" srcId="{D8780090-0B9D-4C6D-BF74-5468B092C094}" destId="{AE455538-0B07-4989-BE38-BD194E993319}" srcOrd="0" destOrd="0" presId="urn:microsoft.com/office/officeart/2018/2/layout/IconVerticalSolidList"/>
    <dgm:cxn modelId="{97F54657-8EAC-4595-B1D5-90C257DF541D}" type="presParOf" srcId="{D8780090-0B9D-4C6D-BF74-5468B092C094}" destId="{33014039-AB73-4D9D-9C8F-4271051A460A}" srcOrd="1" destOrd="0" presId="urn:microsoft.com/office/officeart/2018/2/layout/IconVerticalSolidList"/>
    <dgm:cxn modelId="{D04AF333-F345-4C0C-9063-EA590E506BA8}" type="presParOf" srcId="{D8780090-0B9D-4C6D-BF74-5468B092C094}" destId="{4BDC17E2-BE50-45BC-A13B-15A7A32CF5E9}" srcOrd="2" destOrd="0" presId="urn:microsoft.com/office/officeart/2018/2/layout/IconVerticalSolidList"/>
    <dgm:cxn modelId="{99AAD9C2-E3BC-4BE1-9B7A-E57832E846EA}" type="presParOf" srcId="{D8780090-0B9D-4C6D-BF74-5468B092C094}" destId="{AB210F82-42B6-4BA0-B335-8D2EFEE719F9}" srcOrd="3" destOrd="0" presId="urn:microsoft.com/office/officeart/2018/2/layout/IconVerticalSolidList"/>
    <dgm:cxn modelId="{C4CC41C2-A973-428C-A1D5-FA0E5D3B8918}" type="presParOf" srcId="{8586629A-727F-492B-AA1E-61A424FAF188}" destId="{263366FB-FE49-46AB-8B68-79C54463C7FA}" srcOrd="5" destOrd="0" presId="urn:microsoft.com/office/officeart/2018/2/layout/IconVerticalSolidList"/>
    <dgm:cxn modelId="{BD62644B-976C-423F-B065-B8C5C7BE6EC0}" type="presParOf" srcId="{8586629A-727F-492B-AA1E-61A424FAF188}" destId="{E45FE53C-E4C6-4AAE-92F3-33545EF140FC}" srcOrd="6" destOrd="0" presId="urn:microsoft.com/office/officeart/2018/2/layout/IconVerticalSolidList"/>
    <dgm:cxn modelId="{B02E40F1-F071-404B-B6C6-592430F9EA54}" type="presParOf" srcId="{E45FE53C-E4C6-4AAE-92F3-33545EF140FC}" destId="{1A01784B-2B33-4F35-A108-1B0C5F365826}" srcOrd="0" destOrd="0" presId="urn:microsoft.com/office/officeart/2018/2/layout/IconVerticalSolidList"/>
    <dgm:cxn modelId="{1822D5E2-2392-47B8-A756-AE4F098FF11A}" type="presParOf" srcId="{E45FE53C-E4C6-4AAE-92F3-33545EF140FC}" destId="{5ED054FD-A62F-41EF-84A9-B2437EE37C81}" srcOrd="1" destOrd="0" presId="urn:microsoft.com/office/officeart/2018/2/layout/IconVerticalSolidList"/>
    <dgm:cxn modelId="{3C078667-F812-459B-8EAA-B90DA38C669C}" type="presParOf" srcId="{E45FE53C-E4C6-4AAE-92F3-33545EF140FC}" destId="{FA3A23FD-B1DC-4D68-9BE5-D09E90934200}" srcOrd="2" destOrd="0" presId="urn:microsoft.com/office/officeart/2018/2/layout/IconVerticalSolidList"/>
    <dgm:cxn modelId="{207C7433-DB49-4956-9B08-4967CE6783A4}" type="presParOf" srcId="{E45FE53C-E4C6-4AAE-92F3-33545EF140FC}" destId="{64EC2866-1BEF-45C7-8F6F-0059D1A7938D}" srcOrd="3" destOrd="0" presId="urn:microsoft.com/office/officeart/2018/2/layout/IconVerticalSolidList"/>
    <dgm:cxn modelId="{39DB0DC7-3CC7-450A-8108-9764E8459766}" type="presParOf" srcId="{8586629A-727F-492B-AA1E-61A424FAF188}" destId="{9C87939D-B086-4C94-8898-32B30FA38D98}" srcOrd="7" destOrd="0" presId="urn:microsoft.com/office/officeart/2018/2/layout/IconVerticalSolidList"/>
    <dgm:cxn modelId="{DCFD93D6-7B61-4448-B03D-02DB282DBD31}" type="presParOf" srcId="{8586629A-727F-492B-AA1E-61A424FAF188}" destId="{691E1DA2-E55B-452C-9BB5-5CF97067C04F}" srcOrd="8" destOrd="0" presId="urn:microsoft.com/office/officeart/2018/2/layout/IconVerticalSolidList"/>
    <dgm:cxn modelId="{C31BAF16-C094-46CA-AEE9-47314D6F0097}" type="presParOf" srcId="{691E1DA2-E55B-452C-9BB5-5CF97067C04F}" destId="{543D481C-E8B2-4187-ABD9-719C272DAAB3}" srcOrd="0" destOrd="0" presId="urn:microsoft.com/office/officeart/2018/2/layout/IconVerticalSolidList"/>
    <dgm:cxn modelId="{17356644-96E1-4CD1-A912-43CE2A68924C}" type="presParOf" srcId="{691E1DA2-E55B-452C-9BB5-5CF97067C04F}" destId="{8004F4CE-DC05-4D89-8B40-6E200F0C6420}" srcOrd="1" destOrd="0" presId="urn:microsoft.com/office/officeart/2018/2/layout/IconVerticalSolidList"/>
    <dgm:cxn modelId="{7C678706-2FFA-464F-B962-722F9C65D2BE}" type="presParOf" srcId="{691E1DA2-E55B-452C-9BB5-5CF97067C04F}" destId="{3FD95A5F-ED52-4051-B8ED-F773B7FAB752}" srcOrd="2" destOrd="0" presId="urn:microsoft.com/office/officeart/2018/2/layout/IconVerticalSolidList"/>
    <dgm:cxn modelId="{43DB4B47-2585-460F-B55E-B655049CEE9E}" type="presParOf" srcId="{691E1DA2-E55B-452C-9BB5-5CF97067C04F}" destId="{3D83C718-717D-43BB-A061-A1CB3025118D}" srcOrd="3" destOrd="0" presId="urn:microsoft.com/office/officeart/2018/2/layout/IconVerticalSolidList"/>
    <dgm:cxn modelId="{3A2B8EC9-616A-4FD0-AC00-8B81D5EEAB10}" type="presParOf" srcId="{8586629A-727F-492B-AA1E-61A424FAF188}" destId="{EFFD1B42-4F93-40D0-9B51-83B5160D5472}" srcOrd="9" destOrd="0" presId="urn:microsoft.com/office/officeart/2018/2/layout/IconVerticalSolidList"/>
    <dgm:cxn modelId="{601B926C-9138-491E-B542-F3956C51C849}" type="presParOf" srcId="{8586629A-727F-492B-AA1E-61A424FAF188}" destId="{9ADC8B83-3442-484C-861A-A1BF712ACBC7}" srcOrd="10" destOrd="0" presId="urn:microsoft.com/office/officeart/2018/2/layout/IconVerticalSolidList"/>
    <dgm:cxn modelId="{0706ECB9-8CC7-4651-B47C-BC55A96BA1EC}" type="presParOf" srcId="{9ADC8B83-3442-484C-861A-A1BF712ACBC7}" destId="{06BDAF68-611C-4B79-802F-15ECBEFDDDC4}" srcOrd="0" destOrd="0" presId="urn:microsoft.com/office/officeart/2018/2/layout/IconVerticalSolidList"/>
    <dgm:cxn modelId="{3A2E631D-F358-4134-A6E4-C1D80314472B}" type="presParOf" srcId="{9ADC8B83-3442-484C-861A-A1BF712ACBC7}" destId="{35605368-DDBA-40B3-B847-73B6CAE89FD1}" srcOrd="1" destOrd="0" presId="urn:microsoft.com/office/officeart/2018/2/layout/IconVerticalSolidList"/>
    <dgm:cxn modelId="{6A144938-58C9-4FA1-B4B6-02666AC38577}" type="presParOf" srcId="{9ADC8B83-3442-484C-861A-A1BF712ACBC7}" destId="{3AE9F22B-5FF7-466D-B363-2F1F1B3B7C9C}" srcOrd="2" destOrd="0" presId="urn:microsoft.com/office/officeart/2018/2/layout/IconVerticalSolidList"/>
    <dgm:cxn modelId="{A03CFBE8-3215-4D0F-A687-DC890376B511}" type="presParOf" srcId="{9ADC8B83-3442-484C-861A-A1BF712ACBC7}" destId="{CB65BCA2-2C2D-46D1-A31B-83D02B16376F}" srcOrd="3" destOrd="0" presId="urn:microsoft.com/office/officeart/2018/2/layout/IconVerticalSolidList"/>
    <dgm:cxn modelId="{D9BD37B5-0B42-448A-81E8-2859B73785DF}" type="presParOf" srcId="{8586629A-727F-492B-AA1E-61A424FAF188}" destId="{C3182007-D1A1-4B08-9D13-7876EC68A56E}" srcOrd="11" destOrd="0" presId="urn:microsoft.com/office/officeart/2018/2/layout/IconVerticalSolidList"/>
    <dgm:cxn modelId="{59684426-2D94-4410-8DC5-59DECB05DAFC}" type="presParOf" srcId="{8586629A-727F-492B-AA1E-61A424FAF188}" destId="{97EA1FA3-76B3-46A7-965B-147D4BD71A3E}" srcOrd="12" destOrd="0" presId="urn:microsoft.com/office/officeart/2018/2/layout/IconVerticalSolidList"/>
    <dgm:cxn modelId="{DB973244-7D09-4A65-AC7A-EACA7E16FB4E}" type="presParOf" srcId="{97EA1FA3-76B3-46A7-965B-147D4BD71A3E}" destId="{5E55CA79-E7AE-46AE-B8B7-9B89A040C1B3}" srcOrd="0" destOrd="0" presId="urn:microsoft.com/office/officeart/2018/2/layout/IconVerticalSolidList"/>
    <dgm:cxn modelId="{19963658-95B6-41B8-9624-360F166FBBEC}" type="presParOf" srcId="{97EA1FA3-76B3-46A7-965B-147D4BD71A3E}" destId="{DE1390E2-E11D-4575-B09B-A555B2F94C0C}" srcOrd="1" destOrd="0" presId="urn:microsoft.com/office/officeart/2018/2/layout/IconVerticalSolidList"/>
    <dgm:cxn modelId="{746F0595-9E4E-4577-A6B8-56D372ABF0E2}" type="presParOf" srcId="{97EA1FA3-76B3-46A7-965B-147D4BD71A3E}" destId="{7AF67F78-CB92-4DA4-A6C3-BECA647C04DF}" srcOrd="2" destOrd="0" presId="urn:microsoft.com/office/officeart/2018/2/layout/IconVerticalSolidList"/>
    <dgm:cxn modelId="{D57C2BAC-D2E4-4220-8BA4-8912371D089C}" type="presParOf" srcId="{97EA1FA3-76B3-46A7-965B-147D4BD71A3E}" destId="{5E444DF3-E493-4E84-BA7B-6037327DC4F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3FFBF6-2618-4280-93E3-72A51CAB6D1D}">
      <dsp:nvSpPr>
        <dsp:cNvPr id="0" name=""/>
        <dsp:cNvSpPr/>
      </dsp:nvSpPr>
      <dsp:spPr>
        <a:xfrm>
          <a:off x="0" y="46943"/>
          <a:ext cx="6451943" cy="15912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We wont see many questions on AI on TECH+</a:t>
          </a:r>
        </a:p>
      </dsp:txBody>
      <dsp:txXfrm>
        <a:off x="77676" y="124619"/>
        <a:ext cx="6296591" cy="1435848"/>
      </dsp:txXfrm>
    </dsp:sp>
    <dsp:sp modelId="{D1711CF3-4519-4DF8-AE57-3ECE2BBBE4A2}">
      <dsp:nvSpPr>
        <dsp:cNvPr id="0" name=""/>
        <dsp:cNvSpPr/>
      </dsp:nvSpPr>
      <dsp:spPr>
        <a:xfrm>
          <a:off x="0" y="1753343"/>
          <a:ext cx="6451943" cy="1591200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What we will see will entail:</a:t>
          </a:r>
        </a:p>
      </dsp:txBody>
      <dsp:txXfrm>
        <a:off x="77676" y="1831019"/>
        <a:ext cx="6296591" cy="1435848"/>
      </dsp:txXfrm>
    </dsp:sp>
    <dsp:sp modelId="{E6233432-CE75-4AE5-81A4-60CB58B3A474}">
      <dsp:nvSpPr>
        <dsp:cNvPr id="0" name=""/>
        <dsp:cNvSpPr/>
      </dsp:nvSpPr>
      <dsp:spPr>
        <a:xfrm>
          <a:off x="0" y="3344543"/>
          <a:ext cx="6451943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4849" tIns="50800" rIns="284480" bIns="50800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100" kern="1200"/>
            <a:t>Chatbots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100" kern="1200" dirty="0"/>
            <a:t>Assistants</a:t>
          </a:r>
        </a:p>
      </dsp:txBody>
      <dsp:txXfrm>
        <a:off x="0" y="3344543"/>
        <a:ext cx="6451943" cy="10764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BA1F34-E11E-437B-9769-5640756B5609}">
      <dsp:nvSpPr>
        <dsp:cNvPr id="0" name=""/>
        <dsp:cNvSpPr/>
      </dsp:nvSpPr>
      <dsp:spPr>
        <a:xfrm>
          <a:off x="0" y="47625"/>
          <a:ext cx="9872871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Designed to mimic human conversations</a:t>
          </a:r>
        </a:p>
      </dsp:txBody>
      <dsp:txXfrm>
        <a:off x="35125" y="82750"/>
        <a:ext cx="9802621" cy="649299"/>
      </dsp:txXfrm>
    </dsp:sp>
    <dsp:sp modelId="{EEA4B465-D65A-45C6-8CBB-3A6BB5C3D130}">
      <dsp:nvSpPr>
        <dsp:cNvPr id="0" name=""/>
        <dsp:cNvSpPr/>
      </dsp:nvSpPr>
      <dsp:spPr>
        <a:xfrm>
          <a:off x="0" y="853575"/>
          <a:ext cx="9872871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Can be voice or text</a:t>
          </a:r>
        </a:p>
      </dsp:txBody>
      <dsp:txXfrm>
        <a:off x="35125" y="888700"/>
        <a:ext cx="9802621" cy="649299"/>
      </dsp:txXfrm>
    </dsp:sp>
    <dsp:sp modelId="{89C50271-C2D2-4397-94F2-76BC9141F875}">
      <dsp:nvSpPr>
        <dsp:cNvPr id="0" name=""/>
        <dsp:cNvSpPr/>
      </dsp:nvSpPr>
      <dsp:spPr>
        <a:xfrm>
          <a:off x="0" y="1659524"/>
          <a:ext cx="9872871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NLP (Natural Language Processing)</a:t>
          </a:r>
        </a:p>
      </dsp:txBody>
      <dsp:txXfrm>
        <a:off x="35125" y="1694649"/>
        <a:ext cx="9802621" cy="649299"/>
      </dsp:txXfrm>
    </dsp:sp>
    <dsp:sp modelId="{2551D519-2490-4B7C-8742-1550999CDBC0}">
      <dsp:nvSpPr>
        <dsp:cNvPr id="0" name=""/>
        <dsp:cNvSpPr/>
      </dsp:nvSpPr>
      <dsp:spPr>
        <a:xfrm>
          <a:off x="0" y="2465475"/>
          <a:ext cx="9872871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Often used for Customer Service</a:t>
          </a:r>
        </a:p>
      </dsp:txBody>
      <dsp:txXfrm>
        <a:off x="35125" y="2500600"/>
        <a:ext cx="9802621" cy="649299"/>
      </dsp:txXfrm>
    </dsp:sp>
    <dsp:sp modelId="{F46FFE15-96EF-439D-A218-8FCAC46969D9}">
      <dsp:nvSpPr>
        <dsp:cNvPr id="0" name=""/>
        <dsp:cNvSpPr/>
      </dsp:nvSpPr>
      <dsp:spPr>
        <a:xfrm>
          <a:off x="0" y="3271425"/>
          <a:ext cx="9872871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Offer Information or Recommendation </a:t>
          </a:r>
        </a:p>
      </dsp:txBody>
      <dsp:txXfrm>
        <a:off x="35125" y="3306550"/>
        <a:ext cx="9802621" cy="6492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FD83BA-24DC-42C9-BD64-65F4086E5994}">
      <dsp:nvSpPr>
        <dsp:cNvPr id="0" name=""/>
        <dsp:cNvSpPr/>
      </dsp:nvSpPr>
      <dsp:spPr>
        <a:xfrm>
          <a:off x="0" y="27412"/>
          <a:ext cx="6451943" cy="83422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Also known as Virtual Assistants</a:t>
          </a:r>
        </a:p>
      </dsp:txBody>
      <dsp:txXfrm>
        <a:off x="40724" y="68136"/>
        <a:ext cx="6370495" cy="752780"/>
      </dsp:txXfrm>
    </dsp:sp>
    <dsp:sp modelId="{857782B0-FA40-41BA-AC52-E77E12FCF0A6}">
      <dsp:nvSpPr>
        <dsp:cNvPr id="0" name=""/>
        <dsp:cNvSpPr/>
      </dsp:nvSpPr>
      <dsp:spPr>
        <a:xfrm>
          <a:off x="0" y="922121"/>
          <a:ext cx="6451943" cy="834228"/>
        </a:xfrm>
        <a:prstGeom prst="roundRect">
          <a:avLst/>
        </a:prstGeom>
        <a:solidFill>
          <a:schemeClr val="accent2">
            <a:hueOff val="-330843"/>
            <a:satOff val="373"/>
            <a:lumOff val="88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More Sophisticated AI</a:t>
          </a:r>
        </a:p>
      </dsp:txBody>
      <dsp:txXfrm>
        <a:off x="40724" y="962845"/>
        <a:ext cx="6370495" cy="752780"/>
      </dsp:txXfrm>
    </dsp:sp>
    <dsp:sp modelId="{BF1768A6-4439-46B3-9DC5-3D2A57897CE2}">
      <dsp:nvSpPr>
        <dsp:cNvPr id="0" name=""/>
        <dsp:cNvSpPr/>
      </dsp:nvSpPr>
      <dsp:spPr>
        <a:xfrm>
          <a:off x="0" y="1816829"/>
          <a:ext cx="6451943" cy="834228"/>
        </a:xfrm>
        <a:prstGeom prst="roundRect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We used them at LCCC for AI Teacher Assistants </a:t>
          </a:r>
        </a:p>
      </dsp:txBody>
      <dsp:txXfrm>
        <a:off x="40724" y="1857553"/>
        <a:ext cx="6370495" cy="752780"/>
      </dsp:txXfrm>
    </dsp:sp>
    <dsp:sp modelId="{33C3F260-9CBC-487F-B55A-B099B3E42503}">
      <dsp:nvSpPr>
        <dsp:cNvPr id="0" name=""/>
        <dsp:cNvSpPr/>
      </dsp:nvSpPr>
      <dsp:spPr>
        <a:xfrm>
          <a:off x="0" y="2711537"/>
          <a:ext cx="6451943" cy="834228"/>
        </a:xfrm>
        <a:prstGeom prst="roundRect">
          <a:avLst/>
        </a:prstGeom>
        <a:solidFill>
          <a:schemeClr val="accent2">
            <a:hueOff val="-992530"/>
            <a:satOff val="1119"/>
            <a:lumOff val="264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These have memory and a purpose</a:t>
          </a:r>
        </a:p>
      </dsp:txBody>
      <dsp:txXfrm>
        <a:off x="40724" y="2752261"/>
        <a:ext cx="6370495" cy="752780"/>
      </dsp:txXfrm>
    </dsp:sp>
    <dsp:sp modelId="{AE7C4CAA-4E58-430E-AB9A-2279D26051AA}">
      <dsp:nvSpPr>
        <dsp:cNvPr id="0" name=""/>
        <dsp:cNvSpPr/>
      </dsp:nvSpPr>
      <dsp:spPr>
        <a:xfrm>
          <a:off x="0" y="3606245"/>
          <a:ext cx="6451943" cy="834228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Can be used to integrate into other API’s (Outside information)</a:t>
          </a:r>
        </a:p>
      </dsp:txBody>
      <dsp:txXfrm>
        <a:off x="40724" y="3646969"/>
        <a:ext cx="6370495" cy="7527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F7683D-CE61-45FF-9075-AA19797FA1D7}">
      <dsp:nvSpPr>
        <dsp:cNvPr id="0" name=""/>
        <dsp:cNvSpPr/>
      </dsp:nvSpPr>
      <dsp:spPr>
        <a:xfrm>
          <a:off x="0" y="2815"/>
          <a:ext cx="6451943" cy="4962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A9051A-5EE9-4AE4-A229-FF42CAA1BEC1}">
      <dsp:nvSpPr>
        <dsp:cNvPr id="0" name=""/>
        <dsp:cNvSpPr/>
      </dsp:nvSpPr>
      <dsp:spPr>
        <a:xfrm>
          <a:off x="150127" y="114481"/>
          <a:ext cx="272959" cy="2729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4F8D9F-F126-4696-BE50-509009216EC9}">
      <dsp:nvSpPr>
        <dsp:cNvPr id="0" name=""/>
        <dsp:cNvSpPr/>
      </dsp:nvSpPr>
      <dsp:spPr>
        <a:xfrm>
          <a:off x="573215" y="2815"/>
          <a:ext cx="5391448" cy="527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58" tIns="55858" rIns="55858" bIns="5585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This the fastest growing area of AI</a:t>
          </a:r>
        </a:p>
      </dsp:txBody>
      <dsp:txXfrm>
        <a:off x="573215" y="2815"/>
        <a:ext cx="5391448" cy="527793"/>
      </dsp:txXfrm>
    </dsp:sp>
    <dsp:sp modelId="{00C4C726-9A94-4654-B1F3-84683DE9260B}">
      <dsp:nvSpPr>
        <dsp:cNvPr id="0" name=""/>
        <dsp:cNvSpPr/>
      </dsp:nvSpPr>
      <dsp:spPr>
        <a:xfrm>
          <a:off x="0" y="658559"/>
          <a:ext cx="6451943" cy="4962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3AD33B-C567-44B7-B053-A1D35A5B990F}">
      <dsp:nvSpPr>
        <dsp:cNvPr id="0" name=""/>
        <dsp:cNvSpPr/>
      </dsp:nvSpPr>
      <dsp:spPr>
        <a:xfrm>
          <a:off x="150127" y="770224"/>
          <a:ext cx="272959" cy="2729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05A21D-8739-4A79-A736-3DBC2F939854}">
      <dsp:nvSpPr>
        <dsp:cNvPr id="0" name=""/>
        <dsp:cNvSpPr/>
      </dsp:nvSpPr>
      <dsp:spPr>
        <a:xfrm>
          <a:off x="573215" y="658559"/>
          <a:ext cx="5391448" cy="527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58" tIns="55858" rIns="55858" bIns="5585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Usually trained on LARGE datasets</a:t>
          </a:r>
        </a:p>
      </dsp:txBody>
      <dsp:txXfrm>
        <a:off x="573215" y="658559"/>
        <a:ext cx="5391448" cy="527793"/>
      </dsp:txXfrm>
    </dsp:sp>
    <dsp:sp modelId="{FBFFAD5F-E07B-4363-8AFE-74766159A8C4}">
      <dsp:nvSpPr>
        <dsp:cNvPr id="0" name=""/>
        <dsp:cNvSpPr/>
      </dsp:nvSpPr>
      <dsp:spPr>
        <a:xfrm>
          <a:off x="0" y="1314302"/>
          <a:ext cx="6451943" cy="4962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453FEA-1F66-4A87-B048-94FA7415A1C6}">
      <dsp:nvSpPr>
        <dsp:cNvPr id="0" name=""/>
        <dsp:cNvSpPr/>
      </dsp:nvSpPr>
      <dsp:spPr>
        <a:xfrm>
          <a:off x="150127" y="1425968"/>
          <a:ext cx="272959" cy="2729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49EC27-5CB8-41C9-B9F7-0F832AF4DB3A}">
      <dsp:nvSpPr>
        <dsp:cNvPr id="0" name=""/>
        <dsp:cNvSpPr/>
      </dsp:nvSpPr>
      <dsp:spPr>
        <a:xfrm>
          <a:off x="573215" y="1314302"/>
          <a:ext cx="5391448" cy="527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58" tIns="55858" rIns="55858" bIns="5585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Text Generation</a:t>
          </a:r>
        </a:p>
      </dsp:txBody>
      <dsp:txXfrm>
        <a:off x="573215" y="1314302"/>
        <a:ext cx="5391448" cy="527793"/>
      </dsp:txXfrm>
    </dsp:sp>
    <dsp:sp modelId="{C28F4872-19D7-41BC-B9AB-AA2FED655CD9}">
      <dsp:nvSpPr>
        <dsp:cNvPr id="0" name=""/>
        <dsp:cNvSpPr/>
      </dsp:nvSpPr>
      <dsp:spPr>
        <a:xfrm>
          <a:off x="0" y="1970046"/>
          <a:ext cx="6451943" cy="4962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AB4E61-CD94-4199-BC95-E05A322CD3DE}">
      <dsp:nvSpPr>
        <dsp:cNvPr id="0" name=""/>
        <dsp:cNvSpPr/>
      </dsp:nvSpPr>
      <dsp:spPr>
        <a:xfrm>
          <a:off x="150127" y="2081712"/>
          <a:ext cx="272959" cy="27295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2873A6-C50C-41C8-AB9F-BB3CE50595EA}">
      <dsp:nvSpPr>
        <dsp:cNvPr id="0" name=""/>
        <dsp:cNvSpPr/>
      </dsp:nvSpPr>
      <dsp:spPr>
        <a:xfrm>
          <a:off x="573215" y="1970046"/>
          <a:ext cx="5391448" cy="527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58" tIns="55858" rIns="55858" bIns="5585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Image Generation</a:t>
          </a:r>
        </a:p>
      </dsp:txBody>
      <dsp:txXfrm>
        <a:off x="573215" y="1970046"/>
        <a:ext cx="5391448" cy="527793"/>
      </dsp:txXfrm>
    </dsp:sp>
    <dsp:sp modelId="{D337D68D-979C-4A9F-96B7-F7C722134247}">
      <dsp:nvSpPr>
        <dsp:cNvPr id="0" name=""/>
        <dsp:cNvSpPr/>
      </dsp:nvSpPr>
      <dsp:spPr>
        <a:xfrm>
          <a:off x="0" y="2625790"/>
          <a:ext cx="6451943" cy="4962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8FC2A4-E62F-47E4-945C-10478549ACB6}">
      <dsp:nvSpPr>
        <dsp:cNvPr id="0" name=""/>
        <dsp:cNvSpPr/>
      </dsp:nvSpPr>
      <dsp:spPr>
        <a:xfrm>
          <a:off x="150127" y="2737455"/>
          <a:ext cx="272959" cy="27295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8C17E0-E013-40FF-87CB-3F401DAC25DD}">
      <dsp:nvSpPr>
        <dsp:cNvPr id="0" name=""/>
        <dsp:cNvSpPr/>
      </dsp:nvSpPr>
      <dsp:spPr>
        <a:xfrm>
          <a:off x="573215" y="2625790"/>
          <a:ext cx="5391448" cy="527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58" tIns="55858" rIns="55858" bIns="5585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Music and Audio Generation</a:t>
          </a:r>
        </a:p>
      </dsp:txBody>
      <dsp:txXfrm>
        <a:off x="573215" y="2625790"/>
        <a:ext cx="5391448" cy="527793"/>
      </dsp:txXfrm>
    </dsp:sp>
    <dsp:sp modelId="{962737A1-4B22-403E-AA3A-CA033F1C7152}">
      <dsp:nvSpPr>
        <dsp:cNvPr id="0" name=""/>
        <dsp:cNvSpPr/>
      </dsp:nvSpPr>
      <dsp:spPr>
        <a:xfrm>
          <a:off x="0" y="3281534"/>
          <a:ext cx="6451943" cy="4962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49E236-0046-46CE-BA6C-EC3896A4433C}">
      <dsp:nvSpPr>
        <dsp:cNvPr id="0" name=""/>
        <dsp:cNvSpPr/>
      </dsp:nvSpPr>
      <dsp:spPr>
        <a:xfrm>
          <a:off x="150127" y="3393199"/>
          <a:ext cx="272959" cy="27295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ECAF2B-CA12-45A1-A359-7B948C6CEF1C}">
      <dsp:nvSpPr>
        <dsp:cNvPr id="0" name=""/>
        <dsp:cNvSpPr/>
      </dsp:nvSpPr>
      <dsp:spPr>
        <a:xfrm>
          <a:off x="573215" y="3281534"/>
          <a:ext cx="5391448" cy="527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58" tIns="55858" rIns="55858" bIns="5585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Video Generation</a:t>
          </a:r>
        </a:p>
      </dsp:txBody>
      <dsp:txXfrm>
        <a:off x="573215" y="3281534"/>
        <a:ext cx="5391448" cy="527793"/>
      </dsp:txXfrm>
    </dsp:sp>
    <dsp:sp modelId="{9DB1EF14-2DCC-4203-863A-9C6155FFB994}">
      <dsp:nvSpPr>
        <dsp:cNvPr id="0" name=""/>
        <dsp:cNvSpPr/>
      </dsp:nvSpPr>
      <dsp:spPr>
        <a:xfrm>
          <a:off x="0" y="3941759"/>
          <a:ext cx="6451943" cy="4962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D3B9C7-CC67-4F99-80E7-B2299D873080}">
      <dsp:nvSpPr>
        <dsp:cNvPr id="0" name=""/>
        <dsp:cNvSpPr/>
      </dsp:nvSpPr>
      <dsp:spPr>
        <a:xfrm>
          <a:off x="150127" y="4048943"/>
          <a:ext cx="272959" cy="272959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43310A-4A3A-4E57-A0EE-8FE80E5583DB}">
      <dsp:nvSpPr>
        <dsp:cNvPr id="0" name=""/>
        <dsp:cNvSpPr/>
      </dsp:nvSpPr>
      <dsp:spPr>
        <a:xfrm>
          <a:off x="573215" y="3937277"/>
          <a:ext cx="5391448" cy="527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58" tIns="55858" rIns="55858" bIns="5585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Corbel" panose="020B0503020204020204"/>
            </a:rPr>
            <a:t>https://www.youtube.com/watch?app=desktop&amp;v=Ig1rLSgzmMA</a:t>
          </a:r>
          <a:endParaRPr lang="en-US" sz="1400" kern="1200" dirty="0"/>
        </a:p>
      </dsp:txBody>
      <dsp:txXfrm>
        <a:off x="573215" y="3937277"/>
        <a:ext cx="5391448" cy="52779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407B8C-B09D-4D9D-B5F2-43D74F45B4B1}">
      <dsp:nvSpPr>
        <dsp:cNvPr id="0" name=""/>
        <dsp:cNvSpPr/>
      </dsp:nvSpPr>
      <dsp:spPr>
        <a:xfrm>
          <a:off x="0" y="381"/>
          <a:ext cx="6451943" cy="5255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73466E-0231-454F-9C2F-BD6FBC3A1C00}">
      <dsp:nvSpPr>
        <dsp:cNvPr id="0" name=""/>
        <dsp:cNvSpPr/>
      </dsp:nvSpPr>
      <dsp:spPr>
        <a:xfrm>
          <a:off x="158977" y="118629"/>
          <a:ext cx="289049" cy="289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7ABEC7-FDBE-4B15-B100-E79C44299D9C}">
      <dsp:nvSpPr>
        <dsp:cNvPr id="0" name=""/>
        <dsp:cNvSpPr/>
      </dsp:nvSpPr>
      <dsp:spPr>
        <a:xfrm>
          <a:off x="607003" y="381"/>
          <a:ext cx="5844939" cy="525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620" tIns="55620" rIns="55620" bIns="556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Data Collection</a:t>
          </a:r>
        </a:p>
      </dsp:txBody>
      <dsp:txXfrm>
        <a:off x="607003" y="381"/>
        <a:ext cx="5844939" cy="525543"/>
      </dsp:txXfrm>
    </dsp:sp>
    <dsp:sp modelId="{E3867787-EEB2-4643-88D7-64C75B156412}">
      <dsp:nvSpPr>
        <dsp:cNvPr id="0" name=""/>
        <dsp:cNvSpPr/>
      </dsp:nvSpPr>
      <dsp:spPr>
        <a:xfrm>
          <a:off x="0" y="657311"/>
          <a:ext cx="6451943" cy="5255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829DD3-B85E-4B4C-93D8-2B972EF8A555}">
      <dsp:nvSpPr>
        <dsp:cNvPr id="0" name=""/>
        <dsp:cNvSpPr/>
      </dsp:nvSpPr>
      <dsp:spPr>
        <a:xfrm>
          <a:off x="158977" y="775559"/>
          <a:ext cx="289049" cy="289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7E7F63-3EE9-4951-BAB2-7D442ADFE895}">
      <dsp:nvSpPr>
        <dsp:cNvPr id="0" name=""/>
        <dsp:cNvSpPr/>
      </dsp:nvSpPr>
      <dsp:spPr>
        <a:xfrm>
          <a:off x="607003" y="657311"/>
          <a:ext cx="5844939" cy="525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620" tIns="55620" rIns="55620" bIns="556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Data Preparation</a:t>
          </a:r>
        </a:p>
      </dsp:txBody>
      <dsp:txXfrm>
        <a:off x="607003" y="657311"/>
        <a:ext cx="5844939" cy="525543"/>
      </dsp:txXfrm>
    </dsp:sp>
    <dsp:sp modelId="{AE455538-0B07-4989-BE38-BD194E993319}">
      <dsp:nvSpPr>
        <dsp:cNvPr id="0" name=""/>
        <dsp:cNvSpPr/>
      </dsp:nvSpPr>
      <dsp:spPr>
        <a:xfrm>
          <a:off x="0" y="1314241"/>
          <a:ext cx="6451943" cy="5255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014039-AB73-4D9D-9C8F-4271051A460A}">
      <dsp:nvSpPr>
        <dsp:cNvPr id="0" name=""/>
        <dsp:cNvSpPr/>
      </dsp:nvSpPr>
      <dsp:spPr>
        <a:xfrm>
          <a:off x="158977" y="1432488"/>
          <a:ext cx="289049" cy="289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210F82-42B6-4BA0-B335-8D2EFEE719F9}">
      <dsp:nvSpPr>
        <dsp:cNvPr id="0" name=""/>
        <dsp:cNvSpPr/>
      </dsp:nvSpPr>
      <dsp:spPr>
        <a:xfrm>
          <a:off x="607003" y="1314241"/>
          <a:ext cx="5844939" cy="525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620" tIns="55620" rIns="55620" bIns="556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Model Training</a:t>
          </a:r>
        </a:p>
      </dsp:txBody>
      <dsp:txXfrm>
        <a:off x="607003" y="1314241"/>
        <a:ext cx="5844939" cy="525543"/>
      </dsp:txXfrm>
    </dsp:sp>
    <dsp:sp modelId="{1A01784B-2B33-4F35-A108-1B0C5F365826}">
      <dsp:nvSpPr>
        <dsp:cNvPr id="0" name=""/>
        <dsp:cNvSpPr/>
      </dsp:nvSpPr>
      <dsp:spPr>
        <a:xfrm>
          <a:off x="0" y="1971171"/>
          <a:ext cx="6451943" cy="5255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D054FD-A62F-41EF-84A9-B2437EE37C81}">
      <dsp:nvSpPr>
        <dsp:cNvPr id="0" name=""/>
        <dsp:cNvSpPr/>
      </dsp:nvSpPr>
      <dsp:spPr>
        <a:xfrm>
          <a:off x="158977" y="2089418"/>
          <a:ext cx="289049" cy="2890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EC2866-1BEF-45C7-8F6F-0059D1A7938D}">
      <dsp:nvSpPr>
        <dsp:cNvPr id="0" name=""/>
        <dsp:cNvSpPr/>
      </dsp:nvSpPr>
      <dsp:spPr>
        <a:xfrm>
          <a:off x="607003" y="1971171"/>
          <a:ext cx="5844939" cy="525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620" tIns="55620" rIns="55620" bIns="556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Model Evaluation</a:t>
          </a:r>
        </a:p>
      </dsp:txBody>
      <dsp:txXfrm>
        <a:off x="607003" y="1971171"/>
        <a:ext cx="5844939" cy="525543"/>
      </dsp:txXfrm>
    </dsp:sp>
    <dsp:sp modelId="{543D481C-E8B2-4187-ABD9-719C272DAAB3}">
      <dsp:nvSpPr>
        <dsp:cNvPr id="0" name=""/>
        <dsp:cNvSpPr/>
      </dsp:nvSpPr>
      <dsp:spPr>
        <a:xfrm>
          <a:off x="0" y="2628101"/>
          <a:ext cx="6451943" cy="5255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04F4CE-DC05-4D89-8B40-6E200F0C6420}">
      <dsp:nvSpPr>
        <dsp:cNvPr id="0" name=""/>
        <dsp:cNvSpPr/>
      </dsp:nvSpPr>
      <dsp:spPr>
        <a:xfrm>
          <a:off x="158977" y="2746348"/>
          <a:ext cx="289049" cy="2890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83C718-717D-43BB-A061-A1CB3025118D}">
      <dsp:nvSpPr>
        <dsp:cNvPr id="0" name=""/>
        <dsp:cNvSpPr/>
      </dsp:nvSpPr>
      <dsp:spPr>
        <a:xfrm>
          <a:off x="607003" y="2628101"/>
          <a:ext cx="5844939" cy="525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620" tIns="55620" rIns="55620" bIns="556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Deployment and Prediction</a:t>
          </a:r>
        </a:p>
      </dsp:txBody>
      <dsp:txXfrm>
        <a:off x="607003" y="2628101"/>
        <a:ext cx="5844939" cy="525543"/>
      </dsp:txXfrm>
    </dsp:sp>
    <dsp:sp modelId="{06BDAF68-611C-4B79-802F-15ECBEFDDDC4}">
      <dsp:nvSpPr>
        <dsp:cNvPr id="0" name=""/>
        <dsp:cNvSpPr/>
      </dsp:nvSpPr>
      <dsp:spPr>
        <a:xfrm>
          <a:off x="0" y="3285031"/>
          <a:ext cx="6451943" cy="5255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605368-DDBA-40B3-B847-73B6CAE89FD1}">
      <dsp:nvSpPr>
        <dsp:cNvPr id="0" name=""/>
        <dsp:cNvSpPr/>
      </dsp:nvSpPr>
      <dsp:spPr>
        <a:xfrm>
          <a:off x="158977" y="3403278"/>
          <a:ext cx="289049" cy="28904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65BCA2-2C2D-46D1-A31B-83D02B16376F}">
      <dsp:nvSpPr>
        <dsp:cNvPr id="0" name=""/>
        <dsp:cNvSpPr/>
      </dsp:nvSpPr>
      <dsp:spPr>
        <a:xfrm>
          <a:off x="607003" y="3285031"/>
          <a:ext cx="5844939" cy="525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620" tIns="55620" rIns="55620" bIns="556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Great for Sales Forecasting, Product Recommendations</a:t>
          </a:r>
        </a:p>
      </dsp:txBody>
      <dsp:txXfrm>
        <a:off x="607003" y="3285031"/>
        <a:ext cx="5844939" cy="525543"/>
      </dsp:txXfrm>
    </dsp:sp>
    <dsp:sp modelId="{5E55CA79-E7AE-46AE-B8B7-9B89A040C1B3}">
      <dsp:nvSpPr>
        <dsp:cNvPr id="0" name=""/>
        <dsp:cNvSpPr/>
      </dsp:nvSpPr>
      <dsp:spPr>
        <a:xfrm>
          <a:off x="0" y="3941961"/>
          <a:ext cx="6451943" cy="5255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1390E2-E11D-4575-B09B-A555B2F94C0C}">
      <dsp:nvSpPr>
        <dsp:cNvPr id="0" name=""/>
        <dsp:cNvSpPr/>
      </dsp:nvSpPr>
      <dsp:spPr>
        <a:xfrm>
          <a:off x="158977" y="4060208"/>
          <a:ext cx="289049" cy="289049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444DF3-E493-4E84-BA7B-6037327DC4FE}">
      <dsp:nvSpPr>
        <dsp:cNvPr id="0" name=""/>
        <dsp:cNvSpPr/>
      </dsp:nvSpPr>
      <dsp:spPr>
        <a:xfrm>
          <a:off x="607003" y="3941961"/>
          <a:ext cx="5844939" cy="525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620" tIns="55620" rIns="55620" bIns="556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https://www.youtube.com/watch?v=YBJEiWDPyGs</a:t>
          </a:r>
        </a:p>
      </dsp:txBody>
      <dsp:txXfrm>
        <a:off x="607003" y="3941961"/>
        <a:ext cx="5844939" cy="5255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F9699B1-E4A0-4067-92A8-9E71A925B482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198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47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5631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198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591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819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91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560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472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66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74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EF9699B1-E4A0-4067-92A8-9E71A925B482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640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CE82C-BD33-E236-A89C-353C50ECAB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15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D6A4F0-EA2D-376B-20E7-F65A3F067D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CompTIA Tech+</a:t>
            </a:r>
          </a:p>
          <a:p>
            <a:r>
              <a:rPr lang="en-US" dirty="0"/>
              <a:t>AI</a:t>
            </a:r>
          </a:p>
        </p:txBody>
      </p:sp>
    </p:spTree>
    <p:extLst>
      <p:ext uri="{BB962C8B-B14F-4D97-AF65-F5344CB8AC3E}">
        <p14:creationId xmlns:p14="http://schemas.microsoft.com/office/powerpoint/2010/main" val="409288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1D37744E-F5F6-4ED5-9F5F-21183A8FE7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DD9D7C55-D0C1-4B48-ADC5-A9E322B19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F843697F-C030-482D-BB1C-DB61ABBFC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B5316F66-3DCC-4344-9396-C5CAFC354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3840" y="256540"/>
            <a:ext cx="11704320" cy="63652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041" name="Straight Connector 1040">
            <a:extLst>
              <a:ext uri="{FF2B5EF4-FFF2-40B4-BE49-F238E27FC236}">
                <a16:creationId xmlns:a16="http://schemas.microsoft.com/office/drawing/2014/main" id="{A08CA396-1800-42B7-87F6-FCB40A1B7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545896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863FF99-4314-E8BB-A20A-B22D8E3CC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980" y="4206240"/>
            <a:ext cx="9966960" cy="1325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6600" b="1" cap="all"/>
              <a:t>Neural Networks</a:t>
            </a:r>
          </a:p>
        </p:txBody>
      </p:sp>
      <p:pic>
        <p:nvPicPr>
          <p:cNvPr id="1026" name="Picture 2" descr="A Gentle Introduction to Neural Networks - CleverTap">
            <a:extLst>
              <a:ext uri="{FF2B5EF4-FFF2-40B4-BE49-F238E27FC236}">
                <a16:creationId xmlns:a16="http://schemas.microsoft.com/office/drawing/2014/main" id="{71C55F84-69D3-A550-10DD-8C94BEEF1EE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07017" y="741172"/>
            <a:ext cx="6977965" cy="3279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8890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41CBB-6DAA-D6EB-E79F-D9D354C42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5" y="609599"/>
            <a:ext cx="3364378" cy="5606143"/>
          </a:xfrm>
        </p:spPr>
        <p:txBody>
          <a:bodyPr>
            <a:normAutofit/>
          </a:bodyPr>
          <a:lstStyle/>
          <a:p>
            <a:r>
              <a:rPr lang="en-US" sz="4800"/>
              <a:t>Artificial Intelligence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E61A794-2DD6-8FBE-E61F-DF0138BD92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5667447"/>
              </p:ext>
            </p:extLst>
          </p:nvPr>
        </p:nvGraphicFramePr>
        <p:xfrm>
          <a:off x="4545013" y="1199858"/>
          <a:ext cx="6451943" cy="4467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250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88112-4DC2-213F-500B-C9582149F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Chatbots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2E9EE6A-6AEF-604A-1962-EB25A0F2C05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43000" y="2057400"/>
          <a:ext cx="9872871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8580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88780-3F0D-3AB4-A993-BD52BB048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5" y="609599"/>
            <a:ext cx="3364378" cy="5606143"/>
          </a:xfrm>
        </p:spPr>
        <p:txBody>
          <a:bodyPr>
            <a:normAutofit/>
          </a:bodyPr>
          <a:lstStyle/>
          <a:p>
            <a:r>
              <a:rPr lang="en-US" sz="4800"/>
              <a:t>AI Assistants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7E257E4-41B4-D521-72CD-BBB063C609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7135677"/>
              </p:ext>
            </p:extLst>
          </p:nvPr>
        </p:nvGraphicFramePr>
        <p:xfrm>
          <a:off x="4545013" y="1199858"/>
          <a:ext cx="6451943" cy="4467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60611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A3686-E7F6-60D7-E718-CAD542410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5" y="609599"/>
            <a:ext cx="3364378" cy="5606143"/>
          </a:xfrm>
        </p:spPr>
        <p:txBody>
          <a:bodyPr>
            <a:normAutofit/>
          </a:bodyPr>
          <a:lstStyle/>
          <a:p>
            <a:r>
              <a:rPr lang="en-US" sz="4800"/>
              <a:t>Generative AI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046205D-30FB-F484-3E16-45BB132227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7941801"/>
              </p:ext>
            </p:extLst>
          </p:nvPr>
        </p:nvGraphicFramePr>
        <p:xfrm>
          <a:off x="4545013" y="1199858"/>
          <a:ext cx="6451943" cy="4467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2712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18954-0A43-437F-B763-9CF2CD8E4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5" y="609599"/>
            <a:ext cx="3364378" cy="5606143"/>
          </a:xfrm>
        </p:spPr>
        <p:txBody>
          <a:bodyPr>
            <a:normAutofit/>
          </a:bodyPr>
          <a:lstStyle/>
          <a:p>
            <a:r>
              <a:rPr lang="en-US" sz="4800"/>
              <a:t>Predictive AI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9E3B136-31E0-0127-5F56-288CB1CD79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1876460"/>
              </p:ext>
            </p:extLst>
          </p:nvPr>
        </p:nvGraphicFramePr>
        <p:xfrm>
          <a:off x="4545013" y="1199858"/>
          <a:ext cx="6451943" cy="4467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49716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F571B-FEF0-2773-10E0-49EF98FF6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900" y="637563"/>
            <a:ext cx="8640201" cy="30703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4000" b="1" cap="all">
                <a:solidFill>
                  <a:schemeClr val="tx1"/>
                </a:solidFill>
              </a:rPr>
              <a:t>KAHOOT!</a:t>
            </a:r>
          </a:p>
        </p:txBody>
      </p:sp>
    </p:spTree>
    <p:extLst>
      <p:ext uri="{BB962C8B-B14F-4D97-AF65-F5344CB8AC3E}">
        <p14:creationId xmlns:p14="http://schemas.microsoft.com/office/powerpoint/2010/main" val="1665520183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docMetadata/LabelInfo.xml><?xml version="1.0" encoding="utf-8"?>
<clbl:labelList xmlns:clbl="http://schemas.microsoft.com/office/2020/mipLabelMetadata">
  <clbl:label id="{979a234f-6676-4346-ab46-4d9633c4cad1}" enabled="0" method="" siteId="{979a234f-6676-4346-ab46-4d9633c4cad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21</TotalTime>
  <Words>170</Words>
  <Application>Microsoft Office PowerPoint</Application>
  <PresentationFormat>Widescreen</PresentationFormat>
  <Paragraphs>38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Basis</vt:lpstr>
      <vt:lpstr>Chapter 15</vt:lpstr>
      <vt:lpstr>Neural Networks</vt:lpstr>
      <vt:lpstr>Artificial Intelligence</vt:lpstr>
      <vt:lpstr>AI Chatbots</vt:lpstr>
      <vt:lpstr>AI Assistants</vt:lpstr>
      <vt:lpstr>Generative AI</vt:lpstr>
      <vt:lpstr>Predictive AI </vt:lpstr>
      <vt:lpstr>KAHOOT!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Haskell, JT</dc:creator>
  <cp:lastModifiedBy>Haskell, JT</cp:lastModifiedBy>
  <cp:revision>9</cp:revision>
  <dcterms:created xsi:type="dcterms:W3CDTF">2025-05-27T16:37:30Z</dcterms:created>
  <dcterms:modified xsi:type="dcterms:W3CDTF">2025-06-12T20:43:23Z</dcterms:modified>
</cp:coreProperties>
</file>