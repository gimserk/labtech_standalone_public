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A7AC07-1597-4CB6-86BE-71BDC9F4B46D}" v="3" dt="2025-05-27T16:37:40.3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0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kell, JT" userId="43ae342c-01b7-44d1-9e4c-5ccd6bbabb0e" providerId="ADAL" clId="{CEA7AC07-1597-4CB6-86BE-71BDC9F4B46D}"/>
    <pc:docChg chg="addSld delSld modSld">
      <pc:chgData name="Haskell, JT" userId="43ae342c-01b7-44d1-9e4c-5ccd6bbabb0e" providerId="ADAL" clId="{CEA7AC07-1597-4CB6-86BE-71BDC9F4B46D}" dt="2025-05-27T16:37:47.937" v="27" actId="20577"/>
      <pc:docMkLst>
        <pc:docMk/>
      </pc:docMkLst>
      <pc:sldChg chg="new del">
        <pc:chgData name="Haskell, JT" userId="43ae342c-01b7-44d1-9e4c-5ccd6bbabb0e" providerId="ADAL" clId="{CEA7AC07-1597-4CB6-86BE-71BDC9F4B46D}" dt="2025-05-27T16:37:35.391" v="3" actId="47"/>
        <pc:sldMkLst>
          <pc:docMk/>
          <pc:sldMk cId="2958641131" sldId="256"/>
        </pc:sldMkLst>
      </pc:sldChg>
      <pc:sldChg chg="modSp add mod">
        <pc:chgData name="Haskell, JT" userId="43ae342c-01b7-44d1-9e4c-5ccd6bbabb0e" providerId="ADAL" clId="{CEA7AC07-1597-4CB6-86BE-71BDC9F4B46D}" dt="2025-05-27T16:37:47.937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CEA7AC07-1597-4CB6-86BE-71BDC9F4B46D}" dt="2025-05-27T16:37:42.681" v="7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CEA7AC07-1597-4CB6-86BE-71BDC9F4B46D}" dt="2025-05-27T16:37:47.937" v="27" actId="20577"/>
          <ac:spMkLst>
            <pc:docMk/>
            <pc:sldMk cId="409288186" sldId="257"/>
            <ac:spMk id="3" creationId="{C2D6A4F0-EA2D-376B-20E7-F65A3F067D08}"/>
          </ac:spMkLst>
        </pc:spChg>
      </pc:sldChg>
      <pc:sldChg chg="delSp add setBg delDesignElem">
        <pc:chgData name="Haskell, JT" userId="43ae342c-01b7-44d1-9e4c-5ccd6bbabb0e" providerId="ADAL" clId="{CEA7AC07-1597-4CB6-86BE-71BDC9F4B46D}" dt="2025-05-27T16:37:33.442" v="2"/>
        <pc:sldMkLst>
          <pc:docMk/>
          <pc:sldMk cId="1665520183" sldId="264"/>
        </pc:sldMkLst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8" creationId="{C79B1AF8-A94D-4E21-A2A0-7F161E1E8110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0" creationId="{5E10CB9E-4C45-46DB-835A-2C29CE29A625}"/>
          </ac:spMkLst>
        </pc:spChg>
        <pc:spChg chg="del">
          <ac:chgData name="Haskell, JT" userId="43ae342c-01b7-44d1-9e4c-5ccd6bbabb0e" providerId="ADAL" clId="{CEA7AC07-1597-4CB6-86BE-71BDC9F4B46D}" dt="2025-05-27T16:37:33.442" v="2"/>
          <ac:spMkLst>
            <pc:docMk/>
            <pc:sldMk cId="1665520183" sldId="264"/>
            <ac:spMk id="14" creationId="{B0513689-D00A-4D15-B8A3-AA50EC4B2BB9}"/>
          </ac:spMkLst>
        </pc:spChg>
        <pc:cxnChg chg="del">
          <ac:chgData name="Haskell, JT" userId="43ae342c-01b7-44d1-9e4c-5ccd6bbabb0e" providerId="ADAL" clId="{CEA7AC07-1597-4CB6-86BE-71BDC9F4B46D}" dt="2025-05-27T16:37:33.442" v="2"/>
          <ac:cxnSpMkLst>
            <pc:docMk/>
            <pc:sldMk cId="1665520183" sldId="264"/>
            <ac:cxnSpMk id="12" creationId="{2C1AF0B9-E97D-4D5D-BA2D-1C0BDE3A5EAE}"/>
          </ac:cxnSpMkLst>
        </pc:cxnChg>
      </pc:sldChg>
    </pc:docChg>
  </pc:docChgLst>
  <pc:docChgLst>
    <pc:chgData name="Haskell, JT" userId="43ae342c-01b7-44d1-9e4c-5ccd6bbabb0e" providerId="ADAL" clId="{68B51E5A-C0FA-4382-A876-71ABB5CD37AA}"/>
    <pc:docChg chg="modSld">
      <pc:chgData name="Haskell, JT" userId="43ae342c-01b7-44d1-9e4c-5ccd6bbabb0e" providerId="ADAL" clId="{68B51E5A-C0FA-4382-A876-71ABB5CD37AA}" dt="2025-05-27T16:39:58.271" v="27" actId="20577"/>
      <pc:docMkLst>
        <pc:docMk/>
      </pc:docMkLst>
      <pc:sldChg chg="modSp mod">
        <pc:chgData name="Haskell, JT" userId="43ae342c-01b7-44d1-9e4c-5ccd6bbabb0e" providerId="ADAL" clId="{68B51E5A-C0FA-4382-A876-71ABB5CD37AA}" dt="2025-05-27T16:39:58.271" v="27" actId="20577"/>
        <pc:sldMkLst>
          <pc:docMk/>
          <pc:sldMk cId="409288186" sldId="257"/>
        </pc:sldMkLst>
        <pc:spChg chg="mod">
          <ac:chgData name="Haskell, JT" userId="43ae342c-01b7-44d1-9e4c-5ccd6bbabb0e" providerId="ADAL" clId="{68B51E5A-C0FA-4382-A876-71ABB5CD37AA}" dt="2025-05-27T16:39:49.076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68B51E5A-C0FA-4382-A876-71ABB5CD37AA}" dt="2025-05-27T16:39:58.271" v="27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  <pc:docChgLst>
    <pc:chgData name="Haskell, JT" userId="43ae342c-01b7-44d1-9e4c-5ccd6bbabb0e" providerId="ADAL" clId="{8D8D9FCC-C03A-4C49-90E0-0AE8F379FE7D}"/>
    <pc:docChg chg="modSld">
      <pc:chgData name="Haskell, JT" userId="43ae342c-01b7-44d1-9e4c-5ccd6bbabb0e" providerId="ADAL" clId="{8D8D9FCC-C03A-4C49-90E0-0AE8F379FE7D}" dt="2025-05-27T16:40:51.254" v="26" actId="20577"/>
      <pc:docMkLst>
        <pc:docMk/>
      </pc:docMkLst>
      <pc:sldChg chg="modSp mod">
        <pc:chgData name="Haskell, JT" userId="43ae342c-01b7-44d1-9e4c-5ccd6bbabb0e" providerId="ADAL" clId="{8D8D9FCC-C03A-4C49-90E0-0AE8F379FE7D}" dt="2025-05-27T16:40:51.254" v="26" actId="20577"/>
        <pc:sldMkLst>
          <pc:docMk/>
          <pc:sldMk cId="409288186" sldId="257"/>
        </pc:sldMkLst>
        <pc:spChg chg="mod">
          <ac:chgData name="Haskell, JT" userId="43ae342c-01b7-44d1-9e4c-5ccd6bbabb0e" providerId="ADAL" clId="{8D8D9FCC-C03A-4C49-90E0-0AE8F379FE7D}" dt="2025-05-27T16:40:43.571" v="1" actId="20577"/>
          <ac:spMkLst>
            <pc:docMk/>
            <pc:sldMk cId="409288186" sldId="257"/>
            <ac:spMk id="2" creationId="{848CE82C-BD33-E236-A89C-353C50ECAB9E}"/>
          </ac:spMkLst>
        </pc:spChg>
        <pc:spChg chg="mod">
          <ac:chgData name="Haskell, JT" userId="43ae342c-01b7-44d1-9e4c-5ccd6bbabb0e" providerId="ADAL" clId="{8D8D9FCC-C03A-4C49-90E0-0AE8F379FE7D}" dt="2025-05-27T16:40:51.254" v="26" actId="20577"/>
          <ac:spMkLst>
            <pc:docMk/>
            <pc:sldMk cId="409288186" sldId="257"/>
            <ac:spMk id="3" creationId="{C2D6A4F0-EA2D-376B-20E7-F65A3F067D08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18.svg"/><Relationship Id="rId4" Type="http://schemas.openxmlformats.org/officeDocument/2006/relationships/image" Target="../media/image40.svg"/><Relationship Id="rId9" Type="http://schemas.openxmlformats.org/officeDocument/2006/relationships/image" Target="../media/image17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2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48.svg"/><Relationship Id="rId11" Type="http://schemas.openxmlformats.org/officeDocument/2006/relationships/image" Target="../media/image51.png"/><Relationship Id="rId5" Type="http://schemas.openxmlformats.org/officeDocument/2006/relationships/image" Target="../media/image47.png"/><Relationship Id="rId10" Type="http://schemas.openxmlformats.org/officeDocument/2006/relationships/image" Target="../media/image44.svg"/><Relationship Id="rId4" Type="http://schemas.openxmlformats.org/officeDocument/2006/relationships/image" Target="../media/image46.svg"/><Relationship Id="rId9" Type="http://schemas.openxmlformats.org/officeDocument/2006/relationships/image" Target="../media/image4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18.svg"/><Relationship Id="rId4" Type="http://schemas.openxmlformats.org/officeDocument/2006/relationships/image" Target="../media/image40.svg"/><Relationship Id="rId9" Type="http://schemas.openxmlformats.org/officeDocument/2006/relationships/image" Target="../media/image17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2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48.svg"/><Relationship Id="rId11" Type="http://schemas.openxmlformats.org/officeDocument/2006/relationships/image" Target="../media/image51.png"/><Relationship Id="rId5" Type="http://schemas.openxmlformats.org/officeDocument/2006/relationships/image" Target="../media/image47.png"/><Relationship Id="rId10" Type="http://schemas.openxmlformats.org/officeDocument/2006/relationships/image" Target="../media/image44.svg"/><Relationship Id="rId4" Type="http://schemas.openxmlformats.org/officeDocument/2006/relationships/image" Target="../media/image46.svg"/><Relationship Id="rId9" Type="http://schemas.openxmlformats.org/officeDocument/2006/relationships/image" Target="../media/image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7B6E47-823F-4851-BBF0-28BE4C62E92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99BBE6-829C-4FB6-9098-1FA8469D3D79}">
      <dgm:prSet/>
      <dgm:spPr/>
      <dgm:t>
        <a:bodyPr/>
        <a:lstStyle/>
        <a:p>
          <a:r>
            <a:rPr lang="en-US"/>
            <a:t>Word Processing</a:t>
          </a:r>
        </a:p>
      </dgm:t>
    </dgm:pt>
    <dgm:pt modelId="{E30C3145-D992-4BEF-B837-A7C042A6AA72}" type="parTrans" cxnId="{4ED5A4B4-E7B8-4C23-9341-3996C4CCCB22}">
      <dgm:prSet/>
      <dgm:spPr/>
      <dgm:t>
        <a:bodyPr/>
        <a:lstStyle/>
        <a:p>
          <a:endParaRPr lang="en-US"/>
        </a:p>
      </dgm:t>
    </dgm:pt>
    <dgm:pt modelId="{B917AE21-36B9-4676-A555-AD5C9E347926}" type="sibTrans" cxnId="{4ED5A4B4-E7B8-4C23-9341-3996C4CCCB22}">
      <dgm:prSet/>
      <dgm:spPr/>
      <dgm:t>
        <a:bodyPr/>
        <a:lstStyle/>
        <a:p>
          <a:endParaRPr lang="en-US"/>
        </a:p>
      </dgm:t>
    </dgm:pt>
    <dgm:pt modelId="{87DA53FF-FD8A-45E8-A756-293D75E59270}">
      <dgm:prSet/>
      <dgm:spPr/>
      <dgm:t>
        <a:bodyPr/>
        <a:lstStyle/>
        <a:p>
          <a:r>
            <a:rPr lang="en-US"/>
            <a:t>Spreadsheet</a:t>
          </a:r>
        </a:p>
      </dgm:t>
    </dgm:pt>
    <dgm:pt modelId="{1C1B857D-1FC2-4AD1-A5F9-3180BF060C5D}" type="parTrans" cxnId="{06DB47BA-8760-4A8F-B387-0E93656279A9}">
      <dgm:prSet/>
      <dgm:spPr/>
      <dgm:t>
        <a:bodyPr/>
        <a:lstStyle/>
        <a:p>
          <a:endParaRPr lang="en-US"/>
        </a:p>
      </dgm:t>
    </dgm:pt>
    <dgm:pt modelId="{8045AF97-B1CA-4715-9A0A-49C9D5A43EAC}" type="sibTrans" cxnId="{06DB47BA-8760-4A8F-B387-0E93656279A9}">
      <dgm:prSet/>
      <dgm:spPr/>
      <dgm:t>
        <a:bodyPr/>
        <a:lstStyle/>
        <a:p>
          <a:endParaRPr lang="en-US"/>
        </a:p>
      </dgm:t>
    </dgm:pt>
    <dgm:pt modelId="{8FFBA147-3F35-437A-9C73-861A5EF13C06}">
      <dgm:prSet/>
      <dgm:spPr/>
      <dgm:t>
        <a:bodyPr/>
        <a:lstStyle/>
        <a:p>
          <a:r>
            <a:rPr lang="en-US"/>
            <a:t>Presentation</a:t>
          </a:r>
        </a:p>
      </dgm:t>
    </dgm:pt>
    <dgm:pt modelId="{1BDE0FBB-3D94-4C8E-97A5-A06AED4BB06D}" type="parTrans" cxnId="{A294012B-0123-48FA-8DF1-28F62422A141}">
      <dgm:prSet/>
      <dgm:spPr/>
      <dgm:t>
        <a:bodyPr/>
        <a:lstStyle/>
        <a:p>
          <a:endParaRPr lang="en-US"/>
        </a:p>
      </dgm:t>
    </dgm:pt>
    <dgm:pt modelId="{016BFCF1-002D-43BC-B0C8-95048E893FAA}" type="sibTrans" cxnId="{A294012B-0123-48FA-8DF1-28F62422A141}">
      <dgm:prSet/>
      <dgm:spPr/>
      <dgm:t>
        <a:bodyPr/>
        <a:lstStyle/>
        <a:p>
          <a:endParaRPr lang="en-US"/>
        </a:p>
      </dgm:t>
    </dgm:pt>
    <dgm:pt modelId="{A8D0E3A9-32EC-461C-8F13-3E8D7652EE0A}">
      <dgm:prSet/>
      <dgm:spPr/>
      <dgm:t>
        <a:bodyPr/>
        <a:lstStyle/>
        <a:p>
          <a:r>
            <a:rPr lang="en-US"/>
            <a:t>Visual Diagramming</a:t>
          </a:r>
        </a:p>
      </dgm:t>
    </dgm:pt>
    <dgm:pt modelId="{6D6374A3-C301-4D81-A577-B4EFEF29236E}" type="parTrans" cxnId="{4A3F5208-015B-454E-A666-546AB8F84F57}">
      <dgm:prSet/>
      <dgm:spPr/>
      <dgm:t>
        <a:bodyPr/>
        <a:lstStyle/>
        <a:p>
          <a:endParaRPr lang="en-US"/>
        </a:p>
      </dgm:t>
    </dgm:pt>
    <dgm:pt modelId="{A30EA0BF-6C2F-4464-B73C-5EA2F87ABF58}" type="sibTrans" cxnId="{4A3F5208-015B-454E-A666-546AB8F84F57}">
      <dgm:prSet/>
      <dgm:spPr/>
      <dgm:t>
        <a:bodyPr/>
        <a:lstStyle/>
        <a:p>
          <a:endParaRPr lang="en-US"/>
        </a:p>
      </dgm:t>
    </dgm:pt>
    <dgm:pt modelId="{D20D9078-D4DF-42A6-9C63-0965D28C61AD}">
      <dgm:prSet/>
      <dgm:spPr/>
      <dgm:t>
        <a:bodyPr/>
        <a:lstStyle/>
        <a:p>
          <a:r>
            <a:rPr lang="en-US"/>
            <a:t>Database Software</a:t>
          </a:r>
        </a:p>
      </dgm:t>
    </dgm:pt>
    <dgm:pt modelId="{AA3145A4-8ABF-4E7C-B2CE-ECEDD362151C}" type="parTrans" cxnId="{A69F9F2A-92F6-4DC7-B126-7AA5F0E903B1}">
      <dgm:prSet/>
      <dgm:spPr/>
      <dgm:t>
        <a:bodyPr/>
        <a:lstStyle/>
        <a:p>
          <a:endParaRPr lang="en-US"/>
        </a:p>
      </dgm:t>
    </dgm:pt>
    <dgm:pt modelId="{15F3EB9C-AC38-4050-AD71-146A690B445B}" type="sibTrans" cxnId="{A69F9F2A-92F6-4DC7-B126-7AA5F0E903B1}">
      <dgm:prSet/>
      <dgm:spPr/>
      <dgm:t>
        <a:bodyPr/>
        <a:lstStyle/>
        <a:p>
          <a:endParaRPr lang="en-US"/>
        </a:p>
      </dgm:t>
    </dgm:pt>
    <dgm:pt modelId="{64016476-611B-4DE2-A768-D9C93173019C}">
      <dgm:prSet/>
      <dgm:spPr/>
      <dgm:t>
        <a:bodyPr/>
        <a:lstStyle/>
        <a:p>
          <a:r>
            <a:rPr lang="en-US"/>
            <a:t>Note-Taking</a:t>
          </a:r>
        </a:p>
      </dgm:t>
    </dgm:pt>
    <dgm:pt modelId="{A8EFD26A-B5A1-4D79-9A78-8C54BE08C6B6}" type="parTrans" cxnId="{CADAFB5E-B67E-46D7-9DAF-01FB2BF37780}">
      <dgm:prSet/>
      <dgm:spPr/>
      <dgm:t>
        <a:bodyPr/>
        <a:lstStyle/>
        <a:p>
          <a:endParaRPr lang="en-US"/>
        </a:p>
      </dgm:t>
    </dgm:pt>
    <dgm:pt modelId="{7A8940D4-5AF6-4F39-B741-C2D18DCDB2E6}" type="sibTrans" cxnId="{CADAFB5E-B67E-46D7-9DAF-01FB2BF37780}">
      <dgm:prSet/>
      <dgm:spPr/>
      <dgm:t>
        <a:bodyPr/>
        <a:lstStyle/>
        <a:p>
          <a:endParaRPr lang="en-US"/>
        </a:p>
      </dgm:t>
    </dgm:pt>
    <dgm:pt modelId="{5B08237C-4D2E-48FE-B4F2-C66A6EAEDAD9}">
      <dgm:prSet/>
      <dgm:spPr/>
      <dgm:t>
        <a:bodyPr/>
        <a:lstStyle/>
        <a:p>
          <a:r>
            <a:rPr lang="en-US"/>
            <a:t>Email Clients</a:t>
          </a:r>
        </a:p>
      </dgm:t>
    </dgm:pt>
    <dgm:pt modelId="{CE4B65A0-8B49-4F2E-88C1-CF5A484D8487}" type="parTrans" cxnId="{582AD088-E3AE-436E-8148-9A11C25B125F}">
      <dgm:prSet/>
      <dgm:spPr/>
      <dgm:t>
        <a:bodyPr/>
        <a:lstStyle/>
        <a:p>
          <a:endParaRPr lang="en-US"/>
        </a:p>
      </dgm:t>
    </dgm:pt>
    <dgm:pt modelId="{4E422E7D-CB63-478B-A022-764D411705BF}" type="sibTrans" cxnId="{582AD088-E3AE-436E-8148-9A11C25B125F}">
      <dgm:prSet/>
      <dgm:spPr/>
      <dgm:t>
        <a:bodyPr/>
        <a:lstStyle/>
        <a:p>
          <a:endParaRPr lang="en-US"/>
        </a:p>
      </dgm:t>
    </dgm:pt>
    <dgm:pt modelId="{4E656B7F-8675-431F-9F01-390D596B57C9}" type="pres">
      <dgm:prSet presAssocID="{5B7B6E47-823F-4851-BBF0-28BE4C62E924}" presName="root" presStyleCnt="0">
        <dgm:presLayoutVars>
          <dgm:dir/>
          <dgm:resizeHandles val="exact"/>
        </dgm:presLayoutVars>
      </dgm:prSet>
      <dgm:spPr/>
    </dgm:pt>
    <dgm:pt modelId="{D2DBDE41-CB48-4B98-84B0-BD08C878FDBE}" type="pres">
      <dgm:prSet presAssocID="{3999BBE6-829C-4FB6-9098-1FA8469D3D79}" presName="compNode" presStyleCnt="0"/>
      <dgm:spPr/>
    </dgm:pt>
    <dgm:pt modelId="{0DF73FE0-C073-4E0E-ABE1-D07C09F5CFCD}" type="pres">
      <dgm:prSet presAssocID="{3999BBE6-829C-4FB6-9098-1FA8469D3D79}" presName="bgRect" presStyleLbl="bgShp" presStyleIdx="0" presStyleCnt="7"/>
      <dgm:spPr/>
    </dgm:pt>
    <dgm:pt modelId="{AB800DCF-D200-46A4-A313-4ED0F1F2B1E7}" type="pres">
      <dgm:prSet presAssocID="{3999BBE6-829C-4FB6-9098-1FA8469D3D79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7F97121-F8BC-4AD6-9C4E-4101D059959C}" type="pres">
      <dgm:prSet presAssocID="{3999BBE6-829C-4FB6-9098-1FA8469D3D79}" presName="spaceRect" presStyleCnt="0"/>
      <dgm:spPr/>
    </dgm:pt>
    <dgm:pt modelId="{BFEEE6B9-146B-4A62-8CAD-79669C5F5225}" type="pres">
      <dgm:prSet presAssocID="{3999BBE6-829C-4FB6-9098-1FA8469D3D79}" presName="parTx" presStyleLbl="revTx" presStyleIdx="0" presStyleCnt="7">
        <dgm:presLayoutVars>
          <dgm:chMax val="0"/>
          <dgm:chPref val="0"/>
        </dgm:presLayoutVars>
      </dgm:prSet>
      <dgm:spPr/>
    </dgm:pt>
    <dgm:pt modelId="{FB2E078A-F9D3-4B99-8798-13DFF284D7F6}" type="pres">
      <dgm:prSet presAssocID="{B917AE21-36B9-4676-A555-AD5C9E347926}" presName="sibTrans" presStyleCnt="0"/>
      <dgm:spPr/>
    </dgm:pt>
    <dgm:pt modelId="{3982FDD5-2918-47F8-97D9-0509AB1E178E}" type="pres">
      <dgm:prSet presAssocID="{87DA53FF-FD8A-45E8-A756-293D75E59270}" presName="compNode" presStyleCnt="0"/>
      <dgm:spPr/>
    </dgm:pt>
    <dgm:pt modelId="{385FF147-FE20-4A2F-9138-23D8FA57FE1E}" type="pres">
      <dgm:prSet presAssocID="{87DA53FF-FD8A-45E8-A756-293D75E59270}" presName="bgRect" presStyleLbl="bgShp" presStyleIdx="1" presStyleCnt="7"/>
      <dgm:spPr/>
    </dgm:pt>
    <dgm:pt modelId="{8D933821-CB8E-44F8-90FA-01E45ACFDD98}" type="pres">
      <dgm:prSet presAssocID="{87DA53FF-FD8A-45E8-A756-293D75E59270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2ED995A-BA4B-4074-A1A8-02B080332E19}" type="pres">
      <dgm:prSet presAssocID="{87DA53FF-FD8A-45E8-A756-293D75E59270}" presName="spaceRect" presStyleCnt="0"/>
      <dgm:spPr/>
    </dgm:pt>
    <dgm:pt modelId="{3FEF998E-6C53-443D-A84B-0D411CF2F3FB}" type="pres">
      <dgm:prSet presAssocID="{87DA53FF-FD8A-45E8-A756-293D75E59270}" presName="parTx" presStyleLbl="revTx" presStyleIdx="1" presStyleCnt="7">
        <dgm:presLayoutVars>
          <dgm:chMax val="0"/>
          <dgm:chPref val="0"/>
        </dgm:presLayoutVars>
      </dgm:prSet>
      <dgm:spPr/>
    </dgm:pt>
    <dgm:pt modelId="{03FC2126-81FF-41EE-B5D8-CDB6DE703103}" type="pres">
      <dgm:prSet presAssocID="{8045AF97-B1CA-4715-9A0A-49C9D5A43EAC}" presName="sibTrans" presStyleCnt="0"/>
      <dgm:spPr/>
    </dgm:pt>
    <dgm:pt modelId="{63AC1D07-6BA4-47B5-8AAC-14797E22BCDA}" type="pres">
      <dgm:prSet presAssocID="{8FFBA147-3F35-437A-9C73-861A5EF13C06}" presName="compNode" presStyleCnt="0"/>
      <dgm:spPr/>
    </dgm:pt>
    <dgm:pt modelId="{008AFD27-4E30-42E1-89FC-5B0444134C3C}" type="pres">
      <dgm:prSet presAssocID="{8FFBA147-3F35-437A-9C73-861A5EF13C06}" presName="bgRect" presStyleLbl="bgShp" presStyleIdx="2" presStyleCnt="7"/>
      <dgm:spPr/>
    </dgm:pt>
    <dgm:pt modelId="{529D79F0-9ACF-4219-BE9A-5EB7A3A4F5FC}" type="pres">
      <dgm:prSet presAssocID="{8FFBA147-3F35-437A-9C73-861A5EF13C0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B3285B93-12F2-4936-9411-EF3265A78203}" type="pres">
      <dgm:prSet presAssocID="{8FFBA147-3F35-437A-9C73-861A5EF13C06}" presName="spaceRect" presStyleCnt="0"/>
      <dgm:spPr/>
    </dgm:pt>
    <dgm:pt modelId="{DF2321AD-939D-4969-8E39-E87C4DDFAB67}" type="pres">
      <dgm:prSet presAssocID="{8FFBA147-3F35-437A-9C73-861A5EF13C06}" presName="parTx" presStyleLbl="revTx" presStyleIdx="2" presStyleCnt="7">
        <dgm:presLayoutVars>
          <dgm:chMax val="0"/>
          <dgm:chPref val="0"/>
        </dgm:presLayoutVars>
      </dgm:prSet>
      <dgm:spPr/>
    </dgm:pt>
    <dgm:pt modelId="{351C7BB5-D7E5-44B5-A783-21A7B6CD7481}" type="pres">
      <dgm:prSet presAssocID="{016BFCF1-002D-43BC-B0C8-95048E893FAA}" presName="sibTrans" presStyleCnt="0"/>
      <dgm:spPr/>
    </dgm:pt>
    <dgm:pt modelId="{E22FC944-6098-4985-ABE7-9559E1F4B1BB}" type="pres">
      <dgm:prSet presAssocID="{A8D0E3A9-32EC-461C-8F13-3E8D7652EE0A}" presName="compNode" presStyleCnt="0"/>
      <dgm:spPr/>
    </dgm:pt>
    <dgm:pt modelId="{08CAD73B-13BA-46F5-BED9-8DCB59EB362F}" type="pres">
      <dgm:prSet presAssocID="{A8D0E3A9-32EC-461C-8F13-3E8D7652EE0A}" presName="bgRect" presStyleLbl="bgShp" presStyleIdx="3" presStyleCnt="7"/>
      <dgm:spPr/>
    </dgm:pt>
    <dgm:pt modelId="{28A5A85A-EDB2-4083-8093-B73C9A22D736}" type="pres">
      <dgm:prSet presAssocID="{A8D0E3A9-32EC-461C-8F13-3E8D7652EE0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23FBFB12-BF67-4168-92F2-11660E0F5F3E}" type="pres">
      <dgm:prSet presAssocID="{A8D0E3A9-32EC-461C-8F13-3E8D7652EE0A}" presName="spaceRect" presStyleCnt="0"/>
      <dgm:spPr/>
    </dgm:pt>
    <dgm:pt modelId="{12D2E34F-B76D-441D-AC2F-E0C95C723AEF}" type="pres">
      <dgm:prSet presAssocID="{A8D0E3A9-32EC-461C-8F13-3E8D7652EE0A}" presName="parTx" presStyleLbl="revTx" presStyleIdx="3" presStyleCnt="7">
        <dgm:presLayoutVars>
          <dgm:chMax val="0"/>
          <dgm:chPref val="0"/>
        </dgm:presLayoutVars>
      </dgm:prSet>
      <dgm:spPr/>
    </dgm:pt>
    <dgm:pt modelId="{508DE6AB-A4FB-4440-9B08-E8D0AA98AA2F}" type="pres">
      <dgm:prSet presAssocID="{A30EA0BF-6C2F-4464-B73C-5EA2F87ABF58}" presName="sibTrans" presStyleCnt="0"/>
      <dgm:spPr/>
    </dgm:pt>
    <dgm:pt modelId="{B0FF6146-506F-4142-B0B6-2D702326B5BB}" type="pres">
      <dgm:prSet presAssocID="{D20D9078-D4DF-42A6-9C63-0965D28C61AD}" presName="compNode" presStyleCnt="0"/>
      <dgm:spPr/>
    </dgm:pt>
    <dgm:pt modelId="{349F6780-9FF9-4A24-ABA3-1E2024A26518}" type="pres">
      <dgm:prSet presAssocID="{D20D9078-D4DF-42A6-9C63-0965D28C61AD}" presName="bgRect" presStyleLbl="bgShp" presStyleIdx="4" presStyleCnt="7"/>
      <dgm:spPr/>
    </dgm:pt>
    <dgm:pt modelId="{A05B5351-F51A-43DD-8784-681108C57262}" type="pres">
      <dgm:prSet presAssocID="{D20D9078-D4DF-42A6-9C63-0965D28C61AD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B9D3082-3B78-473C-B018-87365B10A36A}" type="pres">
      <dgm:prSet presAssocID="{D20D9078-D4DF-42A6-9C63-0965D28C61AD}" presName="spaceRect" presStyleCnt="0"/>
      <dgm:spPr/>
    </dgm:pt>
    <dgm:pt modelId="{D37A6FAB-113D-4A7E-AB15-1DD731863C4D}" type="pres">
      <dgm:prSet presAssocID="{D20D9078-D4DF-42A6-9C63-0965D28C61AD}" presName="parTx" presStyleLbl="revTx" presStyleIdx="4" presStyleCnt="7">
        <dgm:presLayoutVars>
          <dgm:chMax val="0"/>
          <dgm:chPref val="0"/>
        </dgm:presLayoutVars>
      </dgm:prSet>
      <dgm:spPr/>
    </dgm:pt>
    <dgm:pt modelId="{5C8E9EBA-185A-4F73-93F1-0EEF6C91288B}" type="pres">
      <dgm:prSet presAssocID="{15F3EB9C-AC38-4050-AD71-146A690B445B}" presName="sibTrans" presStyleCnt="0"/>
      <dgm:spPr/>
    </dgm:pt>
    <dgm:pt modelId="{A4C0E225-74A8-4DD6-81FB-FCAA4E4DE27E}" type="pres">
      <dgm:prSet presAssocID="{64016476-611B-4DE2-A768-D9C93173019C}" presName="compNode" presStyleCnt="0"/>
      <dgm:spPr/>
    </dgm:pt>
    <dgm:pt modelId="{F7D43FFB-8A46-4F99-A990-302AE20E0A1C}" type="pres">
      <dgm:prSet presAssocID="{64016476-611B-4DE2-A768-D9C93173019C}" presName="bgRect" presStyleLbl="bgShp" presStyleIdx="5" presStyleCnt="7"/>
      <dgm:spPr/>
    </dgm:pt>
    <dgm:pt modelId="{045F2B10-3D9D-43B1-A567-DC1D0CB6532B}" type="pres">
      <dgm:prSet presAssocID="{64016476-611B-4DE2-A768-D9C93173019C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7C8DC62F-220F-45BC-99C3-1EAF98F2B3E6}" type="pres">
      <dgm:prSet presAssocID="{64016476-611B-4DE2-A768-D9C93173019C}" presName="spaceRect" presStyleCnt="0"/>
      <dgm:spPr/>
    </dgm:pt>
    <dgm:pt modelId="{58C943B6-0C98-4424-8958-D503084D9B17}" type="pres">
      <dgm:prSet presAssocID="{64016476-611B-4DE2-A768-D9C93173019C}" presName="parTx" presStyleLbl="revTx" presStyleIdx="5" presStyleCnt="7">
        <dgm:presLayoutVars>
          <dgm:chMax val="0"/>
          <dgm:chPref val="0"/>
        </dgm:presLayoutVars>
      </dgm:prSet>
      <dgm:spPr/>
    </dgm:pt>
    <dgm:pt modelId="{A486415B-A1F4-4F9E-B3FB-02F986BAF7BD}" type="pres">
      <dgm:prSet presAssocID="{7A8940D4-5AF6-4F39-B741-C2D18DCDB2E6}" presName="sibTrans" presStyleCnt="0"/>
      <dgm:spPr/>
    </dgm:pt>
    <dgm:pt modelId="{63F5FA49-11E8-4F0A-9F60-FFEC9848E65D}" type="pres">
      <dgm:prSet presAssocID="{5B08237C-4D2E-48FE-B4F2-C66A6EAEDAD9}" presName="compNode" presStyleCnt="0"/>
      <dgm:spPr/>
    </dgm:pt>
    <dgm:pt modelId="{80597DA3-D5EE-46F1-B08E-11549ED8FAF7}" type="pres">
      <dgm:prSet presAssocID="{5B08237C-4D2E-48FE-B4F2-C66A6EAEDAD9}" presName="bgRect" presStyleLbl="bgShp" presStyleIdx="6" presStyleCnt="7"/>
      <dgm:spPr/>
    </dgm:pt>
    <dgm:pt modelId="{04DF8E72-FFF7-4CA1-BF4C-11FC06C73E48}" type="pres">
      <dgm:prSet presAssocID="{5B08237C-4D2E-48FE-B4F2-C66A6EAEDAD9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122CB2D4-24A5-4614-B647-E8FD3D580AA5}" type="pres">
      <dgm:prSet presAssocID="{5B08237C-4D2E-48FE-B4F2-C66A6EAEDAD9}" presName="spaceRect" presStyleCnt="0"/>
      <dgm:spPr/>
    </dgm:pt>
    <dgm:pt modelId="{1FC0A18F-B2A3-4F16-9311-4FA2FA95667F}" type="pres">
      <dgm:prSet presAssocID="{5B08237C-4D2E-48FE-B4F2-C66A6EAEDAD9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4A3F5208-015B-454E-A666-546AB8F84F57}" srcId="{5B7B6E47-823F-4851-BBF0-28BE4C62E924}" destId="{A8D0E3A9-32EC-461C-8F13-3E8D7652EE0A}" srcOrd="3" destOrd="0" parTransId="{6D6374A3-C301-4D81-A577-B4EFEF29236E}" sibTransId="{A30EA0BF-6C2F-4464-B73C-5EA2F87ABF58}"/>
    <dgm:cxn modelId="{D0C7080F-A6B7-4A0B-8D80-88986264DBAF}" type="presOf" srcId="{87DA53FF-FD8A-45E8-A756-293D75E59270}" destId="{3FEF998E-6C53-443D-A84B-0D411CF2F3FB}" srcOrd="0" destOrd="0" presId="urn:microsoft.com/office/officeart/2018/2/layout/IconVerticalSolidList"/>
    <dgm:cxn modelId="{A69F9F2A-92F6-4DC7-B126-7AA5F0E903B1}" srcId="{5B7B6E47-823F-4851-BBF0-28BE4C62E924}" destId="{D20D9078-D4DF-42A6-9C63-0965D28C61AD}" srcOrd="4" destOrd="0" parTransId="{AA3145A4-8ABF-4E7C-B2CE-ECEDD362151C}" sibTransId="{15F3EB9C-AC38-4050-AD71-146A690B445B}"/>
    <dgm:cxn modelId="{A294012B-0123-48FA-8DF1-28F62422A141}" srcId="{5B7B6E47-823F-4851-BBF0-28BE4C62E924}" destId="{8FFBA147-3F35-437A-9C73-861A5EF13C06}" srcOrd="2" destOrd="0" parTransId="{1BDE0FBB-3D94-4C8E-97A5-A06AED4BB06D}" sibTransId="{016BFCF1-002D-43BC-B0C8-95048E893FAA}"/>
    <dgm:cxn modelId="{ADDC173C-7CB2-4993-A4B3-8FAB319FF2A9}" type="presOf" srcId="{D20D9078-D4DF-42A6-9C63-0965D28C61AD}" destId="{D37A6FAB-113D-4A7E-AB15-1DD731863C4D}" srcOrd="0" destOrd="0" presId="urn:microsoft.com/office/officeart/2018/2/layout/IconVerticalSolidList"/>
    <dgm:cxn modelId="{CADAFB5E-B67E-46D7-9DAF-01FB2BF37780}" srcId="{5B7B6E47-823F-4851-BBF0-28BE4C62E924}" destId="{64016476-611B-4DE2-A768-D9C93173019C}" srcOrd="5" destOrd="0" parTransId="{A8EFD26A-B5A1-4D79-9A78-8C54BE08C6B6}" sibTransId="{7A8940D4-5AF6-4F39-B741-C2D18DCDB2E6}"/>
    <dgm:cxn modelId="{0552EC48-2F89-4449-8EBA-E343A0632655}" type="presOf" srcId="{A8D0E3A9-32EC-461C-8F13-3E8D7652EE0A}" destId="{12D2E34F-B76D-441D-AC2F-E0C95C723AEF}" srcOrd="0" destOrd="0" presId="urn:microsoft.com/office/officeart/2018/2/layout/IconVerticalSolidList"/>
    <dgm:cxn modelId="{582AD088-E3AE-436E-8148-9A11C25B125F}" srcId="{5B7B6E47-823F-4851-BBF0-28BE4C62E924}" destId="{5B08237C-4D2E-48FE-B4F2-C66A6EAEDAD9}" srcOrd="6" destOrd="0" parTransId="{CE4B65A0-8B49-4F2E-88C1-CF5A484D8487}" sibTransId="{4E422E7D-CB63-478B-A022-764D411705BF}"/>
    <dgm:cxn modelId="{0093A88F-F702-4934-B80E-C456D171811C}" type="presOf" srcId="{64016476-611B-4DE2-A768-D9C93173019C}" destId="{58C943B6-0C98-4424-8958-D503084D9B17}" srcOrd="0" destOrd="0" presId="urn:microsoft.com/office/officeart/2018/2/layout/IconVerticalSolidList"/>
    <dgm:cxn modelId="{D5C0E19D-6F3A-46B8-98E2-41FD675D6488}" type="presOf" srcId="{5B7B6E47-823F-4851-BBF0-28BE4C62E924}" destId="{4E656B7F-8675-431F-9F01-390D596B57C9}" srcOrd="0" destOrd="0" presId="urn:microsoft.com/office/officeart/2018/2/layout/IconVerticalSolidList"/>
    <dgm:cxn modelId="{FFF4BAA8-7B94-4467-877F-8C6033432C78}" type="presOf" srcId="{3999BBE6-829C-4FB6-9098-1FA8469D3D79}" destId="{BFEEE6B9-146B-4A62-8CAD-79669C5F5225}" srcOrd="0" destOrd="0" presId="urn:microsoft.com/office/officeart/2018/2/layout/IconVerticalSolidList"/>
    <dgm:cxn modelId="{CBA1E2AF-1183-4359-A550-A6F41BE8816A}" type="presOf" srcId="{8FFBA147-3F35-437A-9C73-861A5EF13C06}" destId="{DF2321AD-939D-4969-8E39-E87C4DDFAB67}" srcOrd="0" destOrd="0" presId="urn:microsoft.com/office/officeart/2018/2/layout/IconVerticalSolidList"/>
    <dgm:cxn modelId="{4ED5A4B4-E7B8-4C23-9341-3996C4CCCB22}" srcId="{5B7B6E47-823F-4851-BBF0-28BE4C62E924}" destId="{3999BBE6-829C-4FB6-9098-1FA8469D3D79}" srcOrd="0" destOrd="0" parTransId="{E30C3145-D992-4BEF-B837-A7C042A6AA72}" sibTransId="{B917AE21-36B9-4676-A555-AD5C9E347926}"/>
    <dgm:cxn modelId="{06DB47BA-8760-4A8F-B387-0E93656279A9}" srcId="{5B7B6E47-823F-4851-BBF0-28BE4C62E924}" destId="{87DA53FF-FD8A-45E8-A756-293D75E59270}" srcOrd="1" destOrd="0" parTransId="{1C1B857D-1FC2-4AD1-A5F9-3180BF060C5D}" sibTransId="{8045AF97-B1CA-4715-9A0A-49C9D5A43EAC}"/>
    <dgm:cxn modelId="{300CE9F3-E6DD-4EC4-BF8E-BA723BB4B7A0}" type="presOf" srcId="{5B08237C-4D2E-48FE-B4F2-C66A6EAEDAD9}" destId="{1FC0A18F-B2A3-4F16-9311-4FA2FA95667F}" srcOrd="0" destOrd="0" presId="urn:microsoft.com/office/officeart/2018/2/layout/IconVerticalSolidList"/>
    <dgm:cxn modelId="{F54DE9FF-9507-46D8-8E2B-D02D82F5E8A6}" type="presParOf" srcId="{4E656B7F-8675-431F-9F01-390D596B57C9}" destId="{D2DBDE41-CB48-4B98-84B0-BD08C878FDBE}" srcOrd="0" destOrd="0" presId="urn:microsoft.com/office/officeart/2018/2/layout/IconVerticalSolidList"/>
    <dgm:cxn modelId="{7BACF9E9-31D7-4BAF-BAFD-4FD74010344B}" type="presParOf" srcId="{D2DBDE41-CB48-4B98-84B0-BD08C878FDBE}" destId="{0DF73FE0-C073-4E0E-ABE1-D07C09F5CFCD}" srcOrd="0" destOrd="0" presId="urn:microsoft.com/office/officeart/2018/2/layout/IconVerticalSolidList"/>
    <dgm:cxn modelId="{51E4E96C-EF82-4CE1-A54C-A22276F64774}" type="presParOf" srcId="{D2DBDE41-CB48-4B98-84B0-BD08C878FDBE}" destId="{AB800DCF-D200-46A4-A313-4ED0F1F2B1E7}" srcOrd="1" destOrd="0" presId="urn:microsoft.com/office/officeart/2018/2/layout/IconVerticalSolidList"/>
    <dgm:cxn modelId="{0354AB3F-9583-4E0E-A28B-824E842A2FBB}" type="presParOf" srcId="{D2DBDE41-CB48-4B98-84B0-BD08C878FDBE}" destId="{07F97121-F8BC-4AD6-9C4E-4101D059959C}" srcOrd="2" destOrd="0" presId="urn:microsoft.com/office/officeart/2018/2/layout/IconVerticalSolidList"/>
    <dgm:cxn modelId="{09184064-6FE6-4998-A18F-EE335E170C0C}" type="presParOf" srcId="{D2DBDE41-CB48-4B98-84B0-BD08C878FDBE}" destId="{BFEEE6B9-146B-4A62-8CAD-79669C5F5225}" srcOrd="3" destOrd="0" presId="urn:microsoft.com/office/officeart/2018/2/layout/IconVerticalSolidList"/>
    <dgm:cxn modelId="{D80F0CE2-63EB-478B-8EEC-7BF7036820AD}" type="presParOf" srcId="{4E656B7F-8675-431F-9F01-390D596B57C9}" destId="{FB2E078A-F9D3-4B99-8798-13DFF284D7F6}" srcOrd="1" destOrd="0" presId="urn:microsoft.com/office/officeart/2018/2/layout/IconVerticalSolidList"/>
    <dgm:cxn modelId="{8E973C3B-DD75-4318-A13D-980A55C018BD}" type="presParOf" srcId="{4E656B7F-8675-431F-9F01-390D596B57C9}" destId="{3982FDD5-2918-47F8-97D9-0509AB1E178E}" srcOrd="2" destOrd="0" presId="urn:microsoft.com/office/officeart/2018/2/layout/IconVerticalSolidList"/>
    <dgm:cxn modelId="{12C5F1F9-AB44-45E4-9585-2472DA1520D4}" type="presParOf" srcId="{3982FDD5-2918-47F8-97D9-0509AB1E178E}" destId="{385FF147-FE20-4A2F-9138-23D8FA57FE1E}" srcOrd="0" destOrd="0" presId="urn:microsoft.com/office/officeart/2018/2/layout/IconVerticalSolidList"/>
    <dgm:cxn modelId="{40073CAE-438A-4F64-9065-7BEB8CC6E1AC}" type="presParOf" srcId="{3982FDD5-2918-47F8-97D9-0509AB1E178E}" destId="{8D933821-CB8E-44F8-90FA-01E45ACFDD98}" srcOrd="1" destOrd="0" presId="urn:microsoft.com/office/officeart/2018/2/layout/IconVerticalSolidList"/>
    <dgm:cxn modelId="{B1560EAE-ED85-4628-84F3-380BCADB727C}" type="presParOf" srcId="{3982FDD5-2918-47F8-97D9-0509AB1E178E}" destId="{52ED995A-BA4B-4074-A1A8-02B080332E19}" srcOrd="2" destOrd="0" presId="urn:microsoft.com/office/officeart/2018/2/layout/IconVerticalSolidList"/>
    <dgm:cxn modelId="{6567459B-FE89-4C81-9A3B-9F0B0C139A4C}" type="presParOf" srcId="{3982FDD5-2918-47F8-97D9-0509AB1E178E}" destId="{3FEF998E-6C53-443D-A84B-0D411CF2F3FB}" srcOrd="3" destOrd="0" presId="urn:microsoft.com/office/officeart/2018/2/layout/IconVerticalSolidList"/>
    <dgm:cxn modelId="{778420C1-3ED1-4171-877B-F1172CE30D49}" type="presParOf" srcId="{4E656B7F-8675-431F-9F01-390D596B57C9}" destId="{03FC2126-81FF-41EE-B5D8-CDB6DE703103}" srcOrd="3" destOrd="0" presId="urn:microsoft.com/office/officeart/2018/2/layout/IconVerticalSolidList"/>
    <dgm:cxn modelId="{7342608A-CA9A-4674-9D70-7709F4B4C609}" type="presParOf" srcId="{4E656B7F-8675-431F-9F01-390D596B57C9}" destId="{63AC1D07-6BA4-47B5-8AAC-14797E22BCDA}" srcOrd="4" destOrd="0" presId="urn:microsoft.com/office/officeart/2018/2/layout/IconVerticalSolidList"/>
    <dgm:cxn modelId="{5F653B43-383E-4EC9-BCA0-750EA0F1D3C3}" type="presParOf" srcId="{63AC1D07-6BA4-47B5-8AAC-14797E22BCDA}" destId="{008AFD27-4E30-42E1-89FC-5B0444134C3C}" srcOrd="0" destOrd="0" presId="urn:microsoft.com/office/officeart/2018/2/layout/IconVerticalSolidList"/>
    <dgm:cxn modelId="{A3ABA031-1CCA-4B58-8F9B-42A62036945C}" type="presParOf" srcId="{63AC1D07-6BA4-47B5-8AAC-14797E22BCDA}" destId="{529D79F0-9ACF-4219-BE9A-5EB7A3A4F5FC}" srcOrd="1" destOrd="0" presId="urn:microsoft.com/office/officeart/2018/2/layout/IconVerticalSolidList"/>
    <dgm:cxn modelId="{9522A8C9-4575-444F-BB25-8C3AB590D39E}" type="presParOf" srcId="{63AC1D07-6BA4-47B5-8AAC-14797E22BCDA}" destId="{B3285B93-12F2-4936-9411-EF3265A78203}" srcOrd="2" destOrd="0" presId="urn:microsoft.com/office/officeart/2018/2/layout/IconVerticalSolidList"/>
    <dgm:cxn modelId="{BD7C198C-5E43-4592-99E2-49E6BBA0C67D}" type="presParOf" srcId="{63AC1D07-6BA4-47B5-8AAC-14797E22BCDA}" destId="{DF2321AD-939D-4969-8E39-E87C4DDFAB67}" srcOrd="3" destOrd="0" presId="urn:microsoft.com/office/officeart/2018/2/layout/IconVerticalSolidList"/>
    <dgm:cxn modelId="{A1A720C7-5CFF-4D09-8D61-3D1283ECC57F}" type="presParOf" srcId="{4E656B7F-8675-431F-9F01-390D596B57C9}" destId="{351C7BB5-D7E5-44B5-A783-21A7B6CD7481}" srcOrd="5" destOrd="0" presId="urn:microsoft.com/office/officeart/2018/2/layout/IconVerticalSolidList"/>
    <dgm:cxn modelId="{6E674EA4-19DD-430A-9300-E5581287C375}" type="presParOf" srcId="{4E656B7F-8675-431F-9F01-390D596B57C9}" destId="{E22FC944-6098-4985-ABE7-9559E1F4B1BB}" srcOrd="6" destOrd="0" presId="urn:microsoft.com/office/officeart/2018/2/layout/IconVerticalSolidList"/>
    <dgm:cxn modelId="{0A2E0B13-BCF2-4B70-A737-C9B80E589D6E}" type="presParOf" srcId="{E22FC944-6098-4985-ABE7-9559E1F4B1BB}" destId="{08CAD73B-13BA-46F5-BED9-8DCB59EB362F}" srcOrd="0" destOrd="0" presId="urn:microsoft.com/office/officeart/2018/2/layout/IconVerticalSolidList"/>
    <dgm:cxn modelId="{C61F37AD-3739-4E06-B795-D914AC3BAE9B}" type="presParOf" srcId="{E22FC944-6098-4985-ABE7-9559E1F4B1BB}" destId="{28A5A85A-EDB2-4083-8093-B73C9A22D736}" srcOrd="1" destOrd="0" presId="urn:microsoft.com/office/officeart/2018/2/layout/IconVerticalSolidList"/>
    <dgm:cxn modelId="{AD1B80DF-6BC4-4E45-8C5C-98C97608F5AD}" type="presParOf" srcId="{E22FC944-6098-4985-ABE7-9559E1F4B1BB}" destId="{23FBFB12-BF67-4168-92F2-11660E0F5F3E}" srcOrd="2" destOrd="0" presId="urn:microsoft.com/office/officeart/2018/2/layout/IconVerticalSolidList"/>
    <dgm:cxn modelId="{4960268F-FAFC-4591-BEE1-B9DE239AD7F1}" type="presParOf" srcId="{E22FC944-6098-4985-ABE7-9559E1F4B1BB}" destId="{12D2E34F-B76D-441D-AC2F-E0C95C723AEF}" srcOrd="3" destOrd="0" presId="urn:microsoft.com/office/officeart/2018/2/layout/IconVerticalSolidList"/>
    <dgm:cxn modelId="{155D0685-6ECB-421F-8F81-EE01E3FEE580}" type="presParOf" srcId="{4E656B7F-8675-431F-9F01-390D596B57C9}" destId="{508DE6AB-A4FB-4440-9B08-E8D0AA98AA2F}" srcOrd="7" destOrd="0" presId="urn:microsoft.com/office/officeart/2018/2/layout/IconVerticalSolidList"/>
    <dgm:cxn modelId="{53FCD131-996A-4FC5-9C1B-34B69D8B31E4}" type="presParOf" srcId="{4E656B7F-8675-431F-9F01-390D596B57C9}" destId="{B0FF6146-506F-4142-B0B6-2D702326B5BB}" srcOrd="8" destOrd="0" presId="urn:microsoft.com/office/officeart/2018/2/layout/IconVerticalSolidList"/>
    <dgm:cxn modelId="{04186701-FFAF-4B50-ABBF-7921F82E3BAF}" type="presParOf" srcId="{B0FF6146-506F-4142-B0B6-2D702326B5BB}" destId="{349F6780-9FF9-4A24-ABA3-1E2024A26518}" srcOrd="0" destOrd="0" presId="urn:microsoft.com/office/officeart/2018/2/layout/IconVerticalSolidList"/>
    <dgm:cxn modelId="{01C98A64-313C-49EF-9930-F4AD199927B6}" type="presParOf" srcId="{B0FF6146-506F-4142-B0B6-2D702326B5BB}" destId="{A05B5351-F51A-43DD-8784-681108C57262}" srcOrd="1" destOrd="0" presId="urn:microsoft.com/office/officeart/2018/2/layout/IconVerticalSolidList"/>
    <dgm:cxn modelId="{34570A92-9BC0-439B-BB17-D04255EAB454}" type="presParOf" srcId="{B0FF6146-506F-4142-B0B6-2D702326B5BB}" destId="{6B9D3082-3B78-473C-B018-87365B10A36A}" srcOrd="2" destOrd="0" presId="urn:microsoft.com/office/officeart/2018/2/layout/IconVerticalSolidList"/>
    <dgm:cxn modelId="{BA45F88A-BB35-40E9-AE2D-E4F33513B037}" type="presParOf" srcId="{B0FF6146-506F-4142-B0B6-2D702326B5BB}" destId="{D37A6FAB-113D-4A7E-AB15-1DD731863C4D}" srcOrd="3" destOrd="0" presId="urn:microsoft.com/office/officeart/2018/2/layout/IconVerticalSolidList"/>
    <dgm:cxn modelId="{6160AA19-0F32-4498-91BC-0E0DDD8A6B09}" type="presParOf" srcId="{4E656B7F-8675-431F-9F01-390D596B57C9}" destId="{5C8E9EBA-185A-4F73-93F1-0EEF6C91288B}" srcOrd="9" destOrd="0" presId="urn:microsoft.com/office/officeart/2018/2/layout/IconVerticalSolidList"/>
    <dgm:cxn modelId="{CEE48AC9-8AAF-4922-AFFD-474507F3BA65}" type="presParOf" srcId="{4E656B7F-8675-431F-9F01-390D596B57C9}" destId="{A4C0E225-74A8-4DD6-81FB-FCAA4E4DE27E}" srcOrd="10" destOrd="0" presId="urn:microsoft.com/office/officeart/2018/2/layout/IconVerticalSolidList"/>
    <dgm:cxn modelId="{6CED05D9-1E67-4D6F-93A4-0CFD29A0E8C5}" type="presParOf" srcId="{A4C0E225-74A8-4DD6-81FB-FCAA4E4DE27E}" destId="{F7D43FFB-8A46-4F99-A990-302AE20E0A1C}" srcOrd="0" destOrd="0" presId="urn:microsoft.com/office/officeart/2018/2/layout/IconVerticalSolidList"/>
    <dgm:cxn modelId="{49BD74E6-E9B2-469D-9376-65DA484FD73B}" type="presParOf" srcId="{A4C0E225-74A8-4DD6-81FB-FCAA4E4DE27E}" destId="{045F2B10-3D9D-43B1-A567-DC1D0CB6532B}" srcOrd="1" destOrd="0" presId="urn:microsoft.com/office/officeart/2018/2/layout/IconVerticalSolidList"/>
    <dgm:cxn modelId="{A18BB498-9EBE-49F4-B3EE-AFA8F4E4EBFF}" type="presParOf" srcId="{A4C0E225-74A8-4DD6-81FB-FCAA4E4DE27E}" destId="{7C8DC62F-220F-45BC-99C3-1EAF98F2B3E6}" srcOrd="2" destOrd="0" presId="urn:microsoft.com/office/officeart/2018/2/layout/IconVerticalSolidList"/>
    <dgm:cxn modelId="{1CE379B6-6AFF-44C3-ACF2-3E350DF5AC3D}" type="presParOf" srcId="{A4C0E225-74A8-4DD6-81FB-FCAA4E4DE27E}" destId="{58C943B6-0C98-4424-8958-D503084D9B17}" srcOrd="3" destOrd="0" presId="urn:microsoft.com/office/officeart/2018/2/layout/IconVerticalSolidList"/>
    <dgm:cxn modelId="{EDAE0F8A-691A-430D-B42C-EDB71C9E03BC}" type="presParOf" srcId="{4E656B7F-8675-431F-9F01-390D596B57C9}" destId="{A486415B-A1F4-4F9E-B3FB-02F986BAF7BD}" srcOrd="11" destOrd="0" presId="urn:microsoft.com/office/officeart/2018/2/layout/IconVerticalSolidList"/>
    <dgm:cxn modelId="{D7113F1C-A934-4D75-AD6F-C9113A9EA1D1}" type="presParOf" srcId="{4E656B7F-8675-431F-9F01-390D596B57C9}" destId="{63F5FA49-11E8-4F0A-9F60-FFEC9848E65D}" srcOrd="12" destOrd="0" presId="urn:microsoft.com/office/officeart/2018/2/layout/IconVerticalSolidList"/>
    <dgm:cxn modelId="{47F1E96C-F4AB-4236-A44D-91F62C376706}" type="presParOf" srcId="{63F5FA49-11E8-4F0A-9F60-FFEC9848E65D}" destId="{80597DA3-D5EE-46F1-B08E-11549ED8FAF7}" srcOrd="0" destOrd="0" presId="urn:microsoft.com/office/officeart/2018/2/layout/IconVerticalSolidList"/>
    <dgm:cxn modelId="{7CBDCFF4-809A-4321-BC4E-83788E819805}" type="presParOf" srcId="{63F5FA49-11E8-4F0A-9F60-FFEC9848E65D}" destId="{04DF8E72-FFF7-4CA1-BF4C-11FC06C73E48}" srcOrd="1" destOrd="0" presId="urn:microsoft.com/office/officeart/2018/2/layout/IconVerticalSolidList"/>
    <dgm:cxn modelId="{F0E150F9-7F09-40BD-8028-037E0B5EB705}" type="presParOf" srcId="{63F5FA49-11E8-4F0A-9F60-FFEC9848E65D}" destId="{122CB2D4-24A5-4614-B647-E8FD3D580AA5}" srcOrd="2" destOrd="0" presId="urn:microsoft.com/office/officeart/2018/2/layout/IconVerticalSolidList"/>
    <dgm:cxn modelId="{A943EB8A-3E9A-48FC-9C96-AEAD4228CDC0}" type="presParOf" srcId="{63F5FA49-11E8-4F0A-9F60-FFEC9848E65D}" destId="{1FC0A18F-B2A3-4F16-9311-4FA2FA9566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D73455-BDC6-4FAE-B3D4-A4E5B2AC2CE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47ABBF7-9794-412D-969C-5A6210870323}">
      <dgm:prSet/>
      <dgm:spPr/>
      <dgm:t>
        <a:bodyPr/>
        <a:lstStyle/>
        <a:p>
          <a:pPr>
            <a:defRPr cap="all"/>
          </a:pPr>
          <a:r>
            <a:rPr lang="en-US"/>
            <a:t>Helps Troubleshooting and Diagnosing Issues</a:t>
          </a:r>
        </a:p>
      </dgm:t>
    </dgm:pt>
    <dgm:pt modelId="{9C786420-E782-4003-8819-40435894A0AF}" type="parTrans" cxnId="{739152F3-C977-43CF-8C54-0EBF63EA1B00}">
      <dgm:prSet/>
      <dgm:spPr/>
      <dgm:t>
        <a:bodyPr/>
        <a:lstStyle/>
        <a:p>
          <a:endParaRPr lang="en-US"/>
        </a:p>
      </dgm:t>
    </dgm:pt>
    <dgm:pt modelId="{996A707E-2BDA-468C-B38E-0A79689BB2FF}" type="sibTrans" cxnId="{739152F3-C977-43CF-8C54-0EBF63EA1B00}">
      <dgm:prSet/>
      <dgm:spPr/>
      <dgm:t>
        <a:bodyPr/>
        <a:lstStyle/>
        <a:p>
          <a:endParaRPr lang="en-US"/>
        </a:p>
      </dgm:t>
    </dgm:pt>
    <dgm:pt modelId="{062F07A8-7578-47C1-BA59-BD08A5E2101E}">
      <dgm:prSet/>
      <dgm:spPr/>
      <dgm:t>
        <a:bodyPr/>
        <a:lstStyle/>
        <a:p>
          <a:pPr>
            <a:defRPr cap="all"/>
          </a:pPr>
          <a:r>
            <a:rPr lang="en-US"/>
            <a:t>Software Installation and Configuration</a:t>
          </a:r>
        </a:p>
      </dgm:t>
    </dgm:pt>
    <dgm:pt modelId="{677AD252-ECC3-4AB6-9BC8-BD67559915F2}" type="parTrans" cxnId="{99C96207-80A5-4CAF-9BF9-FB618407BA1C}">
      <dgm:prSet/>
      <dgm:spPr/>
      <dgm:t>
        <a:bodyPr/>
        <a:lstStyle/>
        <a:p>
          <a:endParaRPr lang="en-US"/>
        </a:p>
      </dgm:t>
    </dgm:pt>
    <dgm:pt modelId="{79A02941-ED97-4995-8A2D-9DE706294554}" type="sibTrans" cxnId="{99C96207-80A5-4CAF-9BF9-FB618407BA1C}">
      <dgm:prSet/>
      <dgm:spPr/>
      <dgm:t>
        <a:bodyPr/>
        <a:lstStyle/>
        <a:p>
          <a:endParaRPr lang="en-US"/>
        </a:p>
      </dgm:t>
    </dgm:pt>
    <dgm:pt modelId="{733C1FFF-937E-4C2A-9AA8-DE86950CD918}">
      <dgm:prSet/>
      <dgm:spPr/>
      <dgm:t>
        <a:bodyPr/>
        <a:lstStyle/>
        <a:p>
          <a:pPr>
            <a:defRPr cap="all"/>
          </a:pPr>
          <a:r>
            <a:rPr lang="en-US"/>
            <a:t>Applying Fixes and Updates</a:t>
          </a:r>
        </a:p>
      </dgm:t>
    </dgm:pt>
    <dgm:pt modelId="{FAC83832-3BEF-4C3C-88E6-6D0E22085E12}" type="parTrans" cxnId="{1F894164-5986-4278-A25B-730FB8BEF2CC}">
      <dgm:prSet/>
      <dgm:spPr/>
      <dgm:t>
        <a:bodyPr/>
        <a:lstStyle/>
        <a:p>
          <a:endParaRPr lang="en-US"/>
        </a:p>
      </dgm:t>
    </dgm:pt>
    <dgm:pt modelId="{3C086EF7-8816-426D-B40F-89E500093DD0}" type="sibTrans" cxnId="{1F894164-5986-4278-A25B-730FB8BEF2CC}">
      <dgm:prSet/>
      <dgm:spPr/>
      <dgm:t>
        <a:bodyPr/>
        <a:lstStyle/>
        <a:p>
          <a:endParaRPr lang="en-US"/>
        </a:p>
      </dgm:t>
    </dgm:pt>
    <dgm:pt modelId="{B80E00FE-7FA7-403B-9086-DEA93B125EAB}">
      <dgm:prSet/>
      <dgm:spPr/>
      <dgm:t>
        <a:bodyPr/>
        <a:lstStyle/>
        <a:p>
          <a:pPr>
            <a:defRPr cap="all"/>
          </a:pPr>
          <a:r>
            <a:rPr lang="en-US"/>
            <a:t>User Training and Demonstrations</a:t>
          </a:r>
        </a:p>
      </dgm:t>
    </dgm:pt>
    <dgm:pt modelId="{316E4FF1-3BD6-4437-9383-B446EE5F4442}" type="parTrans" cxnId="{17F2A185-CB79-41C8-80F6-60B24F7F46C6}">
      <dgm:prSet/>
      <dgm:spPr/>
      <dgm:t>
        <a:bodyPr/>
        <a:lstStyle/>
        <a:p>
          <a:endParaRPr lang="en-US"/>
        </a:p>
      </dgm:t>
    </dgm:pt>
    <dgm:pt modelId="{43F6C8EF-5920-4574-8E1D-EBF247F2CEF0}" type="sibTrans" cxnId="{17F2A185-CB79-41C8-80F6-60B24F7F46C6}">
      <dgm:prSet/>
      <dgm:spPr/>
      <dgm:t>
        <a:bodyPr/>
        <a:lstStyle/>
        <a:p>
          <a:endParaRPr lang="en-US"/>
        </a:p>
      </dgm:t>
    </dgm:pt>
    <dgm:pt modelId="{2ED9F055-844A-4496-AF61-2431B99DDC4B}">
      <dgm:prSet/>
      <dgm:spPr/>
      <dgm:t>
        <a:bodyPr/>
        <a:lstStyle/>
        <a:p>
          <a:pPr>
            <a:defRPr cap="all"/>
          </a:pPr>
          <a:r>
            <a:rPr lang="en-US"/>
            <a:t>Remote System Maintenance </a:t>
          </a:r>
        </a:p>
      </dgm:t>
    </dgm:pt>
    <dgm:pt modelId="{5F87275C-7B1B-4F44-8137-DC8B0E49D5A5}" type="parTrans" cxnId="{808B8F9D-721D-40AA-99BB-98E71BDDAA65}">
      <dgm:prSet/>
      <dgm:spPr/>
      <dgm:t>
        <a:bodyPr/>
        <a:lstStyle/>
        <a:p>
          <a:endParaRPr lang="en-US"/>
        </a:p>
      </dgm:t>
    </dgm:pt>
    <dgm:pt modelId="{A7F86D31-3345-4433-9821-2DA13D8605A9}" type="sibTrans" cxnId="{808B8F9D-721D-40AA-99BB-98E71BDDAA65}">
      <dgm:prSet/>
      <dgm:spPr/>
      <dgm:t>
        <a:bodyPr/>
        <a:lstStyle/>
        <a:p>
          <a:endParaRPr lang="en-US"/>
        </a:p>
      </dgm:t>
    </dgm:pt>
    <dgm:pt modelId="{E70305DB-8642-43EE-8A60-8821160442A4}" type="pres">
      <dgm:prSet presAssocID="{3FD73455-BDC6-4FAE-B3D4-A4E5B2AC2CEE}" presName="root" presStyleCnt="0">
        <dgm:presLayoutVars>
          <dgm:dir/>
          <dgm:resizeHandles val="exact"/>
        </dgm:presLayoutVars>
      </dgm:prSet>
      <dgm:spPr/>
    </dgm:pt>
    <dgm:pt modelId="{62AB4AFA-66B9-4FC4-8E33-19E590BFFEF9}" type="pres">
      <dgm:prSet presAssocID="{947ABBF7-9794-412D-969C-5A6210870323}" presName="compNode" presStyleCnt="0"/>
      <dgm:spPr/>
    </dgm:pt>
    <dgm:pt modelId="{94FFF4D1-3CA3-4710-9A5F-A58AFA6B6321}" type="pres">
      <dgm:prSet presAssocID="{947ABBF7-9794-412D-969C-5A6210870323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07361EE-F9BE-49F8-95EA-23353CBACD2A}" type="pres">
      <dgm:prSet presAssocID="{947ABBF7-9794-412D-969C-5A621087032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40962671-D092-489B-83ED-339DEECE45C6}" type="pres">
      <dgm:prSet presAssocID="{947ABBF7-9794-412D-969C-5A6210870323}" presName="spaceRect" presStyleCnt="0"/>
      <dgm:spPr/>
    </dgm:pt>
    <dgm:pt modelId="{65F963CB-2D41-4986-A9D6-AB6794BE01CC}" type="pres">
      <dgm:prSet presAssocID="{947ABBF7-9794-412D-969C-5A6210870323}" presName="textRect" presStyleLbl="revTx" presStyleIdx="0" presStyleCnt="5">
        <dgm:presLayoutVars>
          <dgm:chMax val="1"/>
          <dgm:chPref val="1"/>
        </dgm:presLayoutVars>
      </dgm:prSet>
      <dgm:spPr/>
    </dgm:pt>
    <dgm:pt modelId="{E9E29C7F-2D25-482E-8297-4A3AAC1DC2F2}" type="pres">
      <dgm:prSet presAssocID="{996A707E-2BDA-468C-B38E-0A79689BB2FF}" presName="sibTrans" presStyleCnt="0"/>
      <dgm:spPr/>
    </dgm:pt>
    <dgm:pt modelId="{37776038-847C-41CA-9965-5A9FC7C9D40E}" type="pres">
      <dgm:prSet presAssocID="{062F07A8-7578-47C1-BA59-BD08A5E2101E}" presName="compNode" presStyleCnt="0"/>
      <dgm:spPr/>
    </dgm:pt>
    <dgm:pt modelId="{F8EAFBF0-95A4-44D8-B8A6-DE63EFA64CF0}" type="pres">
      <dgm:prSet presAssocID="{062F07A8-7578-47C1-BA59-BD08A5E2101E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512689E-B0D8-455A-96FE-43145A425ACB}" type="pres">
      <dgm:prSet presAssocID="{062F07A8-7578-47C1-BA59-BD08A5E2101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4C2D7DC-7521-4EBC-94BA-C6909B9AE5DB}" type="pres">
      <dgm:prSet presAssocID="{062F07A8-7578-47C1-BA59-BD08A5E2101E}" presName="spaceRect" presStyleCnt="0"/>
      <dgm:spPr/>
    </dgm:pt>
    <dgm:pt modelId="{F2D4E2AD-83FA-4146-B2D5-B2BAAB2DA3D2}" type="pres">
      <dgm:prSet presAssocID="{062F07A8-7578-47C1-BA59-BD08A5E2101E}" presName="textRect" presStyleLbl="revTx" presStyleIdx="1" presStyleCnt="5">
        <dgm:presLayoutVars>
          <dgm:chMax val="1"/>
          <dgm:chPref val="1"/>
        </dgm:presLayoutVars>
      </dgm:prSet>
      <dgm:spPr/>
    </dgm:pt>
    <dgm:pt modelId="{87DE6AB0-8B48-4307-8653-C62F427AD2A1}" type="pres">
      <dgm:prSet presAssocID="{79A02941-ED97-4995-8A2D-9DE706294554}" presName="sibTrans" presStyleCnt="0"/>
      <dgm:spPr/>
    </dgm:pt>
    <dgm:pt modelId="{697AA880-8EB4-483B-83E1-A048D1E5CB5D}" type="pres">
      <dgm:prSet presAssocID="{733C1FFF-937E-4C2A-9AA8-DE86950CD918}" presName="compNode" presStyleCnt="0"/>
      <dgm:spPr/>
    </dgm:pt>
    <dgm:pt modelId="{A6AC433B-2D03-4BF9-AC16-D380F50E4311}" type="pres">
      <dgm:prSet presAssocID="{733C1FFF-937E-4C2A-9AA8-DE86950CD918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47FCCB2-D14B-40E9-B969-70C5C6F43791}" type="pres">
      <dgm:prSet presAssocID="{733C1FFF-937E-4C2A-9AA8-DE86950CD91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637F62C-2F14-4A5E-8188-0DD2D68D027F}" type="pres">
      <dgm:prSet presAssocID="{733C1FFF-937E-4C2A-9AA8-DE86950CD918}" presName="spaceRect" presStyleCnt="0"/>
      <dgm:spPr/>
    </dgm:pt>
    <dgm:pt modelId="{CD09249C-1EC8-4BF5-BBC0-672482B8772A}" type="pres">
      <dgm:prSet presAssocID="{733C1FFF-937E-4C2A-9AA8-DE86950CD918}" presName="textRect" presStyleLbl="revTx" presStyleIdx="2" presStyleCnt="5">
        <dgm:presLayoutVars>
          <dgm:chMax val="1"/>
          <dgm:chPref val="1"/>
        </dgm:presLayoutVars>
      </dgm:prSet>
      <dgm:spPr/>
    </dgm:pt>
    <dgm:pt modelId="{ABE337A2-A67D-43AE-B4E9-DFCA3D440E06}" type="pres">
      <dgm:prSet presAssocID="{3C086EF7-8816-426D-B40F-89E500093DD0}" presName="sibTrans" presStyleCnt="0"/>
      <dgm:spPr/>
    </dgm:pt>
    <dgm:pt modelId="{D7175658-AB0A-4FB5-8D8E-C311633D81FF}" type="pres">
      <dgm:prSet presAssocID="{B80E00FE-7FA7-403B-9086-DEA93B125EAB}" presName="compNode" presStyleCnt="0"/>
      <dgm:spPr/>
    </dgm:pt>
    <dgm:pt modelId="{A72D211C-66C7-44D2-8CB7-0E0B4D141C52}" type="pres">
      <dgm:prSet presAssocID="{B80E00FE-7FA7-403B-9086-DEA93B125EAB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22D80D8-2BB7-400D-B296-1F2AACD75CF4}" type="pres">
      <dgm:prSet presAssocID="{B80E00FE-7FA7-403B-9086-DEA93B125EA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47A47364-91F8-4AC4-A3B1-51BA814F369A}" type="pres">
      <dgm:prSet presAssocID="{B80E00FE-7FA7-403B-9086-DEA93B125EAB}" presName="spaceRect" presStyleCnt="0"/>
      <dgm:spPr/>
    </dgm:pt>
    <dgm:pt modelId="{B25F9059-8BA3-4DF9-A1EA-AA2448D577AB}" type="pres">
      <dgm:prSet presAssocID="{B80E00FE-7FA7-403B-9086-DEA93B125EAB}" presName="textRect" presStyleLbl="revTx" presStyleIdx="3" presStyleCnt="5">
        <dgm:presLayoutVars>
          <dgm:chMax val="1"/>
          <dgm:chPref val="1"/>
        </dgm:presLayoutVars>
      </dgm:prSet>
      <dgm:spPr/>
    </dgm:pt>
    <dgm:pt modelId="{CC051094-E0AE-4EA8-9ADB-70023B0833C3}" type="pres">
      <dgm:prSet presAssocID="{43F6C8EF-5920-4574-8E1D-EBF247F2CEF0}" presName="sibTrans" presStyleCnt="0"/>
      <dgm:spPr/>
    </dgm:pt>
    <dgm:pt modelId="{723727FA-63EB-4124-BE16-1FB68A6691D1}" type="pres">
      <dgm:prSet presAssocID="{2ED9F055-844A-4496-AF61-2431B99DDC4B}" presName="compNode" presStyleCnt="0"/>
      <dgm:spPr/>
    </dgm:pt>
    <dgm:pt modelId="{07116B81-8342-459A-A1D6-910DF8D78BF7}" type="pres">
      <dgm:prSet presAssocID="{2ED9F055-844A-4496-AF61-2431B99DDC4B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96A2F87-6EF9-4936-9C93-19C855F77890}" type="pres">
      <dgm:prSet presAssocID="{2ED9F055-844A-4496-AF61-2431B99DDC4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68F00EEF-EE5F-422A-9EA6-92EF228144E2}" type="pres">
      <dgm:prSet presAssocID="{2ED9F055-844A-4496-AF61-2431B99DDC4B}" presName="spaceRect" presStyleCnt="0"/>
      <dgm:spPr/>
    </dgm:pt>
    <dgm:pt modelId="{EDF63F3F-E3FB-417B-8A79-297C851CEEBC}" type="pres">
      <dgm:prSet presAssocID="{2ED9F055-844A-4496-AF61-2431B99DDC4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9C96207-80A5-4CAF-9BF9-FB618407BA1C}" srcId="{3FD73455-BDC6-4FAE-B3D4-A4E5B2AC2CEE}" destId="{062F07A8-7578-47C1-BA59-BD08A5E2101E}" srcOrd="1" destOrd="0" parTransId="{677AD252-ECC3-4AB6-9BC8-BD67559915F2}" sibTransId="{79A02941-ED97-4995-8A2D-9DE706294554}"/>
    <dgm:cxn modelId="{FCFE2831-C4C4-4C99-A20B-538E05336B71}" type="presOf" srcId="{733C1FFF-937E-4C2A-9AA8-DE86950CD918}" destId="{CD09249C-1EC8-4BF5-BBC0-672482B8772A}" srcOrd="0" destOrd="0" presId="urn:microsoft.com/office/officeart/2018/5/layout/IconLeafLabelList"/>
    <dgm:cxn modelId="{A06DD15B-EBDD-4963-BF4C-260AC6E78A1F}" type="presOf" srcId="{947ABBF7-9794-412D-969C-5A6210870323}" destId="{65F963CB-2D41-4986-A9D6-AB6794BE01CC}" srcOrd="0" destOrd="0" presId="urn:microsoft.com/office/officeart/2018/5/layout/IconLeafLabelList"/>
    <dgm:cxn modelId="{1F894164-5986-4278-A25B-730FB8BEF2CC}" srcId="{3FD73455-BDC6-4FAE-B3D4-A4E5B2AC2CEE}" destId="{733C1FFF-937E-4C2A-9AA8-DE86950CD918}" srcOrd="2" destOrd="0" parTransId="{FAC83832-3BEF-4C3C-88E6-6D0E22085E12}" sibTransId="{3C086EF7-8816-426D-B40F-89E500093DD0}"/>
    <dgm:cxn modelId="{B480F747-7D36-4121-855A-BD4833559B79}" type="presOf" srcId="{B80E00FE-7FA7-403B-9086-DEA93B125EAB}" destId="{B25F9059-8BA3-4DF9-A1EA-AA2448D577AB}" srcOrd="0" destOrd="0" presId="urn:microsoft.com/office/officeart/2018/5/layout/IconLeafLabelList"/>
    <dgm:cxn modelId="{17F2A185-CB79-41C8-80F6-60B24F7F46C6}" srcId="{3FD73455-BDC6-4FAE-B3D4-A4E5B2AC2CEE}" destId="{B80E00FE-7FA7-403B-9086-DEA93B125EAB}" srcOrd="3" destOrd="0" parTransId="{316E4FF1-3BD6-4437-9383-B446EE5F4442}" sibTransId="{43F6C8EF-5920-4574-8E1D-EBF247F2CEF0}"/>
    <dgm:cxn modelId="{808B8F9D-721D-40AA-99BB-98E71BDDAA65}" srcId="{3FD73455-BDC6-4FAE-B3D4-A4E5B2AC2CEE}" destId="{2ED9F055-844A-4496-AF61-2431B99DDC4B}" srcOrd="4" destOrd="0" parTransId="{5F87275C-7B1B-4F44-8137-DC8B0E49D5A5}" sibTransId="{A7F86D31-3345-4433-9821-2DA13D8605A9}"/>
    <dgm:cxn modelId="{2EAD55D8-DE1C-4E1A-9F04-EDD0607799C7}" type="presOf" srcId="{2ED9F055-844A-4496-AF61-2431B99DDC4B}" destId="{EDF63F3F-E3FB-417B-8A79-297C851CEEBC}" srcOrd="0" destOrd="0" presId="urn:microsoft.com/office/officeart/2018/5/layout/IconLeafLabelList"/>
    <dgm:cxn modelId="{DB477CEE-6F09-4FE0-BEE0-CFF6DC340548}" type="presOf" srcId="{3FD73455-BDC6-4FAE-B3D4-A4E5B2AC2CEE}" destId="{E70305DB-8642-43EE-8A60-8821160442A4}" srcOrd="0" destOrd="0" presId="urn:microsoft.com/office/officeart/2018/5/layout/IconLeafLabelList"/>
    <dgm:cxn modelId="{739152F3-C977-43CF-8C54-0EBF63EA1B00}" srcId="{3FD73455-BDC6-4FAE-B3D4-A4E5B2AC2CEE}" destId="{947ABBF7-9794-412D-969C-5A6210870323}" srcOrd="0" destOrd="0" parTransId="{9C786420-E782-4003-8819-40435894A0AF}" sibTransId="{996A707E-2BDA-468C-B38E-0A79689BB2FF}"/>
    <dgm:cxn modelId="{0BC814F9-74EB-4225-930C-EE3D1DC98B70}" type="presOf" srcId="{062F07A8-7578-47C1-BA59-BD08A5E2101E}" destId="{F2D4E2AD-83FA-4146-B2D5-B2BAAB2DA3D2}" srcOrd="0" destOrd="0" presId="urn:microsoft.com/office/officeart/2018/5/layout/IconLeafLabelList"/>
    <dgm:cxn modelId="{E834A3BE-659E-4A8C-B671-828E0A011557}" type="presParOf" srcId="{E70305DB-8642-43EE-8A60-8821160442A4}" destId="{62AB4AFA-66B9-4FC4-8E33-19E590BFFEF9}" srcOrd="0" destOrd="0" presId="urn:microsoft.com/office/officeart/2018/5/layout/IconLeafLabelList"/>
    <dgm:cxn modelId="{9B6E5803-B253-42D6-BAB1-58205603DEB0}" type="presParOf" srcId="{62AB4AFA-66B9-4FC4-8E33-19E590BFFEF9}" destId="{94FFF4D1-3CA3-4710-9A5F-A58AFA6B6321}" srcOrd="0" destOrd="0" presId="urn:microsoft.com/office/officeart/2018/5/layout/IconLeafLabelList"/>
    <dgm:cxn modelId="{94D68DD5-4E69-4196-94BF-DF61E3E0CD1F}" type="presParOf" srcId="{62AB4AFA-66B9-4FC4-8E33-19E590BFFEF9}" destId="{A07361EE-F9BE-49F8-95EA-23353CBACD2A}" srcOrd="1" destOrd="0" presId="urn:microsoft.com/office/officeart/2018/5/layout/IconLeafLabelList"/>
    <dgm:cxn modelId="{26BD3B4C-E1A2-463C-B45E-F29D42714AB7}" type="presParOf" srcId="{62AB4AFA-66B9-4FC4-8E33-19E590BFFEF9}" destId="{40962671-D092-489B-83ED-339DEECE45C6}" srcOrd="2" destOrd="0" presId="urn:microsoft.com/office/officeart/2018/5/layout/IconLeafLabelList"/>
    <dgm:cxn modelId="{84F10CCF-95A4-4508-ADC8-6C36EFCC4B72}" type="presParOf" srcId="{62AB4AFA-66B9-4FC4-8E33-19E590BFFEF9}" destId="{65F963CB-2D41-4986-A9D6-AB6794BE01CC}" srcOrd="3" destOrd="0" presId="urn:microsoft.com/office/officeart/2018/5/layout/IconLeafLabelList"/>
    <dgm:cxn modelId="{1D9F0A58-9225-4146-B55C-3EEE0A472FD9}" type="presParOf" srcId="{E70305DB-8642-43EE-8A60-8821160442A4}" destId="{E9E29C7F-2D25-482E-8297-4A3AAC1DC2F2}" srcOrd="1" destOrd="0" presId="urn:microsoft.com/office/officeart/2018/5/layout/IconLeafLabelList"/>
    <dgm:cxn modelId="{679100F4-8748-4E8F-A615-8D400A26B55E}" type="presParOf" srcId="{E70305DB-8642-43EE-8A60-8821160442A4}" destId="{37776038-847C-41CA-9965-5A9FC7C9D40E}" srcOrd="2" destOrd="0" presId="urn:microsoft.com/office/officeart/2018/5/layout/IconLeafLabelList"/>
    <dgm:cxn modelId="{32A47ECF-6947-4E13-AB96-62934D0F7471}" type="presParOf" srcId="{37776038-847C-41CA-9965-5A9FC7C9D40E}" destId="{F8EAFBF0-95A4-44D8-B8A6-DE63EFA64CF0}" srcOrd="0" destOrd="0" presId="urn:microsoft.com/office/officeart/2018/5/layout/IconLeafLabelList"/>
    <dgm:cxn modelId="{F6D8932A-3663-462B-9544-A749C5225F75}" type="presParOf" srcId="{37776038-847C-41CA-9965-5A9FC7C9D40E}" destId="{E512689E-B0D8-455A-96FE-43145A425ACB}" srcOrd="1" destOrd="0" presId="urn:microsoft.com/office/officeart/2018/5/layout/IconLeafLabelList"/>
    <dgm:cxn modelId="{4521252B-123C-488A-BEB6-15C60B178443}" type="presParOf" srcId="{37776038-847C-41CA-9965-5A9FC7C9D40E}" destId="{94C2D7DC-7521-4EBC-94BA-C6909B9AE5DB}" srcOrd="2" destOrd="0" presId="urn:microsoft.com/office/officeart/2018/5/layout/IconLeafLabelList"/>
    <dgm:cxn modelId="{E317C158-231E-47A2-AFCB-971CE1104A1F}" type="presParOf" srcId="{37776038-847C-41CA-9965-5A9FC7C9D40E}" destId="{F2D4E2AD-83FA-4146-B2D5-B2BAAB2DA3D2}" srcOrd="3" destOrd="0" presId="urn:microsoft.com/office/officeart/2018/5/layout/IconLeafLabelList"/>
    <dgm:cxn modelId="{8872F2C8-E930-4DBD-91D5-684E1940A379}" type="presParOf" srcId="{E70305DB-8642-43EE-8A60-8821160442A4}" destId="{87DE6AB0-8B48-4307-8653-C62F427AD2A1}" srcOrd="3" destOrd="0" presId="urn:microsoft.com/office/officeart/2018/5/layout/IconLeafLabelList"/>
    <dgm:cxn modelId="{9CB87417-A974-48A0-8279-A40684CDC073}" type="presParOf" srcId="{E70305DB-8642-43EE-8A60-8821160442A4}" destId="{697AA880-8EB4-483B-83E1-A048D1E5CB5D}" srcOrd="4" destOrd="0" presId="urn:microsoft.com/office/officeart/2018/5/layout/IconLeafLabelList"/>
    <dgm:cxn modelId="{1868CF99-5319-4DB1-9560-1C0BCA58D689}" type="presParOf" srcId="{697AA880-8EB4-483B-83E1-A048D1E5CB5D}" destId="{A6AC433B-2D03-4BF9-AC16-D380F50E4311}" srcOrd="0" destOrd="0" presId="urn:microsoft.com/office/officeart/2018/5/layout/IconLeafLabelList"/>
    <dgm:cxn modelId="{DADBBC21-44C5-4664-8925-E55DE36648E6}" type="presParOf" srcId="{697AA880-8EB4-483B-83E1-A048D1E5CB5D}" destId="{F47FCCB2-D14B-40E9-B969-70C5C6F43791}" srcOrd="1" destOrd="0" presId="urn:microsoft.com/office/officeart/2018/5/layout/IconLeafLabelList"/>
    <dgm:cxn modelId="{2D36912B-0C0F-4291-AF56-2F45C7872E64}" type="presParOf" srcId="{697AA880-8EB4-483B-83E1-A048D1E5CB5D}" destId="{8637F62C-2F14-4A5E-8188-0DD2D68D027F}" srcOrd="2" destOrd="0" presId="urn:microsoft.com/office/officeart/2018/5/layout/IconLeafLabelList"/>
    <dgm:cxn modelId="{462D6272-2BA3-4810-8022-754C9FDC4975}" type="presParOf" srcId="{697AA880-8EB4-483B-83E1-A048D1E5CB5D}" destId="{CD09249C-1EC8-4BF5-BBC0-672482B8772A}" srcOrd="3" destOrd="0" presId="urn:microsoft.com/office/officeart/2018/5/layout/IconLeafLabelList"/>
    <dgm:cxn modelId="{37C4C133-77F1-449F-A1C7-C86DB9B0CB52}" type="presParOf" srcId="{E70305DB-8642-43EE-8A60-8821160442A4}" destId="{ABE337A2-A67D-43AE-B4E9-DFCA3D440E06}" srcOrd="5" destOrd="0" presId="urn:microsoft.com/office/officeart/2018/5/layout/IconLeafLabelList"/>
    <dgm:cxn modelId="{E4948663-5A0C-4E17-AC8A-4DD8CF8A5DDF}" type="presParOf" srcId="{E70305DB-8642-43EE-8A60-8821160442A4}" destId="{D7175658-AB0A-4FB5-8D8E-C311633D81FF}" srcOrd="6" destOrd="0" presId="urn:microsoft.com/office/officeart/2018/5/layout/IconLeafLabelList"/>
    <dgm:cxn modelId="{38FE7F74-F843-4FE0-AF6A-5859BD7654A1}" type="presParOf" srcId="{D7175658-AB0A-4FB5-8D8E-C311633D81FF}" destId="{A72D211C-66C7-44D2-8CB7-0E0B4D141C52}" srcOrd="0" destOrd="0" presId="urn:microsoft.com/office/officeart/2018/5/layout/IconLeafLabelList"/>
    <dgm:cxn modelId="{89D7ABDD-01B4-4409-A283-42E41D9CFA03}" type="presParOf" srcId="{D7175658-AB0A-4FB5-8D8E-C311633D81FF}" destId="{222D80D8-2BB7-400D-B296-1F2AACD75CF4}" srcOrd="1" destOrd="0" presId="urn:microsoft.com/office/officeart/2018/5/layout/IconLeafLabelList"/>
    <dgm:cxn modelId="{13C0837E-5B31-4660-AD24-4AB96B5E6A01}" type="presParOf" srcId="{D7175658-AB0A-4FB5-8D8E-C311633D81FF}" destId="{47A47364-91F8-4AC4-A3B1-51BA814F369A}" srcOrd="2" destOrd="0" presId="urn:microsoft.com/office/officeart/2018/5/layout/IconLeafLabelList"/>
    <dgm:cxn modelId="{CC7691BD-2D76-4DCB-9624-12C407BFDF5D}" type="presParOf" srcId="{D7175658-AB0A-4FB5-8D8E-C311633D81FF}" destId="{B25F9059-8BA3-4DF9-A1EA-AA2448D577AB}" srcOrd="3" destOrd="0" presId="urn:microsoft.com/office/officeart/2018/5/layout/IconLeafLabelList"/>
    <dgm:cxn modelId="{03929ACE-7958-45DE-A2B2-84999A96CCFB}" type="presParOf" srcId="{E70305DB-8642-43EE-8A60-8821160442A4}" destId="{CC051094-E0AE-4EA8-9ADB-70023B0833C3}" srcOrd="7" destOrd="0" presId="urn:microsoft.com/office/officeart/2018/5/layout/IconLeafLabelList"/>
    <dgm:cxn modelId="{2766216D-72FC-4E3F-B8CC-8CDFB621C908}" type="presParOf" srcId="{E70305DB-8642-43EE-8A60-8821160442A4}" destId="{723727FA-63EB-4124-BE16-1FB68A6691D1}" srcOrd="8" destOrd="0" presId="urn:microsoft.com/office/officeart/2018/5/layout/IconLeafLabelList"/>
    <dgm:cxn modelId="{63A04284-8BC9-43A4-BAED-709A9343E1F6}" type="presParOf" srcId="{723727FA-63EB-4124-BE16-1FB68A6691D1}" destId="{07116B81-8342-459A-A1D6-910DF8D78BF7}" srcOrd="0" destOrd="0" presId="urn:microsoft.com/office/officeart/2018/5/layout/IconLeafLabelList"/>
    <dgm:cxn modelId="{A6F33EBC-D18F-4A8C-8A6B-B3D38899347E}" type="presParOf" srcId="{723727FA-63EB-4124-BE16-1FB68A6691D1}" destId="{996A2F87-6EF9-4936-9C93-19C855F77890}" srcOrd="1" destOrd="0" presId="urn:microsoft.com/office/officeart/2018/5/layout/IconLeafLabelList"/>
    <dgm:cxn modelId="{B9547655-1DAB-4572-84D5-EC93F9210602}" type="presParOf" srcId="{723727FA-63EB-4124-BE16-1FB68A6691D1}" destId="{68F00EEF-EE5F-422A-9EA6-92EF228144E2}" srcOrd="2" destOrd="0" presId="urn:microsoft.com/office/officeart/2018/5/layout/IconLeafLabelList"/>
    <dgm:cxn modelId="{472D4217-5D08-407A-A9E7-AE757185C23A}" type="presParOf" srcId="{723727FA-63EB-4124-BE16-1FB68A6691D1}" destId="{EDF63F3F-E3FB-417B-8A79-297C851CEEB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AD576C-158B-4478-900F-1BEE7C87624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3243F40-A340-44DB-8379-C78C5FF0AAF4}">
      <dgm:prSet/>
      <dgm:spPr/>
      <dgm:t>
        <a:bodyPr/>
        <a:lstStyle/>
        <a:p>
          <a:r>
            <a:rPr lang="en-US"/>
            <a:t>Enterprise Resource Planning</a:t>
          </a:r>
        </a:p>
      </dgm:t>
    </dgm:pt>
    <dgm:pt modelId="{D7BDEF8E-BF1A-4287-B46C-DE68E47A8FFF}" type="parTrans" cxnId="{2DAD39B9-2371-42C8-870F-658AAFE9169F}">
      <dgm:prSet/>
      <dgm:spPr/>
      <dgm:t>
        <a:bodyPr/>
        <a:lstStyle/>
        <a:p>
          <a:endParaRPr lang="en-US"/>
        </a:p>
      </dgm:t>
    </dgm:pt>
    <dgm:pt modelId="{840131FC-EB59-4148-97F0-2B5D6740C3CA}" type="sibTrans" cxnId="{2DAD39B9-2371-42C8-870F-658AAFE9169F}">
      <dgm:prSet/>
      <dgm:spPr/>
      <dgm:t>
        <a:bodyPr/>
        <a:lstStyle/>
        <a:p>
          <a:endParaRPr lang="en-US"/>
        </a:p>
      </dgm:t>
    </dgm:pt>
    <dgm:pt modelId="{7F103E00-995D-4C68-B19C-ED7DDA81E29D}">
      <dgm:prSet/>
      <dgm:spPr/>
      <dgm:t>
        <a:bodyPr/>
        <a:lstStyle/>
        <a:p>
          <a:r>
            <a:rPr lang="en-US"/>
            <a:t>Customer Relationship Management</a:t>
          </a:r>
        </a:p>
      </dgm:t>
    </dgm:pt>
    <dgm:pt modelId="{6B84866F-DA4E-4477-B95E-F04FE36F76A9}" type="parTrans" cxnId="{705C8C15-4AD1-4736-BDE7-B375F3F4B45F}">
      <dgm:prSet/>
      <dgm:spPr/>
      <dgm:t>
        <a:bodyPr/>
        <a:lstStyle/>
        <a:p>
          <a:endParaRPr lang="en-US"/>
        </a:p>
      </dgm:t>
    </dgm:pt>
    <dgm:pt modelId="{260F72EC-C4E5-424B-BB4A-BE49FE657399}" type="sibTrans" cxnId="{705C8C15-4AD1-4736-BDE7-B375F3F4B45F}">
      <dgm:prSet/>
      <dgm:spPr/>
      <dgm:t>
        <a:bodyPr/>
        <a:lstStyle/>
        <a:p>
          <a:endParaRPr lang="en-US"/>
        </a:p>
      </dgm:t>
    </dgm:pt>
    <dgm:pt modelId="{FEEF0E1B-B520-4E6C-81C4-9AE7BA1D16A8}">
      <dgm:prSet/>
      <dgm:spPr/>
      <dgm:t>
        <a:bodyPr/>
        <a:lstStyle/>
        <a:p>
          <a:r>
            <a:rPr lang="en-US"/>
            <a:t>Accounting Software</a:t>
          </a:r>
        </a:p>
      </dgm:t>
    </dgm:pt>
    <dgm:pt modelId="{8BA7EE4F-51A2-45D4-84F6-29A4937AC89E}" type="parTrans" cxnId="{2ED3E6F2-6B6C-4C41-BDAB-6F9816BB2AD2}">
      <dgm:prSet/>
      <dgm:spPr/>
      <dgm:t>
        <a:bodyPr/>
        <a:lstStyle/>
        <a:p>
          <a:endParaRPr lang="en-US"/>
        </a:p>
      </dgm:t>
    </dgm:pt>
    <dgm:pt modelId="{C33361A6-AB03-4CDC-AE36-9EEBB70B9DEA}" type="sibTrans" cxnId="{2ED3E6F2-6B6C-4C41-BDAB-6F9816BB2AD2}">
      <dgm:prSet/>
      <dgm:spPr/>
      <dgm:t>
        <a:bodyPr/>
        <a:lstStyle/>
        <a:p>
          <a:endParaRPr lang="en-US"/>
        </a:p>
      </dgm:t>
    </dgm:pt>
    <dgm:pt modelId="{1E0F796F-A19E-4260-B55A-1C13556BAE89}">
      <dgm:prSet/>
      <dgm:spPr/>
      <dgm:t>
        <a:bodyPr/>
        <a:lstStyle/>
        <a:p>
          <a:r>
            <a:rPr lang="en-US"/>
            <a:t>Supply Chain Management</a:t>
          </a:r>
        </a:p>
      </dgm:t>
    </dgm:pt>
    <dgm:pt modelId="{4BF6C675-0560-47C7-9424-811756AC1204}" type="parTrans" cxnId="{A326419F-10EB-4C38-9E77-BCA1BFDFD13F}">
      <dgm:prSet/>
      <dgm:spPr/>
      <dgm:t>
        <a:bodyPr/>
        <a:lstStyle/>
        <a:p>
          <a:endParaRPr lang="en-US"/>
        </a:p>
      </dgm:t>
    </dgm:pt>
    <dgm:pt modelId="{8BF46976-0048-4DFB-9CCF-B96667AA44BC}" type="sibTrans" cxnId="{A326419F-10EB-4C38-9E77-BCA1BFDFD13F}">
      <dgm:prSet/>
      <dgm:spPr/>
      <dgm:t>
        <a:bodyPr/>
        <a:lstStyle/>
        <a:p>
          <a:endParaRPr lang="en-US"/>
        </a:p>
      </dgm:t>
    </dgm:pt>
    <dgm:pt modelId="{BA41803A-CFF5-4E2F-AAAA-965ACFC9CDC9}">
      <dgm:prSet/>
      <dgm:spPr/>
      <dgm:t>
        <a:bodyPr/>
        <a:lstStyle/>
        <a:p>
          <a:r>
            <a:rPr lang="en-US"/>
            <a:t>Human Resource Software</a:t>
          </a:r>
        </a:p>
      </dgm:t>
    </dgm:pt>
    <dgm:pt modelId="{1ABBFD55-B34B-42F3-AD23-3D1D0F8835CD}" type="parTrans" cxnId="{6A4CE7D9-8327-4E5F-9430-C532FA279473}">
      <dgm:prSet/>
      <dgm:spPr/>
      <dgm:t>
        <a:bodyPr/>
        <a:lstStyle/>
        <a:p>
          <a:endParaRPr lang="en-US"/>
        </a:p>
      </dgm:t>
    </dgm:pt>
    <dgm:pt modelId="{3C35AEFA-4164-4F64-8219-8BC0CB323C51}" type="sibTrans" cxnId="{6A4CE7D9-8327-4E5F-9430-C532FA279473}">
      <dgm:prSet/>
      <dgm:spPr/>
      <dgm:t>
        <a:bodyPr/>
        <a:lstStyle/>
        <a:p>
          <a:endParaRPr lang="en-US"/>
        </a:p>
      </dgm:t>
    </dgm:pt>
    <dgm:pt modelId="{1D84B129-4C73-49BD-82FC-4EB212CB6776}" type="pres">
      <dgm:prSet presAssocID="{3EAD576C-158B-4478-900F-1BEE7C876240}" presName="linear" presStyleCnt="0">
        <dgm:presLayoutVars>
          <dgm:animLvl val="lvl"/>
          <dgm:resizeHandles val="exact"/>
        </dgm:presLayoutVars>
      </dgm:prSet>
      <dgm:spPr/>
    </dgm:pt>
    <dgm:pt modelId="{3A264FE6-15E3-41B2-9019-F67CDD69BDAD}" type="pres">
      <dgm:prSet presAssocID="{E3243F40-A340-44DB-8379-C78C5FF0AAF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231B743-9CD1-43CD-B85B-8E781571B15E}" type="pres">
      <dgm:prSet presAssocID="{840131FC-EB59-4148-97F0-2B5D6740C3CA}" presName="spacer" presStyleCnt="0"/>
      <dgm:spPr/>
    </dgm:pt>
    <dgm:pt modelId="{EEAA25C7-09F9-4D07-B970-56131E9B9D2D}" type="pres">
      <dgm:prSet presAssocID="{7F103E00-995D-4C68-B19C-ED7DDA81E29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D21A0CB-D33E-4B09-94C1-210BF927F4FA}" type="pres">
      <dgm:prSet presAssocID="{260F72EC-C4E5-424B-BB4A-BE49FE657399}" presName="spacer" presStyleCnt="0"/>
      <dgm:spPr/>
    </dgm:pt>
    <dgm:pt modelId="{DCC7745D-8B5D-41BB-B306-DF123AE1049D}" type="pres">
      <dgm:prSet presAssocID="{FEEF0E1B-B520-4E6C-81C4-9AE7BA1D16A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ED971D4-5718-4C0F-894D-6D4A6C18C7E2}" type="pres">
      <dgm:prSet presAssocID="{C33361A6-AB03-4CDC-AE36-9EEBB70B9DEA}" presName="spacer" presStyleCnt="0"/>
      <dgm:spPr/>
    </dgm:pt>
    <dgm:pt modelId="{8FD562B8-72F0-4B6A-BE5C-E654EC8B0B1E}" type="pres">
      <dgm:prSet presAssocID="{1E0F796F-A19E-4260-B55A-1C13556BAE8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5085CA1-94ED-49A3-B021-8D0E45C2A4AA}" type="pres">
      <dgm:prSet presAssocID="{8BF46976-0048-4DFB-9CCF-B96667AA44BC}" presName="spacer" presStyleCnt="0"/>
      <dgm:spPr/>
    </dgm:pt>
    <dgm:pt modelId="{7104E6D2-2FCA-4F83-8684-3A124F2CCA4F}" type="pres">
      <dgm:prSet presAssocID="{BA41803A-CFF5-4E2F-AAAA-965ACFC9CDC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05C8C15-4AD1-4736-BDE7-B375F3F4B45F}" srcId="{3EAD576C-158B-4478-900F-1BEE7C876240}" destId="{7F103E00-995D-4C68-B19C-ED7DDA81E29D}" srcOrd="1" destOrd="0" parTransId="{6B84866F-DA4E-4477-B95E-F04FE36F76A9}" sibTransId="{260F72EC-C4E5-424B-BB4A-BE49FE657399}"/>
    <dgm:cxn modelId="{E1A45F3F-665E-41D8-BDF4-A26CAAAC1C9A}" type="presOf" srcId="{7F103E00-995D-4C68-B19C-ED7DDA81E29D}" destId="{EEAA25C7-09F9-4D07-B970-56131E9B9D2D}" srcOrd="0" destOrd="0" presId="urn:microsoft.com/office/officeart/2005/8/layout/vList2"/>
    <dgm:cxn modelId="{F8506D40-7B14-4946-B8DA-74022312F3C2}" type="presOf" srcId="{BA41803A-CFF5-4E2F-AAAA-965ACFC9CDC9}" destId="{7104E6D2-2FCA-4F83-8684-3A124F2CCA4F}" srcOrd="0" destOrd="0" presId="urn:microsoft.com/office/officeart/2005/8/layout/vList2"/>
    <dgm:cxn modelId="{FD032545-0C7E-4E66-BCAB-B739D080312D}" type="presOf" srcId="{3EAD576C-158B-4478-900F-1BEE7C876240}" destId="{1D84B129-4C73-49BD-82FC-4EB212CB6776}" srcOrd="0" destOrd="0" presId="urn:microsoft.com/office/officeart/2005/8/layout/vList2"/>
    <dgm:cxn modelId="{7387A589-C6E4-4445-9A10-FC112B2AA0A8}" type="presOf" srcId="{E3243F40-A340-44DB-8379-C78C5FF0AAF4}" destId="{3A264FE6-15E3-41B2-9019-F67CDD69BDAD}" srcOrd="0" destOrd="0" presId="urn:microsoft.com/office/officeart/2005/8/layout/vList2"/>
    <dgm:cxn modelId="{A326419F-10EB-4C38-9E77-BCA1BFDFD13F}" srcId="{3EAD576C-158B-4478-900F-1BEE7C876240}" destId="{1E0F796F-A19E-4260-B55A-1C13556BAE89}" srcOrd="3" destOrd="0" parTransId="{4BF6C675-0560-47C7-9424-811756AC1204}" sibTransId="{8BF46976-0048-4DFB-9CCF-B96667AA44BC}"/>
    <dgm:cxn modelId="{2DAD39B9-2371-42C8-870F-658AAFE9169F}" srcId="{3EAD576C-158B-4478-900F-1BEE7C876240}" destId="{E3243F40-A340-44DB-8379-C78C5FF0AAF4}" srcOrd="0" destOrd="0" parTransId="{D7BDEF8E-BF1A-4287-B46C-DE68E47A8FFF}" sibTransId="{840131FC-EB59-4148-97F0-2B5D6740C3CA}"/>
    <dgm:cxn modelId="{B6350ED4-5449-419D-A355-60FB10DF0FC0}" type="presOf" srcId="{FEEF0E1B-B520-4E6C-81C4-9AE7BA1D16A8}" destId="{DCC7745D-8B5D-41BB-B306-DF123AE1049D}" srcOrd="0" destOrd="0" presId="urn:microsoft.com/office/officeart/2005/8/layout/vList2"/>
    <dgm:cxn modelId="{6A4CE7D9-8327-4E5F-9430-C532FA279473}" srcId="{3EAD576C-158B-4478-900F-1BEE7C876240}" destId="{BA41803A-CFF5-4E2F-AAAA-965ACFC9CDC9}" srcOrd="4" destOrd="0" parTransId="{1ABBFD55-B34B-42F3-AD23-3D1D0F8835CD}" sibTransId="{3C35AEFA-4164-4F64-8219-8BC0CB323C51}"/>
    <dgm:cxn modelId="{6A3582DA-562B-4C54-AA90-BC36B695D1C8}" type="presOf" srcId="{1E0F796F-A19E-4260-B55A-1C13556BAE89}" destId="{8FD562B8-72F0-4B6A-BE5C-E654EC8B0B1E}" srcOrd="0" destOrd="0" presId="urn:microsoft.com/office/officeart/2005/8/layout/vList2"/>
    <dgm:cxn modelId="{2ED3E6F2-6B6C-4C41-BDAB-6F9816BB2AD2}" srcId="{3EAD576C-158B-4478-900F-1BEE7C876240}" destId="{FEEF0E1B-B520-4E6C-81C4-9AE7BA1D16A8}" srcOrd="2" destOrd="0" parTransId="{8BA7EE4F-51A2-45D4-84F6-29A4937AC89E}" sibTransId="{C33361A6-AB03-4CDC-AE36-9EEBB70B9DEA}"/>
    <dgm:cxn modelId="{0CA3C3BE-A9CC-491B-AF3E-7F9F93ABBDD9}" type="presParOf" srcId="{1D84B129-4C73-49BD-82FC-4EB212CB6776}" destId="{3A264FE6-15E3-41B2-9019-F67CDD69BDAD}" srcOrd="0" destOrd="0" presId="urn:microsoft.com/office/officeart/2005/8/layout/vList2"/>
    <dgm:cxn modelId="{B449511D-2828-4AC0-BAF5-6192B6F43410}" type="presParOf" srcId="{1D84B129-4C73-49BD-82FC-4EB212CB6776}" destId="{3231B743-9CD1-43CD-B85B-8E781571B15E}" srcOrd="1" destOrd="0" presId="urn:microsoft.com/office/officeart/2005/8/layout/vList2"/>
    <dgm:cxn modelId="{6A9B7D22-0962-4CA8-A0AD-F74E67DC9CA8}" type="presParOf" srcId="{1D84B129-4C73-49BD-82FC-4EB212CB6776}" destId="{EEAA25C7-09F9-4D07-B970-56131E9B9D2D}" srcOrd="2" destOrd="0" presId="urn:microsoft.com/office/officeart/2005/8/layout/vList2"/>
    <dgm:cxn modelId="{5EDE1BB4-BFB7-488E-841C-68D8B628C91B}" type="presParOf" srcId="{1D84B129-4C73-49BD-82FC-4EB212CB6776}" destId="{0D21A0CB-D33E-4B09-94C1-210BF927F4FA}" srcOrd="3" destOrd="0" presId="urn:microsoft.com/office/officeart/2005/8/layout/vList2"/>
    <dgm:cxn modelId="{6342DA37-0DB7-4E62-9FE4-122E2BF46803}" type="presParOf" srcId="{1D84B129-4C73-49BD-82FC-4EB212CB6776}" destId="{DCC7745D-8B5D-41BB-B306-DF123AE1049D}" srcOrd="4" destOrd="0" presId="urn:microsoft.com/office/officeart/2005/8/layout/vList2"/>
    <dgm:cxn modelId="{20B37316-C95A-4F2A-8189-442D80A1E264}" type="presParOf" srcId="{1D84B129-4C73-49BD-82FC-4EB212CB6776}" destId="{BED971D4-5718-4C0F-894D-6D4A6C18C7E2}" srcOrd="5" destOrd="0" presId="urn:microsoft.com/office/officeart/2005/8/layout/vList2"/>
    <dgm:cxn modelId="{C00B5FE4-FC84-4832-B782-680E1D127FB8}" type="presParOf" srcId="{1D84B129-4C73-49BD-82FC-4EB212CB6776}" destId="{8FD562B8-72F0-4B6A-BE5C-E654EC8B0B1E}" srcOrd="6" destOrd="0" presId="urn:microsoft.com/office/officeart/2005/8/layout/vList2"/>
    <dgm:cxn modelId="{2166BA66-2667-4B2A-ABCD-1B42EA22FF56}" type="presParOf" srcId="{1D84B129-4C73-49BD-82FC-4EB212CB6776}" destId="{65085CA1-94ED-49A3-B021-8D0E45C2A4AA}" srcOrd="7" destOrd="0" presId="urn:microsoft.com/office/officeart/2005/8/layout/vList2"/>
    <dgm:cxn modelId="{D9792A64-BFDE-4CD4-9834-ED9241134D48}" type="presParOf" srcId="{1D84B129-4C73-49BD-82FC-4EB212CB6776}" destId="{7104E6D2-2FCA-4F83-8684-3A124F2CCA4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68AAD93-17A1-4F42-8B47-1C4B2EBE8C8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D67E14-3C5D-4790-9405-A539609905A4}">
      <dgm:prSet/>
      <dgm:spPr/>
      <dgm:t>
        <a:bodyPr/>
        <a:lstStyle/>
        <a:p>
          <a:r>
            <a:rPr lang="en-US"/>
            <a:t>Software that is OWNED!</a:t>
          </a:r>
        </a:p>
      </dgm:t>
    </dgm:pt>
    <dgm:pt modelId="{BCFFAB00-4037-4DC1-81AB-78F438CE66FE}" type="parTrans" cxnId="{A11FFABF-827A-4F85-B516-BD8623E27BC1}">
      <dgm:prSet/>
      <dgm:spPr/>
      <dgm:t>
        <a:bodyPr/>
        <a:lstStyle/>
        <a:p>
          <a:endParaRPr lang="en-US"/>
        </a:p>
      </dgm:t>
    </dgm:pt>
    <dgm:pt modelId="{AC51D61A-0B57-41E1-90FC-9C876EF0DF05}" type="sibTrans" cxnId="{A11FFABF-827A-4F85-B516-BD8623E27BC1}">
      <dgm:prSet/>
      <dgm:spPr/>
      <dgm:t>
        <a:bodyPr/>
        <a:lstStyle/>
        <a:p>
          <a:endParaRPr lang="en-US"/>
        </a:p>
      </dgm:t>
    </dgm:pt>
    <dgm:pt modelId="{C3EB63E7-A341-47EE-8077-958DD9537C4D}">
      <dgm:prSet/>
      <dgm:spPr/>
      <dgm:t>
        <a:bodyPr/>
        <a:lstStyle/>
        <a:p>
          <a:r>
            <a:rPr lang="en-US"/>
            <a:t>End User License Agreement</a:t>
          </a:r>
        </a:p>
      </dgm:t>
    </dgm:pt>
    <dgm:pt modelId="{4097F167-5731-47B3-951F-D77EC3A194D6}" type="parTrans" cxnId="{E25AD0B7-680C-4A35-8D68-6C63C4EBCC72}">
      <dgm:prSet/>
      <dgm:spPr/>
      <dgm:t>
        <a:bodyPr/>
        <a:lstStyle/>
        <a:p>
          <a:endParaRPr lang="en-US"/>
        </a:p>
      </dgm:t>
    </dgm:pt>
    <dgm:pt modelId="{661FAB98-EA6C-4B09-9523-F9A38780D997}" type="sibTrans" cxnId="{E25AD0B7-680C-4A35-8D68-6C63C4EBCC72}">
      <dgm:prSet/>
      <dgm:spPr/>
      <dgm:t>
        <a:bodyPr/>
        <a:lstStyle/>
        <a:p>
          <a:endParaRPr lang="en-US"/>
        </a:p>
      </dgm:t>
    </dgm:pt>
    <dgm:pt modelId="{3B9F91F6-A583-44CA-BD90-5BEDACEA39DB}">
      <dgm:prSet/>
      <dgm:spPr/>
      <dgm:t>
        <a:bodyPr/>
        <a:lstStyle/>
        <a:p>
          <a:r>
            <a:rPr lang="en-US"/>
            <a:t>Terms of Service</a:t>
          </a:r>
        </a:p>
      </dgm:t>
    </dgm:pt>
    <dgm:pt modelId="{61906B13-84AE-4F67-95A7-977C8D5CE1CD}" type="parTrans" cxnId="{73985209-05CF-45BD-BA52-A110BBDC1DB0}">
      <dgm:prSet/>
      <dgm:spPr/>
      <dgm:t>
        <a:bodyPr/>
        <a:lstStyle/>
        <a:p>
          <a:endParaRPr lang="en-US"/>
        </a:p>
      </dgm:t>
    </dgm:pt>
    <dgm:pt modelId="{C2C5EA2C-A37F-4A6E-AE42-D09441A1644D}" type="sibTrans" cxnId="{73985209-05CF-45BD-BA52-A110BBDC1DB0}">
      <dgm:prSet/>
      <dgm:spPr/>
      <dgm:t>
        <a:bodyPr/>
        <a:lstStyle/>
        <a:p>
          <a:endParaRPr lang="en-US"/>
        </a:p>
      </dgm:t>
    </dgm:pt>
    <dgm:pt modelId="{0E570C73-EC81-46F6-8EE1-C55179717ADE}">
      <dgm:prSet/>
      <dgm:spPr/>
      <dgm:t>
        <a:bodyPr/>
        <a:lstStyle/>
        <a:p>
          <a:r>
            <a:rPr lang="en-US"/>
            <a:t>Activation (Product Keys)</a:t>
          </a:r>
        </a:p>
      </dgm:t>
    </dgm:pt>
    <dgm:pt modelId="{12F278DD-3BA9-4425-B4C0-96894B18933E}" type="parTrans" cxnId="{327B0AA3-8DAA-4372-9B7A-4E424003DD49}">
      <dgm:prSet/>
      <dgm:spPr/>
      <dgm:t>
        <a:bodyPr/>
        <a:lstStyle/>
        <a:p>
          <a:endParaRPr lang="en-US"/>
        </a:p>
      </dgm:t>
    </dgm:pt>
    <dgm:pt modelId="{73208A9B-DE3E-4EF1-9D2E-FC3CDC46A53E}" type="sibTrans" cxnId="{327B0AA3-8DAA-4372-9B7A-4E424003DD49}">
      <dgm:prSet/>
      <dgm:spPr/>
      <dgm:t>
        <a:bodyPr/>
        <a:lstStyle/>
        <a:p>
          <a:endParaRPr lang="en-US"/>
        </a:p>
      </dgm:t>
    </dgm:pt>
    <dgm:pt modelId="{C5A7AB60-5145-452F-96BA-B0851AE7ACF0}">
      <dgm:prSet/>
      <dgm:spPr/>
      <dgm:t>
        <a:bodyPr/>
        <a:lstStyle/>
        <a:p>
          <a:r>
            <a:rPr lang="en-US"/>
            <a:t>One-Time Purchase or Subscription</a:t>
          </a:r>
        </a:p>
      </dgm:t>
    </dgm:pt>
    <dgm:pt modelId="{01D91A41-9FDA-4447-A622-240564ABED32}" type="parTrans" cxnId="{88C7A2D2-3F6F-4B80-932F-C2342CBE461F}">
      <dgm:prSet/>
      <dgm:spPr/>
      <dgm:t>
        <a:bodyPr/>
        <a:lstStyle/>
        <a:p>
          <a:endParaRPr lang="en-US"/>
        </a:p>
      </dgm:t>
    </dgm:pt>
    <dgm:pt modelId="{17CEA94F-00CF-4CC9-ABB6-C52AEA1EEC29}" type="sibTrans" cxnId="{88C7A2D2-3F6F-4B80-932F-C2342CBE461F}">
      <dgm:prSet/>
      <dgm:spPr/>
      <dgm:t>
        <a:bodyPr/>
        <a:lstStyle/>
        <a:p>
          <a:endParaRPr lang="en-US"/>
        </a:p>
      </dgm:t>
    </dgm:pt>
    <dgm:pt modelId="{8EE38861-E7B0-4513-9001-FDCE7E4935C0}">
      <dgm:prSet/>
      <dgm:spPr/>
      <dgm:t>
        <a:bodyPr/>
        <a:lstStyle/>
        <a:p>
          <a:r>
            <a:rPr lang="en-US"/>
            <a:t>Usage Limits</a:t>
          </a:r>
        </a:p>
      </dgm:t>
    </dgm:pt>
    <dgm:pt modelId="{7B8CAA59-7E54-4F93-9A99-5903C9FA8F92}" type="parTrans" cxnId="{D067F1BC-5389-4139-B01E-F2A668498DB0}">
      <dgm:prSet/>
      <dgm:spPr/>
      <dgm:t>
        <a:bodyPr/>
        <a:lstStyle/>
        <a:p>
          <a:endParaRPr lang="en-US"/>
        </a:p>
      </dgm:t>
    </dgm:pt>
    <dgm:pt modelId="{46744BC0-C25B-41C3-A57A-9827DE6A8A5F}" type="sibTrans" cxnId="{D067F1BC-5389-4139-B01E-F2A668498DB0}">
      <dgm:prSet/>
      <dgm:spPr/>
      <dgm:t>
        <a:bodyPr/>
        <a:lstStyle/>
        <a:p>
          <a:endParaRPr lang="en-US"/>
        </a:p>
      </dgm:t>
    </dgm:pt>
    <dgm:pt modelId="{83ACCDEA-DB00-4558-8E8E-6AD80A0E32CE}" type="pres">
      <dgm:prSet presAssocID="{868AAD93-17A1-4F42-8B47-1C4B2EBE8C8E}" presName="root" presStyleCnt="0">
        <dgm:presLayoutVars>
          <dgm:dir/>
          <dgm:resizeHandles val="exact"/>
        </dgm:presLayoutVars>
      </dgm:prSet>
      <dgm:spPr/>
    </dgm:pt>
    <dgm:pt modelId="{0C9D8F3B-2904-4222-A760-792328936C05}" type="pres">
      <dgm:prSet presAssocID="{7ED67E14-3C5D-4790-9405-A539609905A4}" presName="compNode" presStyleCnt="0"/>
      <dgm:spPr/>
    </dgm:pt>
    <dgm:pt modelId="{ACC5C0F1-EF0B-4E5D-ABBF-6EEFCE7C615F}" type="pres">
      <dgm:prSet presAssocID="{7ED67E14-3C5D-4790-9405-A539609905A4}" presName="bgRect" presStyleLbl="bgShp" presStyleIdx="0" presStyleCnt="6"/>
      <dgm:spPr/>
    </dgm:pt>
    <dgm:pt modelId="{C8C8B273-1D5C-4964-831D-E54488AC7BFD}" type="pres">
      <dgm:prSet presAssocID="{7ED67E14-3C5D-4790-9405-A539609905A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CDA8E89-B3D6-4B2A-ABED-5B65C6EA2700}" type="pres">
      <dgm:prSet presAssocID="{7ED67E14-3C5D-4790-9405-A539609905A4}" presName="spaceRect" presStyleCnt="0"/>
      <dgm:spPr/>
    </dgm:pt>
    <dgm:pt modelId="{093B570B-67DC-4894-BFBD-1F1B99D906B1}" type="pres">
      <dgm:prSet presAssocID="{7ED67E14-3C5D-4790-9405-A539609905A4}" presName="parTx" presStyleLbl="revTx" presStyleIdx="0" presStyleCnt="6">
        <dgm:presLayoutVars>
          <dgm:chMax val="0"/>
          <dgm:chPref val="0"/>
        </dgm:presLayoutVars>
      </dgm:prSet>
      <dgm:spPr/>
    </dgm:pt>
    <dgm:pt modelId="{132DE7FC-2860-4971-8180-2DC600F793E8}" type="pres">
      <dgm:prSet presAssocID="{AC51D61A-0B57-41E1-90FC-9C876EF0DF05}" presName="sibTrans" presStyleCnt="0"/>
      <dgm:spPr/>
    </dgm:pt>
    <dgm:pt modelId="{C69E4B46-9219-496D-8D10-DA47E68C3683}" type="pres">
      <dgm:prSet presAssocID="{C3EB63E7-A341-47EE-8077-958DD9537C4D}" presName="compNode" presStyleCnt="0"/>
      <dgm:spPr/>
    </dgm:pt>
    <dgm:pt modelId="{FC59A676-A383-40C2-A93F-C27655C9CC0C}" type="pres">
      <dgm:prSet presAssocID="{C3EB63E7-A341-47EE-8077-958DD9537C4D}" presName="bgRect" presStyleLbl="bgShp" presStyleIdx="1" presStyleCnt="6"/>
      <dgm:spPr/>
    </dgm:pt>
    <dgm:pt modelId="{4B2A1B4A-DA9E-4B8E-AFCF-406DCA75FC85}" type="pres">
      <dgm:prSet presAssocID="{C3EB63E7-A341-47EE-8077-958DD9537C4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02A016C-8BDC-42BB-A6BD-47B36842AE44}" type="pres">
      <dgm:prSet presAssocID="{C3EB63E7-A341-47EE-8077-958DD9537C4D}" presName="spaceRect" presStyleCnt="0"/>
      <dgm:spPr/>
    </dgm:pt>
    <dgm:pt modelId="{20013AF8-F538-4EA5-8099-FEC3969242C7}" type="pres">
      <dgm:prSet presAssocID="{C3EB63E7-A341-47EE-8077-958DD9537C4D}" presName="parTx" presStyleLbl="revTx" presStyleIdx="1" presStyleCnt="6">
        <dgm:presLayoutVars>
          <dgm:chMax val="0"/>
          <dgm:chPref val="0"/>
        </dgm:presLayoutVars>
      </dgm:prSet>
      <dgm:spPr/>
    </dgm:pt>
    <dgm:pt modelId="{A3F336A3-2FAD-4B24-B36E-AEB7C220E120}" type="pres">
      <dgm:prSet presAssocID="{661FAB98-EA6C-4B09-9523-F9A38780D997}" presName="sibTrans" presStyleCnt="0"/>
      <dgm:spPr/>
    </dgm:pt>
    <dgm:pt modelId="{2DACA5BF-591C-4AFC-9D0E-417FFD080E2F}" type="pres">
      <dgm:prSet presAssocID="{3B9F91F6-A583-44CA-BD90-5BEDACEA39DB}" presName="compNode" presStyleCnt="0"/>
      <dgm:spPr/>
    </dgm:pt>
    <dgm:pt modelId="{5D69895F-1329-41F6-B4C9-C869E83EFD9C}" type="pres">
      <dgm:prSet presAssocID="{3B9F91F6-A583-44CA-BD90-5BEDACEA39DB}" presName="bgRect" presStyleLbl="bgShp" presStyleIdx="2" presStyleCnt="6"/>
      <dgm:spPr/>
    </dgm:pt>
    <dgm:pt modelId="{EE773958-7223-4C7D-8EB1-A8E86153E0B4}" type="pres">
      <dgm:prSet presAssocID="{3B9F91F6-A583-44CA-BD90-5BEDACEA39D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B9354C4-9A3B-47D5-A253-2955A68D9317}" type="pres">
      <dgm:prSet presAssocID="{3B9F91F6-A583-44CA-BD90-5BEDACEA39DB}" presName="spaceRect" presStyleCnt="0"/>
      <dgm:spPr/>
    </dgm:pt>
    <dgm:pt modelId="{BB93C21B-25B7-49C1-8D6D-F2FBECC9022F}" type="pres">
      <dgm:prSet presAssocID="{3B9F91F6-A583-44CA-BD90-5BEDACEA39DB}" presName="parTx" presStyleLbl="revTx" presStyleIdx="2" presStyleCnt="6">
        <dgm:presLayoutVars>
          <dgm:chMax val="0"/>
          <dgm:chPref val="0"/>
        </dgm:presLayoutVars>
      </dgm:prSet>
      <dgm:spPr/>
    </dgm:pt>
    <dgm:pt modelId="{F0C1A281-6882-4EAD-AC8F-904626AE6664}" type="pres">
      <dgm:prSet presAssocID="{C2C5EA2C-A37F-4A6E-AE42-D09441A1644D}" presName="sibTrans" presStyleCnt="0"/>
      <dgm:spPr/>
    </dgm:pt>
    <dgm:pt modelId="{FEDADFA7-B5B0-4577-B780-E1695FB91D31}" type="pres">
      <dgm:prSet presAssocID="{0E570C73-EC81-46F6-8EE1-C55179717ADE}" presName="compNode" presStyleCnt="0"/>
      <dgm:spPr/>
    </dgm:pt>
    <dgm:pt modelId="{571B81E3-3C4F-43F6-8284-A6C75585542A}" type="pres">
      <dgm:prSet presAssocID="{0E570C73-EC81-46F6-8EE1-C55179717ADE}" presName="bgRect" presStyleLbl="bgShp" presStyleIdx="3" presStyleCnt="6"/>
      <dgm:spPr/>
    </dgm:pt>
    <dgm:pt modelId="{8566B31A-D60C-4224-A867-47C4419BEC30}" type="pres">
      <dgm:prSet presAssocID="{0E570C73-EC81-46F6-8EE1-C55179717AD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3C5CAF2A-DF08-4CF9-A24C-7512B90D0CA9}" type="pres">
      <dgm:prSet presAssocID="{0E570C73-EC81-46F6-8EE1-C55179717ADE}" presName="spaceRect" presStyleCnt="0"/>
      <dgm:spPr/>
    </dgm:pt>
    <dgm:pt modelId="{C8F4FD12-F07C-4724-9FA7-D299081448CB}" type="pres">
      <dgm:prSet presAssocID="{0E570C73-EC81-46F6-8EE1-C55179717ADE}" presName="parTx" presStyleLbl="revTx" presStyleIdx="3" presStyleCnt="6">
        <dgm:presLayoutVars>
          <dgm:chMax val="0"/>
          <dgm:chPref val="0"/>
        </dgm:presLayoutVars>
      </dgm:prSet>
      <dgm:spPr/>
    </dgm:pt>
    <dgm:pt modelId="{543ABFDC-F9CD-402E-97FA-F8783211E1C9}" type="pres">
      <dgm:prSet presAssocID="{73208A9B-DE3E-4EF1-9D2E-FC3CDC46A53E}" presName="sibTrans" presStyleCnt="0"/>
      <dgm:spPr/>
    </dgm:pt>
    <dgm:pt modelId="{84EFB77D-9C34-4EE1-87B7-16824AD05908}" type="pres">
      <dgm:prSet presAssocID="{C5A7AB60-5145-452F-96BA-B0851AE7ACF0}" presName="compNode" presStyleCnt="0"/>
      <dgm:spPr/>
    </dgm:pt>
    <dgm:pt modelId="{92119475-6058-463E-9491-E4FE5FD196E5}" type="pres">
      <dgm:prSet presAssocID="{C5A7AB60-5145-452F-96BA-B0851AE7ACF0}" presName="bgRect" presStyleLbl="bgShp" presStyleIdx="4" presStyleCnt="6"/>
      <dgm:spPr/>
    </dgm:pt>
    <dgm:pt modelId="{ECF33AB9-9098-4F39-9F45-432D05F1FCCA}" type="pres">
      <dgm:prSet presAssocID="{C5A7AB60-5145-452F-96BA-B0851AE7ACF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A3A52D56-CA95-4FB4-A63D-24E9B89AF416}" type="pres">
      <dgm:prSet presAssocID="{C5A7AB60-5145-452F-96BA-B0851AE7ACF0}" presName="spaceRect" presStyleCnt="0"/>
      <dgm:spPr/>
    </dgm:pt>
    <dgm:pt modelId="{1A3D0E68-2AF2-44B0-BFFC-5EAD0B6EEBC2}" type="pres">
      <dgm:prSet presAssocID="{C5A7AB60-5145-452F-96BA-B0851AE7ACF0}" presName="parTx" presStyleLbl="revTx" presStyleIdx="4" presStyleCnt="6">
        <dgm:presLayoutVars>
          <dgm:chMax val="0"/>
          <dgm:chPref val="0"/>
        </dgm:presLayoutVars>
      </dgm:prSet>
      <dgm:spPr/>
    </dgm:pt>
    <dgm:pt modelId="{979A946D-9226-4F91-BC06-035C3FA20705}" type="pres">
      <dgm:prSet presAssocID="{17CEA94F-00CF-4CC9-ABB6-C52AEA1EEC29}" presName="sibTrans" presStyleCnt="0"/>
      <dgm:spPr/>
    </dgm:pt>
    <dgm:pt modelId="{67910A31-AA52-4812-A55A-73F9B29ABC5B}" type="pres">
      <dgm:prSet presAssocID="{8EE38861-E7B0-4513-9001-FDCE7E4935C0}" presName="compNode" presStyleCnt="0"/>
      <dgm:spPr/>
    </dgm:pt>
    <dgm:pt modelId="{B58A78B7-158E-4CFD-8634-6AA0BA652D0C}" type="pres">
      <dgm:prSet presAssocID="{8EE38861-E7B0-4513-9001-FDCE7E4935C0}" presName="bgRect" presStyleLbl="bgShp" presStyleIdx="5" presStyleCnt="6"/>
      <dgm:spPr/>
    </dgm:pt>
    <dgm:pt modelId="{65684C26-B376-4420-BF26-40AADB56575B}" type="pres">
      <dgm:prSet presAssocID="{8EE38861-E7B0-4513-9001-FDCE7E4935C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420F231A-C65F-438C-8C0B-4052AAC9E7F6}" type="pres">
      <dgm:prSet presAssocID="{8EE38861-E7B0-4513-9001-FDCE7E4935C0}" presName="spaceRect" presStyleCnt="0"/>
      <dgm:spPr/>
    </dgm:pt>
    <dgm:pt modelId="{DC8440BD-E271-4451-81E1-9E3F0E8FD93E}" type="pres">
      <dgm:prSet presAssocID="{8EE38861-E7B0-4513-9001-FDCE7E4935C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73985209-05CF-45BD-BA52-A110BBDC1DB0}" srcId="{868AAD93-17A1-4F42-8B47-1C4B2EBE8C8E}" destId="{3B9F91F6-A583-44CA-BD90-5BEDACEA39DB}" srcOrd="2" destOrd="0" parTransId="{61906B13-84AE-4F67-95A7-977C8D5CE1CD}" sibTransId="{C2C5EA2C-A37F-4A6E-AE42-D09441A1644D}"/>
    <dgm:cxn modelId="{F0103D15-0E78-470F-A1BB-216EB9CEB808}" type="presOf" srcId="{C3EB63E7-A341-47EE-8077-958DD9537C4D}" destId="{20013AF8-F538-4EA5-8099-FEC3969242C7}" srcOrd="0" destOrd="0" presId="urn:microsoft.com/office/officeart/2018/2/layout/IconVerticalSolidList"/>
    <dgm:cxn modelId="{8D4C1C23-E737-42EC-BC7D-F747FAFFFDFE}" type="presOf" srcId="{7ED67E14-3C5D-4790-9405-A539609905A4}" destId="{093B570B-67DC-4894-BFBD-1F1B99D906B1}" srcOrd="0" destOrd="0" presId="urn:microsoft.com/office/officeart/2018/2/layout/IconVerticalSolidList"/>
    <dgm:cxn modelId="{25C6AC57-DE6F-4C7C-BCDE-039BDDD5B865}" type="presOf" srcId="{8EE38861-E7B0-4513-9001-FDCE7E4935C0}" destId="{DC8440BD-E271-4451-81E1-9E3F0E8FD93E}" srcOrd="0" destOrd="0" presId="urn:microsoft.com/office/officeart/2018/2/layout/IconVerticalSolidList"/>
    <dgm:cxn modelId="{3BAA4987-EE6E-4E5C-90DB-E451323B3DAC}" type="presOf" srcId="{C5A7AB60-5145-452F-96BA-B0851AE7ACF0}" destId="{1A3D0E68-2AF2-44B0-BFFC-5EAD0B6EEBC2}" srcOrd="0" destOrd="0" presId="urn:microsoft.com/office/officeart/2018/2/layout/IconVerticalSolidList"/>
    <dgm:cxn modelId="{76EF9399-D516-4586-BA77-B9D12C2029F2}" type="presOf" srcId="{3B9F91F6-A583-44CA-BD90-5BEDACEA39DB}" destId="{BB93C21B-25B7-49C1-8D6D-F2FBECC9022F}" srcOrd="0" destOrd="0" presId="urn:microsoft.com/office/officeart/2018/2/layout/IconVerticalSolidList"/>
    <dgm:cxn modelId="{327B0AA3-8DAA-4372-9B7A-4E424003DD49}" srcId="{868AAD93-17A1-4F42-8B47-1C4B2EBE8C8E}" destId="{0E570C73-EC81-46F6-8EE1-C55179717ADE}" srcOrd="3" destOrd="0" parTransId="{12F278DD-3BA9-4425-B4C0-96894B18933E}" sibTransId="{73208A9B-DE3E-4EF1-9D2E-FC3CDC46A53E}"/>
    <dgm:cxn modelId="{E25AD0B7-680C-4A35-8D68-6C63C4EBCC72}" srcId="{868AAD93-17A1-4F42-8B47-1C4B2EBE8C8E}" destId="{C3EB63E7-A341-47EE-8077-958DD9537C4D}" srcOrd="1" destOrd="0" parTransId="{4097F167-5731-47B3-951F-D77EC3A194D6}" sibTransId="{661FAB98-EA6C-4B09-9523-F9A38780D997}"/>
    <dgm:cxn modelId="{D067F1BC-5389-4139-B01E-F2A668498DB0}" srcId="{868AAD93-17A1-4F42-8B47-1C4B2EBE8C8E}" destId="{8EE38861-E7B0-4513-9001-FDCE7E4935C0}" srcOrd="5" destOrd="0" parTransId="{7B8CAA59-7E54-4F93-9A99-5903C9FA8F92}" sibTransId="{46744BC0-C25B-41C3-A57A-9827DE6A8A5F}"/>
    <dgm:cxn modelId="{A11FFABF-827A-4F85-B516-BD8623E27BC1}" srcId="{868AAD93-17A1-4F42-8B47-1C4B2EBE8C8E}" destId="{7ED67E14-3C5D-4790-9405-A539609905A4}" srcOrd="0" destOrd="0" parTransId="{BCFFAB00-4037-4DC1-81AB-78F438CE66FE}" sibTransId="{AC51D61A-0B57-41E1-90FC-9C876EF0DF05}"/>
    <dgm:cxn modelId="{C564ABCC-D9F9-41BE-8FFA-5E9B416A5C03}" type="presOf" srcId="{868AAD93-17A1-4F42-8B47-1C4B2EBE8C8E}" destId="{83ACCDEA-DB00-4558-8E8E-6AD80A0E32CE}" srcOrd="0" destOrd="0" presId="urn:microsoft.com/office/officeart/2018/2/layout/IconVerticalSolidList"/>
    <dgm:cxn modelId="{88C7A2D2-3F6F-4B80-932F-C2342CBE461F}" srcId="{868AAD93-17A1-4F42-8B47-1C4B2EBE8C8E}" destId="{C5A7AB60-5145-452F-96BA-B0851AE7ACF0}" srcOrd="4" destOrd="0" parTransId="{01D91A41-9FDA-4447-A622-240564ABED32}" sibTransId="{17CEA94F-00CF-4CC9-ABB6-C52AEA1EEC29}"/>
    <dgm:cxn modelId="{96A040E1-8AED-408F-AF5E-98FB57FFDCE5}" type="presOf" srcId="{0E570C73-EC81-46F6-8EE1-C55179717ADE}" destId="{C8F4FD12-F07C-4724-9FA7-D299081448CB}" srcOrd="0" destOrd="0" presId="urn:microsoft.com/office/officeart/2018/2/layout/IconVerticalSolidList"/>
    <dgm:cxn modelId="{3CA27A61-C438-41F2-AA07-92951EA8373F}" type="presParOf" srcId="{83ACCDEA-DB00-4558-8E8E-6AD80A0E32CE}" destId="{0C9D8F3B-2904-4222-A760-792328936C05}" srcOrd="0" destOrd="0" presId="urn:microsoft.com/office/officeart/2018/2/layout/IconVerticalSolidList"/>
    <dgm:cxn modelId="{C8EF33DB-FEBB-4157-BD44-8BFFB0879457}" type="presParOf" srcId="{0C9D8F3B-2904-4222-A760-792328936C05}" destId="{ACC5C0F1-EF0B-4E5D-ABBF-6EEFCE7C615F}" srcOrd="0" destOrd="0" presId="urn:microsoft.com/office/officeart/2018/2/layout/IconVerticalSolidList"/>
    <dgm:cxn modelId="{2B30B4B7-60F2-4613-B221-3E66B2E887AC}" type="presParOf" srcId="{0C9D8F3B-2904-4222-A760-792328936C05}" destId="{C8C8B273-1D5C-4964-831D-E54488AC7BFD}" srcOrd="1" destOrd="0" presId="urn:microsoft.com/office/officeart/2018/2/layout/IconVerticalSolidList"/>
    <dgm:cxn modelId="{C4635F1D-ACD6-47B4-8801-959E5B8AD050}" type="presParOf" srcId="{0C9D8F3B-2904-4222-A760-792328936C05}" destId="{ACDA8E89-B3D6-4B2A-ABED-5B65C6EA2700}" srcOrd="2" destOrd="0" presId="urn:microsoft.com/office/officeart/2018/2/layout/IconVerticalSolidList"/>
    <dgm:cxn modelId="{2D179163-3867-488D-92A4-85FD16143200}" type="presParOf" srcId="{0C9D8F3B-2904-4222-A760-792328936C05}" destId="{093B570B-67DC-4894-BFBD-1F1B99D906B1}" srcOrd="3" destOrd="0" presId="urn:microsoft.com/office/officeart/2018/2/layout/IconVerticalSolidList"/>
    <dgm:cxn modelId="{BFA99850-6F0A-45FC-9D27-B89B8C1A2BC4}" type="presParOf" srcId="{83ACCDEA-DB00-4558-8E8E-6AD80A0E32CE}" destId="{132DE7FC-2860-4971-8180-2DC600F793E8}" srcOrd="1" destOrd="0" presId="urn:microsoft.com/office/officeart/2018/2/layout/IconVerticalSolidList"/>
    <dgm:cxn modelId="{5E02562E-A7E8-496E-9230-71B969E61426}" type="presParOf" srcId="{83ACCDEA-DB00-4558-8E8E-6AD80A0E32CE}" destId="{C69E4B46-9219-496D-8D10-DA47E68C3683}" srcOrd="2" destOrd="0" presId="urn:microsoft.com/office/officeart/2018/2/layout/IconVerticalSolidList"/>
    <dgm:cxn modelId="{06081052-BA91-47A7-BBB8-B52C3DF0E391}" type="presParOf" srcId="{C69E4B46-9219-496D-8D10-DA47E68C3683}" destId="{FC59A676-A383-40C2-A93F-C27655C9CC0C}" srcOrd="0" destOrd="0" presId="urn:microsoft.com/office/officeart/2018/2/layout/IconVerticalSolidList"/>
    <dgm:cxn modelId="{BBF2A7D0-675C-418A-BA08-BE1F34AC46AC}" type="presParOf" srcId="{C69E4B46-9219-496D-8D10-DA47E68C3683}" destId="{4B2A1B4A-DA9E-4B8E-AFCF-406DCA75FC85}" srcOrd="1" destOrd="0" presId="urn:microsoft.com/office/officeart/2018/2/layout/IconVerticalSolidList"/>
    <dgm:cxn modelId="{51E8FAB4-EA54-4D79-A243-2432E6F4058F}" type="presParOf" srcId="{C69E4B46-9219-496D-8D10-DA47E68C3683}" destId="{102A016C-8BDC-42BB-A6BD-47B36842AE44}" srcOrd="2" destOrd="0" presId="urn:microsoft.com/office/officeart/2018/2/layout/IconVerticalSolidList"/>
    <dgm:cxn modelId="{75464FFF-D74A-4E58-98E6-81472A3939DA}" type="presParOf" srcId="{C69E4B46-9219-496D-8D10-DA47E68C3683}" destId="{20013AF8-F538-4EA5-8099-FEC3969242C7}" srcOrd="3" destOrd="0" presId="urn:microsoft.com/office/officeart/2018/2/layout/IconVerticalSolidList"/>
    <dgm:cxn modelId="{FAC1C805-2C7C-472F-BB50-F5FA4940DFA7}" type="presParOf" srcId="{83ACCDEA-DB00-4558-8E8E-6AD80A0E32CE}" destId="{A3F336A3-2FAD-4B24-B36E-AEB7C220E120}" srcOrd="3" destOrd="0" presId="urn:microsoft.com/office/officeart/2018/2/layout/IconVerticalSolidList"/>
    <dgm:cxn modelId="{266CE5BA-32F6-4DF5-A251-9F39C9B4EC3A}" type="presParOf" srcId="{83ACCDEA-DB00-4558-8E8E-6AD80A0E32CE}" destId="{2DACA5BF-591C-4AFC-9D0E-417FFD080E2F}" srcOrd="4" destOrd="0" presId="urn:microsoft.com/office/officeart/2018/2/layout/IconVerticalSolidList"/>
    <dgm:cxn modelId="{45032C77-8543-4BE3-91BA-86387470F1E8}" type="presParOf" srcId="{2DACA5BF-591C-4AFC-9D0E-417FFD080E2F}" destId="{5D69895F-1329-41F6-B4C9-C869E83EFD9C}" srcOrd="0" destOrd="0" presId="urn:microsoft.com/office/officeart/2018/2/layout/IconVerticalSolidList"/>
    <dgm:cxn modelId="{97C21805-4947-45C2-A500-A08A55C9A5A5}" type="presParOf" srcId="{2DACA5BF-591C-4AFC-9D0E-417FFD080E2F}" destId="{EE773958-7223-4C7D-8EB1-A8E86153E0B4}" srcOrd="1" destOrd="0" presId="urn:microsoft.com/office/officeart/2018/2/layout/IconVerticalSolidList"/>
    <dgm:cxn modelId="{353DEC41-2ED5-4678-B983-1DBB132650CC}" type="presParOf" srcId="{2DACA5BF-591C-4AFC-9D0E-417FFD080E2F}" destId="{5B9354C4-9A3B-47D5-A253-2955A68D9317}" srcOrd="2" destOrd="0" presId="urn:microsoft.com/office/officeart/2018/2/layout/IconVerticalSolidList"/>
    <dgm:cxn modelId="{FE903BFA-3E86-449D-8F3E-6C27CCD3576F}" type="presParOf" srcId="{2DACA5BF-591C-4AFC-9D0E-417FFD080E2F}" destId="{BB93C21B-25B7-49C1-8D6D-F2FBECC9022F}" srcOrd="3" destOrd="0" presId="urn:microsoft.com/office/officeart/2018/2/layout/IconVerticalSolidList"/>
    <dgm:cxn modelId="{86987CC2-17AE-4B91-8D25-7594184520CD}" type="presParOf" srcId="{83ACCDEA-DB00-4558-8E8E-6AD80A0E32CE}" destId="{F0C1A281-6882-4EAD-AC8F-904626AE6664}" srcOrd="5" destOrd="0" presId="urn:microsoft.com/office/officeart/2018/2/layout/IconVerticalSolidList"/>
    <dgm:cxn modelId="{D4B0D20D-5A88-443A-8C7D-571AC20270F3}" type="presParOf" srcId="{83ACCDEA-DB00-4558-8E8E-6AD80A0E32CE}" destId="{FEDADFA7-B5B0-4577-B780-E1695FB91D31}" srcOrd="6" destOrd="0" presId="urn:microsoft.com/office/officeart/2018/2/layout/IconVerticalSolidList"/>
    <dgm:cxn modelId="{6CDC9E45-46CB-4436-BE25-7EC0D7D8FFD4}" type="presParOf" srcId="{FEDADFA7-B5B0-4577-B780-E1695FB91D31}" destId="{571B81E3-3C4F-43F6-8284-A6C75585542A}" srcOrd="0" destOrd="0" presId="urn:microsoft.com/office/officeart/2018/2/layout/IconVerticalSolidList"/>
    <dgm:cxn modelId="{9E8C9CFC-5F59-4EC2-8791-F4A507133EAD}" type="presParOf" srcId="{FEDADFA7-B5B0-4577-B780-E1695FB91D31}" destId="{8566B31A-D60C-4224-A867-47C4419BEC30}" srcOrd="1" destOrd="0" presId="urn:microsoft.com/office/officeart/2018/2/layout/IconVerticalSolidList"/>
    <dgm:cxn modelId="{D0657187-2B8F-48A7-A02C-6A8D1766AC7C}" type="presParOf" srcId="{FEDADFA7-B5B0-4577-B780-E1695FB91D31}" destId="{3C5CAF2A-DF08-4CF9-A24C-7512B90D0CA9}" srcOrd="2" destOrd="0" presId="urn:microsoft.com/office/officeart/2018/2/layout/IconVerticalSolidList"/>
    <dgm:cxn modelId="{602E7F6B-10AF-4C2E-89C7-599C12F3F4A3}" type="presParOf" srcId="{FEDADFA7-B5B0-4577-B780-E1695FB91D31}" destId="{C8F4FD12-F07C-4724-9FA7-D299081448CB}" srcOrd="3" destOrd="0" presId="urn:microsoft.com/office/officeart/2018/2/layout/IconVerticalSolidList"/>
    <dgm:cxn modelId="{F4873008-8E98-4574-922C-E279D659081D}" type="presParOf" srcId="{83ACCDEA-DB00-4558-8E8E-6AD80A0E32CE}" destId="{543ABFDC-F9CD-402E-97FA-F8783211E1C9}" srcOrd="7" destOrd="0" presId="urn:microsoft.com/office/officeart/2018/2/layout/IconVerticalSolidList"/>
    <dgm:cxn modelId="{3DB87AD9-8512-42D1-8E19-65ABE93E6400}" type="presParOf" srcId="{83ACCDEA-DB00-4558-8E8E-6AD80A0E32CE}" destId="{84EFB77D-9C34-4EE1-87B7-16824AD05908}" srcOrd="8" destOrd="0" presId="urn:microsoft.com/office/officeart/2018/2/layout/IconVerticalSolidList"/>
    <dgm:cxn modelId="{FEA01F8E-04B7-4111-A62A-90953B27A5C3}" type="presParOf" srcId="{84EFB77D-9C34-4EE1-87B7-16824AD05908}" destId="{92119475-6058-463E-9491-E4FE5FD196E5}" srcOrd="0" destOrd="0" presId="urn:microsoft.com/office/officeart/2018/2/layout/IconVerticalSolidList"/>
    <dgm:cxn modelId="{CDBF5531-C169-47A6-BE52-43CED45860EF}" type="presParOf" srcId="{84EFB77D-9C34-4EE1-87B7-16824AD05908}" destId="{ECF33AB9-9098-4F39-9F45-432D05F1FCCA}" srcOrd="1" destOrd="0" presId="urn:microsoft.com/office/officeart/2018/2/layout/IconVerticalSolidList"/>
    <dgm:cxn modelId="{827C3347-AF5A-44E2-8C86-62C7C19B8B36}" type="presParOf" srcId="{84EFB77D-9C34-4EE1-87B7-16824AD05908}" destId="{A3A52D56-CA95-4FB4-A63D-24E9B89AF416}" srcOrd="2" destOrd="0" presId="urn:microsoft.com/office/officeart/2018/2/layout/IconVerticalSolidList"/>
    <dgm:cxn modelId="{8312F0B6-4679-4D6C-8CC7-20422F9D7C76}" type="presParOf" srcId="{84EFB77D-9C34-4EE1-87B7-16824AD05908}" destId="{1A3D0E68-2AF2-44B0-BFFC-5EAD0B6EEBC2}" srcOrd="3" destOrd="0" presId="urn:microsoft.com/office/officeart/2018/2/layout/IconVerticalSolidList"/>
    <dgm:cxn modelId="{D70A3604-8F9A-4C98-AB9C-04A434C32F34}" type="presParOf" srcId="{83ACCDEA-DB00-4558-8E8E-6AD80A0E32CE}" destId="{979A946D-9226-4F91-BC06-035C3FA20705}" srcOrd="9" destOrd="0" presId="urn:microsoft.com/office/officeart/2018/2/layout/IconVerticalSolidList"/>
    <dgm:cxn modelId="{3B7206A0-C0F0-4FB0-AC02-A7FEABE354EB}" type="presParOf" srcId="{83ACCDEA-DB00-4558-8E8E-6AD80A0E32CE}" destId="{67910A31-AA52-4812-A55A-73F9B29ABC5B}" srcOrd="10" destOrd="0" presId="urn:microsoft.com/office/officeart/2018/2/layout/IconVerticalSolidList"/>
    <dgm:cxn modelId="{1AE3FABC-87B9-4208-A37D-8F07FBC4ACC5}" type="presParOf" srcId="{67910A31-AA52-4812-A55A-73F9B29ABC5B}" destId="{B58A78B7-158E-4CFD-8634-6AA0BA652D0C}" srcOrd="0" destOrd="0" presId="urn:microsoft.com/office/officeart/2018/2/layout/IconVerticalSolidList"/>
    <dgm:cxn modelId="{6DCB70CA-4913-46D2-8A6B-3AE94BD5F0B9}" type="presParOf" srcId="{67910A31-AA52-4812-A55A-73F9B29ABC5B}" destId="{65684C26-B376-4420-BF26-40AADB56575B}" srcOrd="1" destOrd="0" presId="urn:microsoft.com/office/officeart/2018/2/layout/IconVerticalSolidList"/>
    <dgm:cxn modelId="{60C75304-36DC-4296-9F42-4D3C340905C8}" type="presParOf" srcId="{67910A31-AA52-4812-A55A-73F9B29ABC5B}" destId="{420F231A-C65F-438C-8C0B-4052AAC9E7F6}" srcOrd="2" destOrd="0" presId="urn:microsoft.com/office/officeart/2018/2/layout/IconVerticalSolidList"/>
    <dgm:cxn modelId="{1DB26DA8-B605-446D-AC83-9863E32B7DF6}" type="presParOf" srcId="{67910A31-AA52-4812-A55A-73F9B29ABC5B}" destId="{DC8440BD-E271-4451-81E1-9E3F0E8FD9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C68B3E7-28CF-4A32-9A7D-06EBA053103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8A8192F-B492-489D-9315-164C44E902EB}">
      <dgm:prSet/>
      <dgm:spPr/>
      <dgm:t>
        <a:bodyPr/>
        <a:lstStyle/>
        <a:p>
          <a:pPr>
            <a:defRPr cap="all"/>
          </a:pPr>
          <a:r>
            <a:rPr lang="en-US"/>
            <a:t>Promotes Collaboration</a:t>
          </a:r>
        </a:p>
      </dgm:t>
    </dgm:pt>
    <dgm:pt modelId="{1F262930-5553-4F00-BBFE-ADF0A837A7F8}" type="parTrans" cxnId="{786AD3F0-783C-4316-A89B-8D03F11C007E}">
      <dgm:prSet/>
      <dgm:spPr/>
      <dgm:t>
        <a:bodyPr/>
        <a:lstStyle/>
        <a:p>
          <a:endParaRPr lang="en-US"/>
        </a:p>
      </dgm:t>
    </dgm:pt>
    <dgm:pt modelId="{3E324B26-E68F-4B39-9D20-AAA23BD84915}" type="sibTrans" cxnId="{786AD3F0-783C-4316-A89B-8D03F11C007E}">
      <dgm:prSet/>
      <dgm:spPr/>
      <dgm:t>
        <a:bodyPr/>
        <a:lstStyle/>
        <a:p>
          <a:endParaRPr lang="en-US"/>
        </a:p>
      </dgm:t>
    </dgm:pt>
    <dgm:pt modelId="{F51C703D-DA15-4C02-A940-BF9209FEBF5E}">
      <dgm:prSet/>
      <dgm:spPr/>
      <dgm:t>
        <a:bodyPr/>
        <a:lstStyle/>
        <a:p>
          <a:pPr>
            <a:defRPr cap="all"/>
          </a:pPr>
          <a:r>
            <a:rPr lang="en-US"/>
            <a:t>Free of Charge</a:t>
          </a:r>
        </a:p>
      </dgm:t>
    </dgm:pt>
    <dgm:pt modelId="{36ED68D9-EA9C-407E-9B0C-8DB5DE30806F}" type="parTrans" cxnId="{08DAD511-C6D4-49B5-A426-367D2B76662E}">
      <dgm:prSet/>
      <dgm:spPr/>
      <dgm:t>
        <a:bodyPr/>
        <a:lstStyle/>
        <a:p>
          <a:endParaRPr lang="en-US"/>
        </a:p>
      </dgm:t>
    </dgm:pt>
    <dgm:pt modelId="{3D72D3C2-5CFD-4073-9D9F-1586CB894E6B}" type="sibTrans" cxnId="{08DAD511-C6D4-49B5-A426-367D2B76662E}">
      <dgm:prSet/>
      <dgm:spPr/>
      <dgm:t>
        <a:bodyPr/>
        <a:lstStyle/>
        <a:p>
          <a:endParaRPr lang="en-US"/>
        </a:p>
      </dgm:t>
    </dgm:pt>
    <dgm:pt modelId="{D6F92046-DFC8-4682-B5CF-8F2D3E27C2D5}">
      <dgm:prSet/>
      <dgm:spPr/>
      <dgm:t>
        <a:bodyPr/>
        <a:lstStyle/>
        <a:p>
          <a:pPr>
            <a:defRPr cap="all"/>
          </a:pPr>
          <a:r>
            <a:rPr lang="en-US"/>
            <a:t>Freeware / Shareware</a:t>
          </a:r>
        </a:p>
      </dgm:t>
    </dgm:pt>
    <dgm:pt modelId="{3E9CFEF5-3746-4D7C-BE66-480728D9D593}" type="parTrans" cxnId="{342C3748-B39A-430F-9FB9-10B1F5E74907}">
      <dgm:prSet/>
      <dgm:spPr/>
      <dgm:t>
        <a:bodyPr/>
        <a:lstStyle/>
        <a:p>
          <a:endParaRPr lang="en-US"/>
        </a:p>
      </dgm:t>
    </dgm:pt>
    <dgm:pt modelId="{47CBC910-F993-45ED-A6CB-33B9EABBDBDB}" type="sibTrans" cxnId="{342C3748-B39A-430F-9FB9-10B1F5E74907}">
      <dgm:prSet/>
      <dgm:spPr/>
      <dgm:t>
        <a:bodyPr/>
        <a:lstStyle/>
        <a:p>
          <a:endParaRPr lang="en-US"/>
        </a:p>
      </dgm:t>
    </dgm:pt>
    <dgm:pt modelId="{DFDA12DC-404A-4D24-8077-EE59362F0B8D}">
      <dgm:prSet/>
      <dgm:spPr/>
      <dgm:t>
        <a:bodyPr/>
        <a:lstStyle/>
        <a:p>
          <a:pPr>
            <a:defRPr cap="all"/>
          </a:pPr>
          <a:r>
            <a:rPr lang="en-US"/>
            <a:t>Terms of Service</a:t>
          </a:r>
        </a:p>
      </dgm:t>
    </dgm:pt>
    <dgm:pt modelId="{F237D8EC-76A2-4EE3-92E1-445ACB6DAE4E}" type="parTrans" cxnId="{BB6DCF50-E736-452F-9370-ECC42EC974B4}">
      <dgm:prSet/>
      <dgm:spPr/>
      <dgm:t>
        <a:bodyPr/>
        <a:lstStyle/>
        <a:p>
          <a:endParaRPr lang="en-US"/>
        </a:p>
      </dgm:t>
    </dgm:pt>
    <dgm:pt modelId="{26D48370-3DE7-4AD9-B613-D325C8E67527}" type="sibTrans" cxnId="{BB6DCF50-E736-452F-9370-ECC42EC974B4}">
      <dgm:prSet/>
      <dgm:spPr/>
      <dgm:t>
        <a:bodyPr/>
        <a:lstStyle/>
        <a:p>
          <a:endParaRPr lang="en-US"/>
        </a:p>
      </dgm:t>
    </dgm:pt>
    <dgm:pt modelId="{B7414DFA-1D95-463C-9B7B-EBB6CF377BF6}">
      <dgm:prSet/>
      <dgm:spPr/>
      <dgm:t>
        <a:bodyPr/>
        <a:lstStyle/>
        <a:p>
          <a:pPr>
            <a:defRPr cap="all"/>
          </a:pPr>
          <a:r>
            <a:rPr lang="en-US"/>
            <a:t>Violations is considered Software Piracy</a:t>
          </a:r>
        </a:p>
      </dgm:t>
    </dgm:pt>
    <dgm:pt modelId="{9ADDBC52-FF2E-4009-9331-259A4DDBAC89}" type="parTrans" cxnId="{44907EFB-0E9B-4906-95C7-6D973E26E8AF}">
      <dgm:prSet/>
      <dgm:spPr/>
      <dgm:t>
        <a:bodyPr/>
        <a:lstStyle/>
        <a:p>
          <a:endParaRPr lang="en-US"/>
        </a:p>
      </dgm:t>
    </dgm:pt>
    <dgm:pt modelId="{48C93C40-84E8-4B82-A5C7-75FD5AB09CC5}" type="sibTrans" cxnId="{44907EFB-0E9B-4906-95C7-6D973E26E8AF}">
      <dgm:prSet/>
      <dgm:spPr/>
      <dgm:t>
        <a:bodyPr/>
        <a:lstStyle/>
        <a:p>
          <a:endParaRPr lang="en-US"/>
        </a:p>
      </dgm:t>
    </dgm:pt>
    <dgm:pt modelId="{D5ADB14B-782B-47DD-B015-D309DB07ED89}" type="pres">
      <dgm:prSet presAssocID="{DC68B3E7-28CF-4A32-9A7D-06EBA0531037}" presName="root" presStyleCnt="0">
        <dgm:presLayoutVars>
          <dgm:dir/>
          <dgm:resizeHandles val="exact"/>
        </dgm:presLayoutVars>
      </dgm:prSet>
      <dgm:spPr/>
    </dgm:pt>
    <dgm:pt modelId="{39C7DF2F-FFB2-456B-928C-A8EEDEB9711F}" type="pres">
      <dgm:prSet presAssocID="{98A8192F-B492-489D-9315-164C44E902EB}" presName="compNode" presStyleCnt="0"/>
      <dgm:spPr/>
    </dgm:pt>
    <dgm:pt modelId="{E80EEA7E-DC76-4E14-B1AE-25E9E5C8E752}" type="pres">
      <dgm:prSet presAssocID="{98A8192F-B492-489D-9315-164C44E902EB}" presName="iconBgRect" presStyleLbl="bgShp" presStyleIdx="0" presStyleCnt="5"/>
      <dgm:spPr/>
    </dgm:pt>
    <dgm:pt modelId="{99122B83-3A20-48EF-A051-92C2C2F1129D}" type="pres">
      <dgm:prSet presAssocID="{98A8192F-B492-489D-9315-164C44E902E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4510D99-CCFE-468C-AD3F-8117667EE94B}" type="pres">
      <dgm:prSet presAssocID="{98A8192F-B492-489D-9315-164C44E902EB}" presName="spaceRect" presStyleCnt="0"/>
      <dgm:spPr/>
    </dgm:pt>
    <dgm:pt modelId="{5B467736-1E3F-4CAD-A474-733C0D3CC206}" type="pres">
      <dgm:prSet presAssocID="{98A8192F-B492-489D-9315-164C44E902EB}" presName="textRect" presStyleLbl="revTx" presStyleIdx="0" presStyleCnt="5">
        <dgm:presLayoutVars>
          <dgm:chMax val="1"/>
          <dgm:chPref val="1"/>
        </dgm:presLayoutVars>
      </dgm:prSet>
      <dgm:spPr/>
    </dgm:pt>
    <dgm:pt modelId="{ED2C3044-5DE4-4F14-BAD7-D103108560E0}" type="pres">
      <dgm:prSet presAssocID="{3E324B26-E68F-4B39-9D20-AAA23BD84915}" presName="sibTrans" presStyleCnt="0"/>
      <dgm:spPr/>
    </dgm:pt>
    <dgm:pt modelId="{DB0419C0-CD8B-4843-B0FE-7385EC84DE97}" type="pres">
      <dgm:prSet presAssocID="{F51C703D-DA15-4C02-A940-BF9209FEBF5E}" presName="compNode" presStyleCnt="0"/>
      <dgm:spPr/>
    </dgm:pt>
    <dgm:pt modelId="{557ED5AB-5F5A-4BF3-AE74-7AB09D58E31F}" type="pres">
      <dgm:prSet presAssocID="{F51C703D-DA15-4C02-A940-BF9209FEBF5E}" presName="iconBgRect" presStyleLbl="bgShp" presStyleIdx="1" presStyleCnt="5"/>
      <dgm:spPr/>
    </dgm:pt>
    <dgm:pt modelId="{34727059-A728-4934-A41C-56BDBD7B653C}" type="pres">
      <dgm:prSet presAssocID="{F51C703D-DA15-4C02-A940-BF9209FEBF5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ll Battery"/>
        </a:ext>
      </dgm:extLst>
    </dgm:pt>
    <dgm:pt modelId="{F165E0E2-6B3C-4A0E-A501-6044B0351FFE}" type="pres">
      <dgm:prSet presAssocID="{F51C703D-DA15-4C02-A940-BF9209FEBF5E}" presName="spaceRect" presStyleCnt="0"/>
      <dgm:spPr/>
    </dgm:pt>
    <dgm:pt modelId="{BFA10755-B5CD-4ACD-938E-B9D2267E16C8}" type="pres">
      <dgm:prSet presAssocID="{F51C703D-DA15-4C02-A940-BF9209FEBF5E}" presName="textRect" presStyleLbl="revTx" presStyleIdx="1" presStyleCnt="5">
        <dgm:presLayoutVars>
          <dgm:chMax val="1"/>
          <dgm:chPref val="1"/>
        </dgm:presLayoutVars>
      </dgm:prSet>
      <dgm:spPr/>
    </dgm:pt>
    <dgm:pt modelId="{676591BB-3678-477B-BC31-727995120FA0}" type="pres">
      <dgm:prSet presAssocID="{3D72D3C2-5CFD-4073-9D9F-1586CB894E6B}" presName="sibTrans" presStyleCnt="0"/>
      <dgm:spPr/>
    </dgm:pt>
    <dgm:pt modelId="{961F450C-0A95-4CE3-A76F-4A6934F3DA14}" type="pres">
      <dgm:prSet presAssocID="{D6F92046-DFC8-4682-B5CF-8F2D3E27C2D5}" presName="compNode" presStyleCnt="0"/>
      <dgm:spPr/>
    </dgm:pt>
    <dgm:pt modelId="{F7FD41D1-9E57-4649-8BB7-72722499B420}" type="pres">
      <dgm:prSet presAssocID="{D6F92046-DFC8-4682-B5CF-8F2D3E27C2D5}" presName="iconBgRect" presStyleLbl="bgShp" presStyleIdx="2" presStyleCnt="5"/>
      <dgm:spPr/>
    </dgm:pt>
    <dgm:pt modelId="{8BF9A270-8E56-43FB-BCFB-A39FC9D4F6FD}" type="pres">
      <dgm:prSet presAssocID="{D6F92046-DFC8-4682-B5CF-8F2D3E27C2D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 Setting"/>
        </a:ext>
      </dgm:extLst>
    </dgm:pt>
    <dgm:pt modelId="{D37C0BAD-26A6-4DE0-8D27-D01E6B2763CA}" type="pres">
      <dgm:prSet presAssocID="{D6F92046-DFC8-4682-B5CF-8F2D3E27C2D5}" presName="spaceRect" presStyleCnt="0"/>
      <dgm:spPr/>
    </dgm:pt>
    <dgm:pt modelId="{02AE6F3B-D3BE-4F71-8C74-8DF5F5309BF3}" type="pres">
      <dgm:prSet presAssocID="{D6F92046-DFC8-4682-B5CF-8F2D3E27C2D5}" presName="textRect" presStyleLbl="revTx" presStyleIdx="2" presStyleCnt="5">
        <dgm:presLayoutVars>
          <dgm:chMax val="1"/>
          <dgm:chPref val="1"/>
        </dgm:presLayoutVars>
      </dgm:prSet>
      <dgm:spPr/>
    </dgm:pt>
    <dgm:pt modelId="{D7D7DED3-7764-42EE-A515-7D60F8ABE4AE}" type="pres">
      <dgm:prSet presAssocID="{47CBC910-F993-45ED-A6CB-33B9EABBDBDB}" presName="sibTrans" presStyleCnt="0"/>
      <dgm:spPr/>
    </dgm:pt>
    <dgm:pt modelId="{A37AD4A5-0540-428A-8735-CE8AF68484A6}" type="pres">
      <dgm:prSet presAssocID="{DFDA12DC-404A-4D24-8077-EE59362F0B8D}" presName="compNode" presStyleCnt="0"/>
      <dgm:spPr/>
    </dgm:pt>
    <dgm:pt modelId="{A91BB6DF-0CF4-4944-9B29-EB3F829F03FA}" type="pres">
      <dgm:prSet presAssocID="{DFDA12DC-404A-4D24-8077-EE59362F0B8D}" presName="iconBgRect" presStyleLbl="bgShp" presStyleIdx="3" presStyleCnt="5"/>
      <dgm:spPr/>
    </dgm:pt>
    <dgm:pt modelId="{AA7AC520-9CDB-4A37-87E3-20CD3F858F53}" type="pres">
      <dgm:prSet presAssocID="{DFDA12DC-404A-4D24-8077-EE59362F0B8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E7821E8-AD94-46E9-821F-4E5663B5FAF7}" type="pres">
      <dgm:prSet presAssocID="{DFDA12DC-404A-4D24-8077-EE59362F0B8D}" presName="spaceRect" presStyleCnt="0"/>
      <dgm:spPr/>
    </dgm:pt>
    <dgm:pt modelId="{E7E923B3-9D13-4A19-9D84-A5B926C1D1FD}" type="pres">
      <dgm:prSet presAssocID="{DFDA12DC-404A-4D24-8077-EE59362F0B8D}" presName="textRect" presStyleLbl="revTx" presStyleIdx="3" presStyleCnt="5">
        <dgm:presLayoutVars>
          <dgm:chMax val="1"/>
          <dgm:chPref val="1"/>
        </dgm:presLayoutVars>
      </dgm:prSet>
      <dgm:spPr/>
    </dgm:pt>
    <dgm:pt modelId="{2DF4946E-44F1-44A2-8D49-87A225F7CFC2}" type="pres">
      <dgm:prSet presAssocID="{26D48370-3DE7-4AD9-B613-D325C8E67527}" presName="sibTrans" presStyleCnt="0"/>
      <dgm:spPr/>
    </dgm:pt>
    <dgm:pt modelId="{CF67F49E-8869-482D-AE7B-CA9AE2E09A03}" type="pres">
      <dgm:prSet presAssocID="{B7414DFA-1D95-463C-9B7B-EBB6CF377BF6}" presName="compNode" presStyleCnt="0"/>
      <dgm:spPr/>
    </dgm:pt>
    <dgm:pt modelId="{EF879516-BAB4-42D3-92A9-C7D892AE2DFF}" type="pres">
      <dgm:prSet presAssocID="{B7414DFA-1D95-463C-9B7B-EBB6CF377BF6}" presName="iconBgRect" presStyleLbl="bgShp" presStyleIdx="4" presStyleCnt="5"/>
      <dgm:spPr/>
    </dgm:pt>
    <dgm:pt modelId="{47AAC71B-5F88-4F6F-BAE7-8F84808F0B87}" type="pres">
      <dgm:prSet presAssocID="{B7414DFA-1D95-463C-9B7B-EBB6CF377BF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8D21F40-F292-4025-B85D-6E7235A7F5B9}" type="pres">
      <dgm:prSet presAssocID="{B7414DFA-1D95-463C-9B7B-EBB6CF377BF6}" presName="spaceRect" presStyleCnt="0"/>
      <dgm:spPr/>
    </dgm:pt>
    <dgm:pt modelId="{0E1E16F0-248F-497B-828F-20C2F0B0A073}" type="pres">
      <dgm:prSet presAssocID="{B7414DFA-1D95-463C-9B7B-EBB6CF377BF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8DAD511-C6D4-49B5-A426-367D2B76662E}" srcId="{DC68B3E7-28CF-4A32-9A7D-06EBA0531037}" destId="{F51C703D-DA15-4C02-A940-BF9209FEBF5E}" srcOrd="1" destOrd="0" parTransId="{36ED68D9-EA9C-407E-9B0C-8DB5DE30806F}" sibTransId="{3D72D3C2-5CFD-4073-9D9F-1586CB894E6B}"/>
    <dgm:cxn modelId="{D770F123-0951-4376-906E-D4BFB44252B1}" type="presOf" srcId="{B7414DFA-1D95-463C-9B7B-EBB6CF377BF6}" destId="{0E1E16F0-248F-497B-828F-20C2F0B0A073}" srcOrd="0" destOrd="0" presId="urn:microsoft.com/office/officeart/2018/5/layout/IconCircleLabelList"/>
    <dgm:cxn modelId="{51A86F3C-4A56-4522-844D-138F8C766339}" type="presOf" srcId="{D6F92046-DFC8-4682-B5CF-8F2D3E27C2D5}" destId="{02AE6F3B-D3BE-4F71-8C74-8DF5F5309BF3}" srcOrd="0" destOrd="0" presId="urn:microsoft.com/office/officeart/2018/5/layout/IconCircleLabelList"/>
    <dgm:cxn modelId="{9BCD2E68-25A5-4B73-87A2-399FC195273C}" type="presOf" srcId="{F51C703D-DA15-4C02-A940-BF9209FEBF5E}" destId="{BFA10755-B5CD-4ACD-938E-B9D2267E16C8}" srcOrd="0" destOrd="0" presId="urn:microsoft.com/office/officeart/2018/5/layout/IconCircleLabelList"/>
    <dgm:cxn modelId="{342C3748-B39A-430F-9FB9-10B1F5E74907}" srcId="{DC68B3E7-28CF-4A32-9A7D-06EBA0531037}" destId="{D6F92046-DFC8-4682-B5CF-8F2D3E27C2D5}" srcOrd="2" destOrd="0" parTransId="{3E9CFEF5-3746-4D7C-BE66-480728D9D593}" sibTransId="{47CBC910-F993-45ED-A6CB-33B9EABBDBDB}"/>
    <dgm:cxn modelId="{BB6DCF50-E736-452F-9370-ECC42EC974B4}" srcId="{DC68B3E7-28CF-4A32-9A7D-06EBA0531037}" destId="{DFDA12DC-404A-4D24-8077-EE59362F0B8D}" srcOrd="3" destOrd="0" parTransId="{F237D8EC-76A2-4EE3-92E1-445ACB6DAE4E}" sibTransId="{26D48370-3DE7-4AD9-B613-D325C8E67527}"/>
    <dgm:cxn modelId="{EA90A68A-C238-4302-A1E2-07DA83B5D206}" type="presOf" srcId="{DFDA12DC-404A-4D24-8077-EE59362F0B8D}" destId="{E7E923B3-9D13-4A19-9D84-A5B926C1D1FD}" srcOrd="0" destOrd="0" presId="urn:microsoft.com/office/officeart/2018/5/layout/IconCircleLabelList"/>
    <dgm:cxn modelId="{002E9FA7-EBD0-4AB4-97F4-F1C2E2048641}" type="presOf" srcId="{98A8192F-B492-489D-9315-164C44E902EB}" destId="{5B467736-1E3F-4CAD-A474-733C0D3CC206}" srcOrd="0" destOrd="0" presId="urn:microsoft.com/office/officeart/2018/5/layout/IconCircleLabelList"/>
    <dgm:cxn modelId="{FF941ECA-B112-4751-8067-C16EFEDF6E02}" type="presOf" srcId="{DC68B3E7-28CF-4A32-9A7D-06EBA0531037}" destId="{D5ADB14B-782B-47DD-B015-D309DB07ED89}" srcOrd="0" destOrd="0" presId="urn:microsoft.com/office/officeart/2018/5/layout/IconCircleLabelList"/>
    <dgm:cxn modelId="{786AD3F0-783C-4316-A89B-8D03F11C007E}" srcId="{DC68B3E7-28CF-4A32-9A7D-06EBA0531037}" destId="{98A8192F-B492-489D-9315-164C44E902EB}" srcOrd="0" destOrd="0" parTransId="{1F262930-5553-4F00-BBFE-ADF0A837A7F8}" sibTransId="{3E324B26-E68F-4B39-9D20-AAA23BD84915}"/>
    <dgm:cxn modelId="{44907EFB-0E9B-4906-95C7-6D973E26E8AF}" srcId="{DC68B3E7-28CF-4A32-9A7D-06EBA0531037}" destId="{B7414DFA-1D95-463C-9B7B-EBB6CF377BF6}" srcOrd="4" destOrd="0" parTransId="{9ADDBC52-FF2E-4009-9331-259A4DDBAC89}" sibTransId="{48C93C40-84E8-4B82-A5C7-75FD5AB09CC5}"/>
    <dgm:cxn modelId="{E64681ED-DD50-4C9E-8771-87285B2133D1}" type="presParOf" srcId="{D5ADB14B-782B-47DD-B015-D309DB07ED89}" destId="{39C7DF2F-FFB2-456B-928C-A8EEDEB9711F}" srcOrd="0" destOrd="0" presId="urn:microsoft.com/office/officeart/2018/5/layout/IconCircleLabelList"/>
    <dgm:cxn modelId="{75429DC3-4FE9-4696-9B56-A026EA73C397}" type="presParOf" srcId="{39C7DF2F-FFB2-456B-928C-A8EEDEB9711F}" destId="{E80EEA7E-DC76-4E14-B1AE-25E9E5C8E752}" srcOrd="0" destOrd="0" presId="urn:microsoft.com/office/officeart/2018/5/layout/IconCircleLabelList"/>
    <dgm:cxn modelId="{7060DA43-43C7-42DC-8B6C-15A9B41A02B5}" type="presParOf" srcId="{39C7DF2F-FFB2-456B-928C-A8EEDEB9711F}" destId="{99122B83-3A20-48EF-A051-92C2C2F1129D}" srcOrd="1" destOrd="0" presId="urn:microsoft.com/office/officeart/2018/5/layout/IconCircleLabelList"/>
    <dgm:cxn modelId="{A2C440BB-F013-47B1-8F49-156E4A0DE576}" type="presParOf" srcId="{39C7DF2F-FFB2-456B-928C-A8EEDEB9711F}" destId="{44510D99-CCFE-468C-AD3F-8117667EE94B}" srcOrd="2" destOrd="0" presId="urn:microsoft.com/office/officeart/2018/5/layout/IconCircleLabelList"/>
    <dgm:cxn modelId="{714B50C7-87A1-44E1-8E51-7BEEE74477AB}" type="presParOf" srcId="{39C7DF2F-FFB2-456B-928C-A8EEDEB9711F}" destId="{5B467736-1E3F-4CAD-A474-733C0D3CC206}" srcOrd="3" destOrd="0" presId="urn:microsoft.com/office/officeart/2018/5/layout/IconCircleLabelList"/>
    <dgm:cxn modelId="{0DF2897F-361B-484B-A3E2-927A1C2706A6}" type="presParOf" srcId="{D5ADB14B-782B-47DD-B015-D309DB07ED89}" destId="{ED2C3044-5DE4-4F14-BAD7-D103108560E0}" srcOrd="1" destOrd="0" presId="urn:microsoft.com/office/officeart/2018/5/layout/IconCircleLabelList"/>
    <dgm:cxn modelId="{606B5840-983E-43C7-BD40-AAC9950AFEE9}" type="presParOf" srcId="{D5ADB14B-782B-47DD-B015-D309DB07ED89}" destId="{DB0419C0-CD8B-4843-B0FE-7385EC84DE97}" srcOrd="2" destOrd="0" presId="urn:microsoft.com/office/officeart/2018/5/layout/IconCircleLabelList"/>
    <dgm:cxn modelId="{2E35F1F9-11FC-414A-A930-9DB17465ED33}" type="presParOf" srcId="{DB0419C0-CD8B-4843-B0FE-7385EC84DE97}" destId="{557ED5AB-5F5A-4BF3-AE74-7AB09D58E31F}" srcOrd="0" destOrd="0" presId="urn:microsoft.com/office/officeart/2018/5/layout/IconCircleLabelList"/>
    <dgm:cxn modelId="{0CA5919E-8FF9-4D80-A1B8-63AC25AFB28F}" type="presParOf" srcId="{DB0419C0-CD8B-4843-B0FE-7385EC84DE97}" destId="{34727059-A728-4934-A41C-56BDBD7B653C}" srcOrd="1" destOrd="0" presId="urn:microsoft.com/office/officeart/2018/5/layout/IconCircleLabelList"/>
    <dgm:cxn modelId="{A5106066-BFC8-4356-864D-8B2698BF20E1}" type="presParOf" srcId="{DB0419C0-CD8B-4843-B0FE-7385EC84DE97}" destId="{F165E0E2-6B3C-4A0E-A501-6044B0351FFE}" srcOrd="2" destOrd="0" presId="urn:microsoft.com/office/officeart/2018/5/layout/IconCircleLabelList"/>
    <dgm:cxn modelId="{6C8DFD2D-9FBF-44BC-9580-7C21ABF5E703}" type="presParOf" srcId="{DB0419C0-CD8B-4843-B0FE-7385EC84DE97}" destId="{BFA10755-B5CD-4ACD-938E-B9D2267E16C8}" srcOrd="3" destOrd="0" presId="urn:microsoft.com/office/officeart/2018/5/layout/IconCircleLabelList"/>
    <dgm:cxn modelId="{68A471B6-83C7-478A-BCF6-4A92927A11E7}" type="presParOf" srcId="{D5ADB14B-782B-47DD-B015-D309DB07ED89}" destId="{676591BB-3678-477B-BC31-727995120FA0}" srcOrd="3" destOrd="0" presId="urn:microsoft.com/office/officeart/2018/5/layout/IconCircleLabelList"/>
    <dgm:cxn modelId="{A0BE7B36-0811-4CE1-92BC-1D49F2606D5D}" type="presParOf" srcId="{D5ADB14B-782B-47DD-B015-D309DB07ED89}" destId="{961F450C-0A95-4CE3-A76F-4A6934F3DA14}" srcOrd="4" destOrd="0" presId="urn:microsoft.com/office/officeart/2018/5/layout/IconCircleLabelList"/>
    <dgm:cxn modelId="{BF947771-BD7D-4DBD-88B6-E3B1C90FC70F}" type="presParOf" srcId="{961F450C-0A95-4CE3-A76F-4A6934F3DA14}" destId="{F7FD41D1-9E57-4649-8BB7-72722499B420}" srcOrd="0" destOrd="0" presId="urn:microsoft.com/office/officeart/2018/5/layout/IconCircleLabelList"/>
    <dgm:cxn modelId="{D0D5342E-A868-4D3C-BD2A-5C1F74C84BE8}" type="presParOf" srcId="{961F450C-0A95-4CE3-A76F-4A6934F3DA14}" destId="{8BF9A270-8E56-43FB-BCFB-A39FC9D4F6FD}" srcOrd="1" destOrd="0" presId="urn:microsoft.com/office/officeart/2018/5/layout/IconCircleLabelList"/>
    <dgm:cxn modelId="{1108552B-DCE8-447E-B9E5-1C8EA0F740F4}" type="presParOf" srcId="{961F450C-0A95-4CE3-A76F-4A6934F3DA14}" destId="{D37C0BAD-26A6-4DE0-8D27-D01E6B2763CA}" srcOrd="2" destOrd="0" presId="urn:microsoft.com/office/officeart/2018/5/layout/IconCircleLabelList"/>
    <dgm:cxn modelId="{0DCA7771-1148-46B2-9CC4-A20B46F15BF8}" type="presParOf" srcId="{961F450C-0A95-4CE3-A76F-4A6934F3DA14}" destId="{02AE6F3B-D3BE-4F71-8C74-8DF5F5309BF3}" srcOrd="3" destOrd="0" presId="urn:microsoft.com/office/officeart/2018/5/layout/IconCircleLabelList"/>
    <dgm:cxn modelId="{8FDB5226-D931-4986-B639-08AEE17078C0}" type="presParOf" srcId="{D5ADB14B-782B-47DD-B015-D309DB07ED89}" destId="{D7D7DED3-7764-42EE-A515-7D60F8ABE4AE}" srcOrd="5" destOrd="0" presId="urn:microsoft.com/office/officeart/2018/5/layout/IconCircleLabelList"/>
    <dgm:cxn modelId="{A4010884-3564-4B70-807B-A46B97533E59}" type="presParOf" srcId="{D5ADB14B-782B-47DD-B015-D309DB07ED89}" destId="{A37AD4A5-0540-428A-8735-CE8AF68484A6}" srcOrd="6" destOrd="0" presId="urn:microsoft.com/office/officeart/2018/5/layout/IconCircleLabelList"/>
    <dgm:cxn modelId="{6DEE4BDD-E594-434B-9F4A-A46AC56D3F6C}" type="presParOf" srcId="{A37AD4A5-0540-428A-8735-CE8AF68484A6}" destId="{A91BB6DF-0CF4-4944-9B29-EB3F829F03FA}" srcOrd="0" destOrd="0" presId="urn:microsoft.com/office/officeart/2018/5/layout/IconCircleLabelList"/>
    <dgm:cxn modelId="{CD7472F5-D2C3-4C7B-8E30-90BD365BE491}" type="presParOf" srcId="{A37AD4A5-0540-428A-8735-CE8AF68484A6}" destId="{AA7AC520-9CDB-4A37-87E3-20CD3F858F53}" srcOrd="1" destOrd="0" presId="urn:microsoft.com/office/officeart/2018/5/layout/IconCircleLabelList"/>
    <dgm:cxn modelId="{0A1E002B-72AA-413A-ABC1-C5B088E16CA8}" type="presParOf" srcId="{A37AD4A5-0540-428A-8735-CE8AF68484A6}" destId="{6E7821E8-AD94-46E9-821F-4E5663B5FAF7}" srcOrd="2" destOrd="0" presId="urn:microsoft.com/office/officeart/2018/5/layout/IconCircleLabelList"/>
    <dgm:cxn modelId="{E3BB4CA2-8664-4D16-90A2-457241926454}" type="presParOf" srcId="{A37AD4A5-0540-428A-8735-CE8AF68484A6}" destId="{E7E923B3-9D13-4A19-9D84-A5B926C1D1FD}" srcOrd="3" destOrd="0" presId="urn:microsoft.com/office/officeart/2018/5/layout/IconCircleLabelList"/>
    <dgm:cxn modelId="{8695210D-451D-49D3-9AB1-820BC31C2803}" type="presParOf" srcId="{D5ADB14B-782B-47DD-B015-D309DB07ED89}" destId="{2DF4946E-44F1-44A2-8D49-87A225F7CFC2}" srcOrd="7" destOrd="0" presId="urn:microsoft.com/office/officeart/2018/5/layout/IconCircleLabelList"/>
    <dgm:cxn modelId="{EA024A44-82FB-49BE-A132-352C7E594E6E}" type="presParOf" srcId="{D5ADB14B-782B-47DD-B015-D309DB07ED89}" destId="{CF67F49E-8869-482D-AE7B-CA9AE2E09A03}" srcOrd="8" destOrd="0" presId="urn:microsoft.com/office/officeart/2018/5/layout/IconCircleLabelList"/>
    <dgm:cxn modelId="{87916152-86FB-450D-B33B-25C9D9C3CA04}" type="presParOf" srcId="{CF67F49E-8869-482D-AE7B-CA9AE2E09A03}" destId="{EF879516-BAB4-42D3-92A9-C7D892AE2DFF}" srcOrd="0" destOrd="0" presId="urn:microsoft.com/office/officeart/2018/5/layout/IconCircleLabelList"/>
    <dgm:cxn modelId="{3C3459EE-D22B-412F-B484-76D4241B70FC}" type="presParOf" srcId="{CF67F49E-8869-482D-AE7B-CA9AE2E09A03}" destId="{47AAC71B-5F88-4F6F-BAE7-8F84808F0B87}" srcOrd="1" destOrd="0" presId="urn:microsoft.com/office/officeart/2018/5/layout/IconCircleLabelList"/>
    <dgm:cxn modelId="{44EC91EA-117B-41FB-A6DF-70B8134160B3}" type="presParOf" srcId="{CF67F49E-8869-482D-AE7B-CA9AE2E09A03}" destId="{58D21F40-F292-4025-B85D-6E7235A7F5B9}" srcOrd="2" destOrd="0" presId="urn:microsoft.com/office/officeart/2018/5/layout/IconCircleLabelList"/>
    <dgm:cxn modelId="{61A4D8E7-FF09-4A21-89AA-7758A1A27119}" type="presParOf" srcId="{CF67F49E-8869-482D-AE7B-CA9AE2E09A03}" destId="{0E1E16F0-248F-497B-828F-20C2F0B0A07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473C1F-46F8-4FA8-AA26-39CEEC89A65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C0C5EA8-DD44-4300-8ADC-A204F0F03EB7}">
      <dgm:prSet/>
      <dgm:spPr/>
      <dgm:t>
        <a:bodyPr/>
        <a:lstStyle/>
        <a:p>
          <a:r>
            <a:rPr lang="en-US"/>
            <a:t>Obtain the Software</a:t>
          </a:r>
        </a:p>
      </dgm:t>
    </dgm:pt>
    <dgm:pt modelId="{09814478-FAE1-425A-94F9-433CDBFD9A49}" type="parTrans" cxnId="{1B2FAC55-6768-4CF6-A4D3-5EB2603094EB}">
      <dgm:prSet/>
      <dgm:spPr/>
      <dgm:t>
        <a:bodyPr/>
        <a:lstStyle/>
        <a:p>
          <a:endParaRPr lang="en-US"/>
        </a:p>
      </dgm:t>
    </dgm:pt>
    <dgm:pt modelId="{917F7D4F-F863-4FAE-B0F3-3C775274B391}" type="sibTrans" cxnId="{1B2FAC55-6768-4CF6-A4D3-5EB2603094EB}">
      <dgm:prSet/>
      <dgm:spPr/>
      <dgm:t>
        <a:bodyPr/>
        <a:lstStyle/>
        <a:p>
          <a:endParaRPr lang="en-US"/>
        </a:p>
      </dgm:t>
    </dgm:pt>
    <dgm:pt modelId="{6911F3B0-C4C0-4EC7-A5D6-819EF81F0320}">
      <dgm:prSet/>
      <dgm:spPr/>
      <dgm:t>
        <a:bodyPr/>
        <a:lstStyle/>
        <a:p>
          <a:r>
            <a:rPr lang="en-US"/>
            <a:t>Run the Installer </a:t>
          </a:r>
        </a:p>
      </dgm:t>
    </dgm:pt>
    <dgm:pt modelId="{226AC400-F3EF-45AF-B120-6FBD71D7E34E}" type="parTrans" cxnId="{766418D9-FB05-4561-83B4-3C9FFF4D8ADE}">
      <dgm:prSet/>
      <dgm:spPr/>
      <dgm:t>
        <a:bodyPr/>
        <a:lstStyle/>
        <a:p>
          <a:endParaRPr lang="en-US"/>
        </a:p>
      </dgm:t>
    </dgm:pt>
    <dgm:pt modelId="{54A3E738-2FB3-48B7-9399-A396AFE52781}" type="sibTrans" cxnId="{766418D9-FB05-4561-83B4-3C9FFF4D8ADE}">
      <dgm:prSet/>
      <dgm:spPr/>
      <dgm:t>
        <a:bodyPr/>
        <a:lstStyle/>
        <a:p>
          <a:endParaRPr lang="en-US"/>
        </a:p>
      </dgm:t>
    </dgm:pt>
    <dgm:pt modelId="{279AB15F-EA7D-4F16-8BC6-4C90BE439723}">
      <dgm:prSet/>
      <dgm:spPr/>
      <dgm:t>
        <a:bodyPr/>
        <a:lstStyle/>
        <a:p>
          <a:r>
            <a:rPr lang="en-US"/>
            <a:t>Follow Installation Wizard Prompts </a:t>
          </a:r>
        </a:p>
      </dgm:t>
    </dgm:pt>
    <dgm:pt modelId="{6D167486-EF3C-4D0D-8B08-AFC912D5E852}" type="parTrans" cxnId="{2BDDB8CD-CEFC-4BE8-B2E5-0B37300CB93A}">
      <dgm:prSet/>
      <dgm:spPr/>
      <dgm:t>
        <a:bodyPr/>
        <a:lstStyle/>
        <a:p>
          <a:endParaRPr lang="en-US"/>
        </a:p>
      </dgm:t>
    </dgm:pt>
    <dgm:pt modelId="{90F3358D-A5F4-4794-BEE4-771FC2B8C435}" type="sibTrans" cxnId="{2BDDB8CD-CEFC-4BE8-B2E5-0B37300CB93A}">
      <dgm:prSet/>
      <dgm:spPr/>
      <dgm:t>
        <a:bodyPr/>
        <a:lstStyle/>
        <a:p>
          <a:endParaRPr lang="en-US"/>
        </a:p>
      </dgm:t>
    </dgm:pt>
    <dgm:pt modelId="{A751F0BD-C0F4-4734-8583-0256051AD204}">
      <dgm:prSet/>
      <dgm:spPr/>
      <dgm:t>
        <a:bodyPr/>
        <a:lstStyle/>
        <a:p>
          <a:r>
            <a:rPr lang="en-US"/>
            <a:t>File Copying and System Configuration</a:t>
          </a:r>
        </a:p>
      </dgm:t>
    </dgm:pt>
    <dgm:pt modelId="{D3CF0DC1-868B-4BDA-8ED0-3703D3176B7C}" type="parTrans" cxnId="{89FA515E-F4FB-4971-BB29-EB3163C24F19}">
      <dgm:prSet/>
      <dgm:spPr/>
      <dgm:t>
        <a:bodyPr/>
        <a:lstStyle/>
        <a:p>
          <a:endParaRPr lang="en-US"/>
        </a:p>
      </dgm:t>
    </dgm:pt>
    <dgm:pt modelId="{59356FE7-D925-47FA-A604-B0F9DE7009BA}" type="sibTrans" cxnId="{89FA515E-F4FB-4971-BB29-EB3163C24F19}">
      <dgm:prSet/>
      <dgm:spPr/>
      <dgm:t>
        <a:bodyPr/>
        <a:lstStyle/>
        <a:p>
          <a:endParaRPr lang="en-US"/>
        </a:p>
      </dgm:t>
    </dgm:pt>
    <dgm:pt modelId="{5D1E5BFB-D4A9-4777-8655-8BAFD03C3F0E}">
      <dgm:prSet/>
      <dgm:spPr/>
      <dgm:t>
        <a:bodyPr/>
        <a:lstStyle/>
        <a:p>
          <a:r>
            <a:rPr lang="en-US"/>
            <a:t>Activation or Registration</a:t>
          </a:r>
        </a:p>
      </dgm:t>
    </dgm:pt>
    <dgm:pt modelId="{447EDBE1-727C-44E3-B177-B912658A6173}" type="parTrans" cxnId="{92ABD149-9B83-4A38-9A7F-27820EF868A4}">
      <dgm:prSet/>
      <dgm:spPr/>
      <dgm:t>
        <a:bodyPr/>
        <a:lstStyle/>
        <a:p>
          <a:endParaRPr lang="en-US"/>
        </a:p>
      </dgm:t>
    </dgm:pt>
    <dgm:pt modelId="{F19586FF-DEB1-4390-BD8B-F927EF877F51}" type="sibTrans" cxnId="{92ABD149-9B83-4A38-9A7F-27820EF868A4}">
      <dgm:prSet/>
      <dgm:spPr/>
      <dgm:t>
        <a:bodyPr/>
        <a:lstStyle/>
        <a:p>
          <a:endParaRPr lang="en-US"/>
        </a:p>
      </dgm:t>
    </dgm:pt>
    <dgm:pt modelId="{EDFB3EBC-E96C-41B6-9BF2-768B065F116A}">
      <dgm:prSet/>
      <dgm:spPr/>
      <dgm:t>
        <a:bodyPr/>
        <a:lstStyle/>
        <a:p>
          <a:r>
            <a:rPr lang="en-US"/>
            <a:t>Completing the Installation</a:t>
          </a:r>
        </a:p>
      </dgm:t>
    </dgm:pt>
    <dgm:pt modelId="{D456DA17-16E2-4CB1-AEEE-EA7FB6FC16FD}" type="parTrans" cxnId="{C66351D4-D268-47BB-80AA-29457B0B9201}">
      <dgm:prSet/>
      <dgm:spPr/>
      <dgm:t>
        <a:bodyPr/>
        <a:lstStyle/>
        <a:p>
          <a:endParaRPr lang="en-US"/>
        </a:p>
      </dgm:t>
    </dgm:pt>
    <dgm:pt modelId="{9A84E573-0296-4AEC-8DD3-A7F44EE63C08}" type="sibTrans" cxnId="{C66351D4-D268-47BB-80AA-29457B0B9201}">
      <dgm:prSet/>
      <dgm:spPr/>
      <dgm:t>
        <a:bodyPr/>
        <a:lstStyle/>
        <a:p>
          <a:endParaRPr lang="en-US"/>
        </a:p>
      </dgm:t>
    </dgm:pt>
    <dgm:pt modelId="{C2503458-64B4-49AB-A5C9-23BD6BBDF117}" type="pres">
      <dgm:prSet presAssocID="{97473C1F-46F8-4FA8-AA26-39CEEC89A65E}" presName="linear" presStyleCnt="0">
        <dgm:presLayoutVars>
          <dgm:animLvl val="lvl"/>
          <dgm:resizeHandles val="exact"/>
        </dgm:presLayoutVars>
      </dgm:prSet>
      <dgm:spPr/>
    </dgm:pt>
    <dgm:pt modelId="{5CBC0525-073D-494E-BEB1-7CFECB4425DF}" type="pres">
      <dgm:prSet presAssocID="{4C0C5EA8-DD44-4300-8ADC-A204F0F03EB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9A8052F-F0D0-4A60-80A9-0127AF774E90}" type="pres">
      <dgm:prSet presAssocID="{917F7D4F-F863-4FAE-B0F3-3C775274B391}" presName="spacer" presStyleCnt="0"/>
      <dgm:spPr/>
    </dgm:pt>
    <dgm:pt modelId="{5FEB357A-2232-4637-B7D6-210FE01A6942}" type="pres">
      <dgm:prSet presAssocID="{6911F3B0-C4C0-4EC7-A5D6-819EF81F032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202B6BF-D363-49E9-814A-8130E3BA5D52}" type="pres">
      <dgm:prSet presAssocID="{54A3E738-2FB3-48B7-9399-A396AFE52781}" presName="spacer" presStyleCnt="0"/>
      <dgm:spPr/>
    </dgm:pt>
    <dgm:pt modelId="{750BD1F7-86C2-423E-886A-0CF37269985B}" type="pres">
      <dgm:prSet presAssocID="{279AB15F-EA7D-4F16-8BC6-4C90BE43972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DFB02CD-3E3D-4730-BBC7-D57FADE81CAB}" type="pres">
      <dgm:prSet presAssocID="{90F3358D-A5F4-4794-BEE4-771FC2B8C435}" presName="spacer" presStyleCnt="0"/>
      <dgm:spPr/>
    </dgm:pt>
    <dgm:pt modelId="{6E3D41C9-2977-4860-A545-26FF469E0FAE}" type="pres">
      <dgm:prSet presAssocID="{A751F0BD-C0F4-4734-8583-0256051AD20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0356767-3098-412F-AE04-E1346BAF8433}" type="pres">
      <dgm:prSet presAssocID="{59356FE7-D925-47FA-A604-B0F9DE7009BA}" presName="spacer" presStyleCnt="0"/>
      <dgm:spPr/>
    </dgm:pt>
    <dgm:pt modelId="{6F5F902B-49D6-44E6-869E-A28F34600120}" type="pres">
      <dgm:prSet presAssocID="{5D1E5BFB-D4A9-4777-8655-8BAFD03C3F0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0D0F44C-D830-40DC-BCF7-34BDE151E315}" type="pres">
      <dgm:prSet presAssocID="{F19586FF-DEB1-4390-BD8B-F927EF877F51}" presName="spacer" presStyleCnt="0"/>
      <dgm:spPr/>
    </dgm:pt>
    <dgm:pt modelId="{00BF94A4-8C40-4627-9898-5E09DD9FBE9B}" type="pres">
      <dgm:prSet presAssocID="{EDFB3EBC-E96C-41B6-9BF2-768B065F116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A5C9F23-BCFE-4BF3-A18D-25D458E9BF8C}" type="presOf" srcId="{A751F0BD-C0F4-4734-8583-0256051AD204}" destId="{6E3D41C9-2977-4860-A545-26FF469E0FAE}" srcOrd="0" destOrd="0" presId="urn:microsoft.com/office/officeart/2005/8/layout/vList2"/>
    <dgm:cxn modelId="{DE1AA334-B94A-4C48-BFF3-5DD342E357CC}" type="presOf" srcId="{5D1E5BFB-D4A9-4777-8655-8BAFD03C3F0E}" destId="{6F5F902B-49D6-44E6-869E-A28F34600120}" srcOrd="0" destOrd="0" presId="urn:microsoft.com/office/officeart/2005/8/layout/vList2"/>
    <dgm:cxn modelId="{713C7040-D2A2-4C58-8906-7AC06302F8D5}" type="presOf" srcId="{279AB15F-EA7D-4F16-8BC6-4C90BE439723}" destId="{750BD1F7-86C2-423E-886A-0CF37269985B}" srcOrd="0" destOrd="0" presId="urn:microsoft.com/office/officeart/2005/8/layout/vList2"/>
    <dgm:cxn modelId="{89FA515E-F4FB-4971-BB29-EB3163C24F19}" srcId="{97473C1F-46F8-4FA8-AA26-39CEEC89A65E}" destId="{A751F0BD-C0F4-4734-8583-0256051AD204}" srcOrd="3" destOrd="0" parTransId="{D3CF0DC1-868B-4BDA-8ED0-3703D3176B7C}" sibTransId="{59356FE7-D925-47FA-A604-B0F9DE7009BA}"/>
    <dgm:cxn modelId="{92ABD149-9B83-4A38-9A7F-27820EF868A4}" srcId="{97473C1F-46F8-4FA8-AA26-39CEEC89A65E}" destId="{5D1E5BFB-D4A9-4777-8655-8BAFD03C3F0E}" srcOrd="4" destOrd="0" parTransId="{447EDBE1-727C-44E3-B177-B912658A6173}" sibTransId="{F19586FF-DEB1-4390-BD8B-F927EF877F51}"/>
    <dgm:cxn modelId="{1B2FAC55-6768-4CF6-A4D3-5EB2603094EB}" srcId="{97473C1F-46F8-4FA8-AA26-39CEEC89A65E}" destId="{4C0C5EA8-DD44-4300-8ADC-A204F0F03EB7}" srcOrd="0" destOrd="0" parTransId="{09814478-FAE1-425A-94F9-433CDBFD9A49}" sibTransId="{917F7D4F-F863-4FAE-B0F3-3C775274B391}"/>
    <dgm:cxn modelId="{A50E5FAD-E0CC-4705-9C75-ADE44875073B}" type="presOf" srcId="{4C0C5EA8-DD44-4300-8ADC-A204F0F03EB7}" destId="{5CBC0525-073D-494E-BEB1-7CFECB4425DF}" srcOrd="0" destOrd="0" presId="urn:microsoft.com/office/officeart/2005/8/layout/vList2"/>
    <dgm:cxn modelId="{AFCCCEBF-6AC0-4D93-B4E4-61407BCCB6C5}" type="presOf" srcId="{97473C1F-46F8-4FA8-AA26-39CEEC89A65E}" destId="{C2503458-64B4-49AB-A5C9-23BD6BBDF117}" srcOrd="0" destOrd="0" presId="urn:microsoft.com/office/officeart/2005/8/layout/vList2"/>
    <dgm:cxn modelId="{2BDDB8CD-CEFC-4BE8-B2E5-0B37300CB93A}" srcId="{97473C1F-46F8-4FA8-AA26-39CEEC89A65E}" destId="{279AB15F-EA7D-4F16-8BC6-4C90BE439723}" srcOrd="2" destOrd="0" parTransId="{6D167486-EF3C-4D0D-8B08-AFC912D5E852}" sibTransId="{90F3358D-A5F4-4794-BEE4-771FC2B8C435}"/>
    <dgm:cxn modelId="{C66351D4-D268-47BB-80AA-29457B0B9201}" srcId="{97473C1F-46F8-4FA8-AA26-39CEEC89A65E}" destId="{EDFB3EBC-E96C-41B6-9BF2-768B065F116A}" srcOrd="5" destOrd="0" parTransId="{D456DA17-16E2-4CB1-AEEE-EA7FB6FC16FD}" sibTransId="{9A84E573-0296-4AEC-8DD3-A7F44EE63C08}"/>
    <dgm:cxn modelId="{766418D9-FB05-4561-83B4-3C9FFF4D8ADE}" srcId="{97473C1F-46F8-4FA8-AA26-39CEEC89A65E}" destId="{6911F3B0-C4C0-4EC7-A5D6-819EF81F0320}" srcOrd="1" destOrd="0" parTransId="{226AC400-F3EF-45AF-B120-6FBD71D7E34E}" sibTransId="{54A3E738-2FB3-48B7-9399-A396AFE52781}"/>
    <dgm:cxn modelId="{FEEA9BED-174B-4D3E-9E79-0776B4640D0B}" type="presOf" srcId="{6911F3B0-C4C0-4EC7-A5D6-819EF81F0320}" destId="{5FEB357A-2232-4637-B7D6-210FE01A6942}" srcOrd="0" destOrd="0" presId="urn:microsoft.com/office/officeart/2005/8/layout/vList2"/>
    <dgm:cxn modelId="{0E8CCEFD-0ED4-417B-A782-C76D483837E0}" type="presOf" srcId="{EDFB3EBC-E96C-41B6-9BF2-768B065F116A}" destId="{00BF94A4-8C40-4627-9898-5E09DD9FBE9B}" srcOrd="0" destOrd="0" presId="urn:microsoft.com/office/officeart/2005/8/layout/vList2"/>
    <dgm:cxn modelId="{FEBEA66D-9E9F-4F1D-8BFE-F4028D79C164}" type="presParOf" srcId="{C2503458-64B4-49AB-A5C9-23BD6BBDF117}" destId="{5CBC0525-073D-494E-BEB1-7CFECB4425DF}" srcOrd="0" destOrd="0" presId="urn:microsoft.com/office/officeart/2005/8/layout/vList2"/>
    <dgm:cxn modelId="{0ED6B543-83B1-4E03-BFEA-1C718BE3F886}" type="presParOf" srcId="{C2503458-64B4-49AB-A5C9-23BD6BBDF117}" destId="{E9A8052F-F0D0-4A60-80A9-0127AF774E90}" srcOrd="1" destOrd="0" presId="urn:microsoft.com/office/officeart/2005/8/layout/vList2"/>
    <dgm:cxn modelId="{CD93C65C-D60F-4CBB-A42C-61486F4A51FC}" type="presParOf" srcId="{C2503458-64B4-49AB-A5C9-23BD6BBDF117}" destId="{5FEB357A-2232-4637-B7D6-210FE01A6942}" srcOrd="2" destOrd="0" presId="urn:microsoft.com/office/officeart/2005/8/layout/vList2"/>
    <dgm:cxn modelId="{C928273D-A66D-47D9-A2BB-0C194BD30839}" type="presParOf" srcId="{C2503458-64B4-49AB-A5C9-23BD6BBDF117}" destId="{D202B6BF-D363-49E9-814A-8130E3BA5D52}" srcOrd="3" destOrd="0" presId="urn:microsoft.com/office/officeart/2005/8/layout/vList2"/>
    <dgm:cxn modelId="{9904F831-3829-4802-9529-06BB103B12CB}" type="presParOf" srcId="{C2503458-64B4-49AB-A5C9-23BD6BBDF117}" destId="{750BD1F7-86C2-423E-886A-0CF37269985B}" srcOrd="4" destOrd="0" presId="urn:microsoft.com/office/officeart/2005/8/layout/vList2"/>
    <dgm:cxn modelId="{98C595CE-6104-4115-B47A-8112F1F1AB00}" type="presParOf" srcId="{C2503458-64B4-49AB-A5C9-23BD6BBDF117}" destId="{FDFB02CD-3E3D-4730-BBC7-D57FADE81CAB}" srcOrd="5" destOrd="0" presId="urn:microsoft.com/office/officeart/2005/8/layout/vList2"/>
    <dgm:cxn modelId="{7EA31D14-B057-4A64-B123-563299C0525F}" type="presParOf" srcId="{C2503458-64B4-49AB-A5C9-23BD6BBDF117}" destId="{6E3D41C9-2977-4860-A545-26FF469E0FAE}" srcOrd="6" destOrd="0" presId="urn:microsoft.com/office/officeart/2005/8/layout/vList2"/>
    <dgm:cxn modelId="{4C45A176-75E7-4AF5-93E8-78590820EBD3}" type="presParOf" srcId="{C2503458-64B4-49AB-A5C9-23BD6BBDF117}" destId="{E0356767-3098-412F-AE04-E1346BAF8433}" srcOrd="7" destOrd="0" presId="urn:microsoft.com/office/officeart/2005/8/layout/vList2"/>
    <dgm:cxn modelId="{A6BE4CA6-A9EC-44A9-9000-234F213AB9AF}" type="presParOf" srcId="{C2503458-64B4-49AB-A5C9-23BD6BBDF117}" destId="{6F5F902B-49D6-44E6-869E-A28F34600120}" srcOrd="8" destOrd="0" presId="urn:microsoft.com/office/officeart/2005/8/layout/vList2"/>
    <dgm:cxn modelId="{F6DDFF0D-43ED-4FBA-A0E6-F4D057D94064}" type="presParOf" srcId="{C2503458-64B4-49AB-A5C9-23BD6BBDF117}" destId="{30D0F44C-D830-40DC-BCF7-34BDE151E315}" srcOrd="9" destOrd="0" presId="urn:microsoft.com/office/officeart/2005/8/layout/vList2"/>
    <dgm:cxn modelId="{A7717ECA-81E7-42ED-BADD-1925D1923D82}" type="presParOf" srcId="{C2503458-64B4-49AB-A5C9-23BD6BBDF117}" destId="{00BF94A4-8C40-4627-9898-5E09DD9FBE9B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C488E3E-5F48-4D2F-8567-B1E39CBA370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4407CE5-858F-4F09-A37A-65B2441C0B81}">
      <dgm:prSet/>
      <dgm:spPr/>
      <dgm:t>
        <a:bodyPr/>
        <a:lstStyle/>
        <a:p>
          <a:pPr>
            <a:defRPr cap="all"/>
          </a:pPr>
          <a:r>
            <a:rPr lang="en-US"/>
            <a:t>Executable Installers</a:t>
          </a:r>
        </a:p>
      </dgm:t>
    </dgm:pt>
    <dgm:pt modelId="{6F7A9A18-5880-466B-87C7-A3C317803E19}" type="parTrans" cxnId="{B605DBB2-C08A-4E9E-A0C9-8B78F6EC3932}">
      <dgm:prSet/>
      <dgm:spPr/>
      <dgm:t>
        <a:bodyPr/>
        <a:lstStyle/>
        <a:p>
          <a:endParaRPr lang="en-US"/>
        </a:p>
      </dgm:t>
    </dgm:pt>
    <dgm:pt modelId="{0C24E99E-F71B-4BD3-80C5-F2121F7A270A}" type="sibTrans" cxnId="{B605DBB2-C08A-4E9E-A0C9-8B78F6EC3932}">
      <dgm:prSet/>
      <dgm:spPr/>
      <dgm:t>
        <a:bodyPr/>
        <a:lstStyle/>
        <a:p>
          <a:endParaRPr lang="en-US"/>
        </a:p>
      </dgm:t>
    </dgm:pt>
    <dgm:pt modelId="{2BA9AE4B-F4C5-42FA-9903-98961ACF697B}">
      <dgm:prSet/>
      <dgm:spPr/>
      <dgm:t>
        <a:bodyPr/>
        <a:lstStyle/>
        <a:p>
          <a:pPr>
            <a:defRPr cap="all"/>
          </a:pPr>
          <a:r>
            <a:rPr lang="en-US"/>
            <a:t>Application Stores</a:t>
          </a:r>
        </a:p>
      </dgm:t>
    </dgm:pt>
    <dgm:pt modelId="{2BEE8624-2375-4552-9653-780548AD0721}" type="parTrans" cxnId="{D0D1EBB9-30AE-427C-8A88-E63166E1B897}">
      <dgm:prSet/>
      <dgm:spPr/>
      <dgm:t>
        <a:bodyPr/>
        <a:lstStyle/>
        <a:p>
          <a:endParaRPr lang="en-US"/>
        </a:p>
      </dgm:t>
    </dgm:pt>
    <dgm:pt modelId="{E43B4376-4C15-4C79-A378-337D937D1CAC}" type="sibTrans" cxnId="{D0D1EBB9-30AE-427C-8A88-E63166E1B897}">
      <dgm:prSet/>
      <dgm:spPr/>
      <dgm:t>
        <a:bodyPr/>
        <a:lstStyle/>
        <a:p>
          <a:endParaRPr lang="en-US"/>
        </a:p>
      </dgm:t>
    </dgm:pt>
    <dgm:pt modelId="{CDDBD90A-1B21-4380-9AF6-1F1A2529A9BB}">
      <dgm:prSet/>
      <dgm:spPr/>
      <dgm:t>
        <a:bodyPr/>
        <a:lstStyle/>
        <a:p>
          <a:pPr>
            <a:defRPr cap="all"/>
          </a:pPr>
          <a:r>
            <a:rPr lang="en-US"/>
            <a:t>Package Managers</a:t>
          </a:r>
        </a:p>
      </dgm:t>
    </dgm:pt>
    <dgm:pt modelId="{836C961E-BB97-4222-AE17-B51DD8B89332}" type="parTrans" cxnId="{0B420D0D-D76C-4AA6-B4F3-E475C99A8AE8}">
      <dgm:prSet/>
      <dgm:spPr/>
      <dgm:t>
        <a:bodyPr/>
        <a:lstStyle/>
        <a:p>
          <a:endParaRPr lang="en-US"/>
        </a:p>
      </dgm:t>
    </dgm:pt>
    <dgm:pt modelId="{6430C642-267A-4D53-8A40-C914547201D7}" type="sibTrans" cxnId="{0B420D0D-D76C-4AA6-B4F3-E475C99A8AE8}">
      <dgm:prSet/>
      <dgm:spPr/>
      <dgm:t>
        <a:bodyPr/>
        <a:lstStyle/>
        <a:p>
          <a:endParaRPr lang="en-US"/>
        </a:p>
      </dgm:t>
    </dgm:pt>
    <dgm:pt modelId="{B1DC827D-9DC8-4DC5-9710-FBF849C4CCF8}">
      <dgm:prSet/>
      <dgm:spPr/>
      <dgm:t>
        <a:bodyPr/>
        <a:lstStyle/>
        <a:p>
          <a:pPr>
            <a:defRPr cap="all"/>
          </a:pPr>
          <a:r>
            <a:rPr lang="en-US"/>
            <a:t>Drag and Drop Installation </a:t>
          </a:r>
        </a:p>
      </dgm:t>
    </dgm:pt>
    <dgm:pt modelId="{DC45E15B-B499-48E0-A13D-A701B89D14C2}" type="parTrans" cxnId="{2553954B-B414-4865-8DA8-DCA43002FA38}">
      <dgm:prSet/>
      <dgm:spPr/>
      <dgm:t>
        <a:bodyPr/>
        <a:lstStyle/>
        <a:p>
          <a:endParaRPr lang="en-US"/>
        </a:p>
      </dgm:t>
    </dgm:pt>
    <dgm:pt modelId="{0CF20EC5-8D21-4CB4-8766-2944E48C3BCD}" type="sibTrans" cxnId="{2553954B-B414-4865-8DA8-DCA43002FA38}">
      <dgm:prSet/>
      <dgm:spPr/>
      <dgm:t>
        <a:bodyPr/>
        <a:lstStyle/>
        <a:p>
          <a:endParaRPr lang="en-US"/>
        </a:p>
      </dgm:t>
    </dgm:pt>
    <dgm:pt modelId="{561222DD-D3B5-4B96-ABC5-BF5F1214BC07}">
      <dgm:prSet/>
      <dgm:spPr/>
      <dgm:t>
        <a:bodyPr/>
        <a:lstStyle/>
        <a:p>
          <a:pPr>
            <a:defRPr cap="all"/>
          </a:pPr>
          <a:r>
            <a:rPr lang="en-US"/>
            <a:t>Manual Copy</a:t>
          </a:r>
        </a:p>
      </dgm:t>
    </dgm:pt>
    <dgm:pt modelId="{92D48FCB-02FE-48A7-9F4D-946DCB038C4E}" type="parTrans" cxnId="{6A20E6C2-40B5-4737-B296-B07CB13AB0A3}">
      <dgm:prSet/>
      <dgm:spPr/>
      <dgm:t>
        <a:bodyPr/>
        <a:lstStyle/>
        <a:p>
          <a:endParaRPr lang="en-US"/>
        </a:p>
      </dgm:t>
    </dgm:pt>
    <dgm:pt modelId="{641C00EC-9219-4185-B0FA-B5377544FAFF}" type="sibTrans" cxnId="{6A20E6C2-40B5-4737-B296-B07CB13AB0A3}">
      <dgm:prSet/>
      <dgm:spPr/>
      <dgm:t>
        <a:bodyPr/>
        <a:lstStyle/>
        <a:p>
          <a:endParaRPr lang="en-US"/>
        </a:p>
      </dgm:t>
    </dgm:pt>
    <dgm:pt modelId="{035A22E1-A433-4217-85EC-37917D77DACC}">
      <dgm:prSet/>
      <dgm:spPr/>
      <dgm:t>
        <a:bodyPr/>
        <a:lstStyle/>
        <a:p>
          <a:pPr>
            <a:defRPr cap="all"/>
          </a:pPr>
          <a:r>
            <a:rPr lang="en-US"/>
            <a:t>Network-Based INstallation</a:t>
          </a:r>
        </a:p>
      </dgm:t>
    </dgm:pt>
    <dgm:pt modelId="{0C0D7CF4-6815-43C6-BAA9-54C6DB96221E}" type="parTrans" cxnId="{8BC89518-62FB-46BC-AC86-35EBF53DB7AA}">
      <dgm:prSet/>
      <dgm:spPr/>
      <dgm:t>
        <a:bodyPr/>
        <a:lstStyle/>
        <a:p>
          <a:endParaRPr lang="en-US"/>
        </a:p>
      </dgm:t>
    </dgm:pt>
    <dgm:pt modelId="{E304B615-0E4C-4DF8-8668-BD24EA6FF4AA}" type="sibTrans" cxnId="{8BC89518-62FB-46BC-AC86-35EBF53DB7AA}">
      <dgm:prSet/>
      <dgm:spPr/>
      <dgm:t>
        <a:bodyPr/>
        <a:lstStyle/>
        <a:p>
          <a:endParaRPr lang="en-US"/>
        </a:p>
      </dgm:t>
    </dgm:pt>
    <dgm:pt modelId="{0664E1DF-27DB-487B-B663-D861725DEEC4}" type="pres">
      <dgm:prSet presAssocID="{9C488E3E-5F48-4D2F-8567-B1E39CBA370E}" presName="root" presStyleCnt="0">
        <dgm:presLayoutVars>
          <dgm:dir/>
          <dgm:resizeHandles val="exact"/>
        </dgm:presLayoutVars>
      </dgm:prSet>
      <dgm:spPr/>
    </dgm:pt>
    <dgm:pt modelId="{6939815A-E1E8-46CF-94A5-03D4A3A12D53}" type="pres">
      <dgm:prSet presAssocID="{E4407CE5-858F-4F09-A37A-65B2441C0B81}" presName="compNode" presStyleCnt="0"/>
      <dgm:spPr/>
    </dgm:pt>
    <dgm:pt modelId="{347C8D26-D42A-4A03-BDCC-21ACDE9A7F19}" type="pres">
      <dgm:prSet presAssocID="{E4407CE5-858F-4F09-A37A-65B2441C0B81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8683D17-51C6-4829-97BB-F06A1E7F7591}" type="pres">
      <dgm:prSet presAssocID="{E4407CE5-858F-4F09-A37A-65B2441C0B81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92F1986-58DD-4842-AFEE-593CDEDDE88D}" type="pres">
      <dgm:prSet presAssocID="{E4407CE5-858F-4F09-A37A-65B2441C0B81}" presName="spaceRect" presStyleCnt="0"/>
      <dgm:spPr/>
    </dgm:pt>
    <dgm:pt modelId="{FDFEC294-AA98-4B34-81DA-810CFD17C02D}" type="pres">
      <dgm:prSet presAssocID="{E4407CE5-858F-4F09-A37A-65B2441C0B81}" presName="textRect" presStyleLbl="revTx" presStyleIdx="0" presStyleCnt="6">
        <dgm:presLayoutVars>
          <dgm:chMax val="1"/>
          <dgm:chPref val="1"/>
        </dgm:presLayoutVars>
      </dgm:prSet>
      <dgm:spPr/>
    </dgm:pt>
    <dgm:pt modelId="{F2BCD9C5-436B-4DAA-B2FD-E83CE452BDCF}" type="pres">
      <dgm:prSet presAssocID="{0C24E99E-F71B-4BD3-80C5-F2121F7A270A}" presName="sibTrans" presStyleCnt="0"/>
      <dgm:spPr/>
    </dgm:pt>
    <dgm:pt modelId="{7551B490-5A88-4141-B0CC-1ECCE7BEF1C5}" type="pres">
      <dgm:prSet presAssocID="{2BA9AE4B-F4C5-42FA-9903-98961ACF697B}" presName="compNode" presStyleCnt="0"/>
      <dgm:spPr/>
    </dgm:pt>
    <dgm:pt modelId="{537E632A-90A8-41D2-9E9C-BB5717CA5B26}" type="pres">
      <dgm:prSet presAssocID="{2BA9AE4B-F4C5-42FA-9903-98961ACF697B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AE8B1B42-FF50-4981-8C42-7FCEABB15FC9}" type="pres">
      <dgm:prSet presAssocID="{2BA9AE4B-F4C5-42FA-9903-98961ACF697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1A0DF979-8C15-4C61-9EB4-EA2C58A98C91}" type="pres">
      <dgm:prSet presAssocID="{2BA9AE4B-F4C5-42FA-9903-98961ACF697B}" presName="spaceRect" presStyleCnt="0"/>
      <dgm:spPr/>
    </dgm:pt>
    <dgm:pt modelId="{4A7D9CFB-CB6D-49A2-9FDB-8B36046349A1}" type="pres">
      <dgm:prSet presAssocID="{2BA9AE4B-F4C5-42FA-9903-98961ACF697B}" presName="textRect" presStyleLbl="revTx" presStyleIdx="1" presStyleCnt="6">
        <dgm:presLayoutVars>
          <dgm:chMax val="1"/>
          <dgm:chPref val="1"/>
        </dgm:presLayoutVars>
      </dgm:prSet>
      <dgm:spPr/>
    </dgm:pt>
    <dgm:pt modelId="{54391353-B334-4BB6-89B9-BE02F7F8D6B0}" type="pres">
      <dgm:prSet presAssocID="{E43B4376-4C15-4C79-A378-337D937D1CAC}" presName="sibTrans" presStyleCnt="0"/>
      <dgm:spPr/>
    </dgm:pt>
    <dgm:pt modelId="{B96FB5CD-6BF4-4E6A-B45B-78F8B116A269}" type="pres">
      <dgm:prSet presAssocID="{CDDBD90A-1B21-4380-9AF6-1F1A2529A9BB}" presName="compNode" presStyleCnt="0"/>
      <dgm:spPr/>
    </dgm:pt>
    <dgm:pt modelId="{0D745E0C-5BCF-4596-A46D-46CADA46193E}" type="pres">
      <dgm:prSet presAssocID="{CDDBD90A-1B21-4380-9AF6-1F1A2529A9BB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7815B80-8857-4E7B-842A-FF9A562E0D1E}" type="pres">
      <dgm:prSet presAssocID="{CDDBD90A-1B21-4380-9AF6-1F1A2529A9B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7E54C31-C224-448A-92A6-94FC2510FBA4}" type="pres">
      <dgm:prSet presAssocID="{CDDBD90A-1B21-4380-9AF6-1F1A2529A9BB}" presName="spaceRect" presStyleCnt="0"/>
      <dgm:spPr/>
    </dgm:pt>
    <dgm:pt modelId="{5C6AF486-0A68-4A7B-AC38-CA04A2709505}" type="pres">
      <dgm:prSet presAssocID="{CDDBD90A-1B21-4380-9AF6-1F1A2529A9BB}" presName="textRect" presStyleLbl="revTx" presStyleIdx="2" presStyleCnt="6">
        <dgm:presLayoutVars>
          <dgm:chMax val="1"/>
          <dgm:chPref val="1"/>
        </dgm:presLayoutVars>
      </dgm:prSet>
      <dgm:spPr/>
    </dgm:pt>
    <dgm:pt modelId="{D3BF456F-CE69-4EB1-A775-D0F06DDA42CF}" type="pres">
      <dgm:prSet presAssocID="{6430C642-267A-4D53-8A40-C914547201D7}" presName="sibTrans" presStyleCnt="0"/>
      <dgm:spPr/>
    </dgm:pt>
    <dgm:pt modelId="{CB2E29F3-36F0-4C89-B943-2CBC92B244EB}" type="pres">
      <dgm:prSet presAssocID="{B1DC827D-9DC8-4DC5-9710-FBF849C4CCF8}" presName="compNode" presStyleCnt="0"/>
      <dgm:spPr/>
    </dgm:pt>
    <dgm:pt modelId="{BDCDCF03-EB9C-4290-80AC-52AB3020F94E}" type="pres">
      <dgm:prSet presAssocID="{B1DC827D-9DC8-4DC5-9710-FBF849C4CCF8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7616D19A-32D2-4C93-AFF6-741E4DA7FAF9}" type="pres">
      <dgm:prSet presAssocID="{B1DC827D-9DC8-4DC5-9710-FBF849C4CCF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mp truck"/>
        </a:ext>
      </dgm:extLst>
    </dgm:pt>
    <dgm:pt modelId="{523E33A3-DD1E-48A3-B31F-CBAE63E39E3A}" type="pres">
      <dgm:prSet presAssocID="{B1DC827D-9DC8-4DC5-9710-FBF849C4CCF8}" presName="spaceRect" presStyleCnt="0"/>
      <dgm:spPr/>
    </dgm:pt>
    <dgm:pt modelId="{161360E3-C638-4DC4-BFA1-62B31BE95701}" type="pres">
      <dgm:prSet presAssocID="{B1DC827D-9DC8-4DC5-9710-FBF849C4CCF8}" presName="textRect" presStyleLbl="revTx" presStyleIdx="3" presStyleCnt="6">
        <dgm:presLayoutVars>
          <dgm:chMax val="1"/>
          <dgm:chPref val="1"/>
        </dgm:presLayoutVars>
      </dgm:prSet>
      <dgm:spPr/>
    </dgm:pt>
    <dgm:pt modelId="{1E0B918C-4389-4054-A5AF-9EB23EC67128}" type="pres">
      <dgm:prSet presAssocID="{0CF20EC5-8D21-4CB4-8766-2944E48C3BCD}" presName="sibTrans" presStyleCnt="0"/>
      <dgm:spPr/>
    </dgm:pt>
    <dgm:pt modelId="{4A21F982-E1E1-49F8-9CFB-76CEDE19ADDD}" type="pres">
      <dgm:prSet presAssocID="{561222DD-D3B5-4B96-ABC5-BF5F1214BC07}" presName="compNode" presStyleCnt="0"/>
      <dgm:spPr/>
    </dgm:pt>
    <dgm:pt modelId="{D415C8AD-3ED1-49A4-A41A-BD5E4580350A}" type="pres">
      <dgm:prSet presAssocID="{561222DD-D3B5-4B96-ABC5-BF5F1214BC07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EE9F1A21-DE82-4631-89C1-14A4C20610C5}" type="pres">
      <dgm:prSet presAssocID="{561222DD-D3B5-4B96-ABC5-BF5F1214BC0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C1ED633-A889-4C6E-8B05-FE4F64F347F2}" type="pres">
      <dgm:prSet presAssocID="{561222DD-D3B5-4B96-ABC5-BF5F1214BC07}" presName="spaceRect" presStyleCnt="0"/>
      <dgm:spPr/>
    </dgm:pt>
    <dgm:pt modelId="{6C97A618-CEBA-46B0-AAF1-5DD84B8A9AEC}" type="pres">
      <dgm:prSet presAssocID="{561222DD-D3B5-4B96-ABC5-BF5F1214BC07}" presName="textRect" presStyleLbl="revTx" presStyleIdx="4" presStyleCnt="6">
        <dgm:presLayoutVars>
          <dgm:chMax val="1"/>
          <dgm:chPref val="1"/>
        </dgm:presLayoutVars>
      </dgm:prSet>
      <dgm:spPr/>
    </dgm:pt>
    <dgm:pt modelId="{A79F9255-847D-4AFB-A895-481CD3FDCFAA}" type="pres">
      <dgm:prSet presAssocID="{641C00EC-9219-4185-B0FA-B5377544FAFF}" presName="sibTrans" presStyleCnt="0"/>
      <dgm:spPr/>
    </dgm:pt>
    <dgm:pt modelId="{9A0FC9B7-72F6-4300-BBF0-B427DC6841F2}" type="pres">
      <dgm:prSet presAssocID="{035A22E1-A433-4217-85EC-37917D77DACC}" presName="compNode" presStyleCnt="0"/>
      <dgm:spPr/>
    </dgm:pt>
    <dgm:pt modelId="{CEBCA53B-BCD6-41DD-A84A-A3AFAD2415CF}" type="pres">
      <dgm:prSet presAssocID="{035A22E1-A433-4217-85EC-37917D77DACC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6A43268-D36D-4962-881A-96EBFDCD8FEE}" type="pres">
      <dgm:prSet presAssocID="{035A22E1-A433-4217-85EC-37917D77DACC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7B658B4-D345-429C-B169-92F0AED86ED9}" type="pres">
      <dgm:prSet presAssocID="{035A22E1-A433-4217-85EC-37917D77DACC}" presName="spaceRect" presStyleCnt="0"/>
      <dgm:spPr/>
    </dgm:pt>
    <dgm:pt modelId="{A150750D-D30D-4E0E-943E-1695DC0B484F}" type="pres">
      <dgm:prSet presAssocID="{035A22E1-A433-4217-85EC-37917D77DACC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959E704-1AFB-49F7-B41D-FAB63AFCA08F}" type="presOf" srcId="{9C488E3E-5F48-4D2F-8567-B1E39CBA370E}" destId="{0664E1DF-27DB-487B-B663-D861725DEEC4}" srcOrd="0" destOrd="0" presId="urn:microsoft.com/office/officeart/2018/5/layout/IconLeafLabelList"/>
    <dgm:cxn modelId="{0B420D0D-D76C-4AA6-B4F3-E475C99A8AE8}" srcId="{9C488E3E-5F48-4D2F-8567-B1E39CBA370E}" destId="{CDDBD90A-1B21-4380-9AF6-1F1A2529A9BB}" srcOrd="2" destOrd="0" parTransId="{836C961E-BB97-4222-AE17-B51DD8B89332}" sibTransId="{6430C642-267A-4D53-8A40-C914547201D7}"/>
    <dgm:cxn modelId="{8BC89518-62FB-46BC-AC86-35EBF53DB7AA}" srcId="{9C488E3E-5F48-4D2F-8567-B1E39CBA370E}" destId="{035A22E1-A433-4217-85EC-37917D77DACC}" srcOrd="5" destOrd="0" parTransId="{0C0D7CF4-6815-43C6-BAA9-54C6DB96221E}" sibTransId="{E304B615-0E4C-4DF8-8668-BD24EA6FF4AA}"/>
    <dgm:cxn modelId="{DE705920-B728-4610-A34F-C03FB9E527AC}" type="presOf" srcId="{CDDBD90A-1B21-4380-9AF6-1F1A2529A9BB}" destId="{5C6AF486-0A68-4A7B-AC38-CA04A2709505}" srcOrd="0" destOrd="0" presId="urn:microsoft.com/office/officeart/2018/5/layout/IconLeafLabelList"/>
    <dgm:cxn modelId="{7FF22E67-458D-4966-A81A-BFAAC4D80EF3}" type="presOf" srcId="{E4407CE5-858F-4F09-A37A-65B2441C0B81}" destId="{FDFEC294-AA98-4B34-81DA-810CFD17C02D}" srcOrd="0" destOrd="0" presId="urn:microsoft.com/office/officeart/2018/5/layout/IconLeafLabelList"/>
    <dgm:cxn modelId="{2553954B-B414-4865-8DA8-DCA43002FA38}" srcId="{9C488E3E-5F48-4D2F-8567-B1E39CBA370E}" destId="{B1DC827D-9DC8-4DC5-9710-FBF849C4CCF8}" srcOrd="3" destOrd="0" parTransId="{DC45E15B-B499-48E0-A13D-A701B89D14C2}" sibTransId="{0CF20EC5-8D21-4CB4-8766-2944E48C3BCD}"/>
    <dgm:cxn modelId="{DD5BDE4F-5DBD-41F2-BD14-496B61E254DD}" type="presOf" srcId="{035A22E1-A433-4217-85EC-37917D77DACC}" destId="{A150750D-D30D-4E0E-943E-1695DC0B484F}" srcOrd="0" destOrd="0" presId="urn:microsoft.com/office/officeart/2018/5/layout/IconLeafLabelList"/>
    <dgm:cxn modelId="{8BB97759-115E-4479-9720-4B66AFD9A174}" type="presOf" srcId="{2BA9AE4B-F4C5-42FA-9903-98961ACF697B}" destId="{4A7D9CFB-CB6D-49A2-9FDB-8B36046349A1}" srcOrd="0" destOrd="0" presId="urn:microsoft.com/office/officeart/2018/5/layout/IconLeafLabelList"/>
    <dgm:cxn modelId="{049AD993-7A7A-4F7C-AFA2-F96610F8A927}" type="presOf" srcId="{B1DC827D-9DC8-4DC5-9710-FBF849C4CCF8}" destId="{161360E3-C638-4DC4-BFA1-62B31BE95701}" srcOrd="0" destOrd="0" presId="urn:microsoft.com/office/officeart/2018/5/layout/IconLeafLabelList"/>
    <dgm:cxn modelId="{B605DBB2-C08A-4E9E-A0C9-8B78F6EC3932}" srcId="{9C488E3E-5F48-4D2F-8567-B1E39CBA370E}" destId="{E4407CE5-858F-4F09-A37A-65B2441C0B81}" srcOrd="0" destOrd="0" parTransId="{6F7A9A18-5880-466B-87C7-A3C317803E19}" sibTransId="{0C24E99E-F71B-4BD3-80C5-F2121F7A270A}"/>
    <dgm:cxn modelId="{D0D1EBB9-30AE-427C-8A88-E63166E1B897}" srcId="{9C488E3E-5F48-4D2F-8567-B1E39CBA370E}" destId="{2BA9AE4B-F4C5-42FA-9903-98961ACF697B}" srcOrd="1" destOrd="0" parTransId="{2BEE8624-2375-4552-9653-780548AD0721}" sibTransId="{E43B4376-4C15-4C79-A378-337D937D1CAC}"/>
    <dgm:cxn modelId="{6A20E6C2-40B5-4737-B296-B07CB13AB0A3}" srcId="{9C488E3E-5F48-4D2F-8567-B1E39CBA370E}" destId="{561222DD-D3B5-4B96-ABC5-BF5F1214BC07}" srcOrd="4" destOrd="0" parTransId="{92D48FCB-02FE-48A7-9F4D-946DCB038C4E}" sibTransId="{641C00EC-9219-4185-B0FA-B5377544FAFF}"/>
    <dgm:cxn modelId="{4245E0C3-CEDE-455D-AC03-66BA9C8E9791}" type="presOf" srcId="{561222DD-D3B5-4B96-ABC5-BF5F1214BC07}" destId="{6C97A618-CEBA-46B0-AAF1-5DD84B8A9AEC}" srcOrd="0" destOrd="0" presId="urn:microsoft.com/office/officeart/2018/5/layout/IconLeafLabelList"/>
    <dgm:cxn modelId="{7D0E8823-BA74-4F17-984B-2CB6EAA17F0A}" type="presParOf" srcId="{0664E1DF-27DB-487B-B663-D861725DEEC4}" destId="{6939815A-E1E8-46CF-94A5-03D4A3A12D53}" srcOrd="0" destOrd="0" presId="urn:microsoft.com/office/officeart/2018/5/layout/IconLeafLabelList"/>
    <dgm:cxn modelId="{FEB4A300-A377-4330-BCBB-FC36DF5618ED}" type="presParOf" srcId="{6939815A-E1E8-46CF-94A5-03D4A3A12D53}" destId="{347C8D26-D42A-4A03-BDCC-21ACDE9A7F19}" srcOrd="0" destOrd="0" presId="urn:microsoft.com/office/officeart/2018/5/layout/IconLeafLabelList"/>
    <dgm:cxn modelId="{0D98B25D-02CE-4F90-B0CE-1DA4A9CF98C6}" type="presParOf" srcId="{6939815A-E1E8-46CF-94A5-03D4A3A12D53}" destId="{B8683D17-51C6-4829-97BB-F06A1E7F7591}" srcOrd="1" destOrd="0" presId="urn:microsoft.com/office/officeart/2018/5/layout/IconLeafLabelList"/>
    <dgm:cxn modelId="{3CA43DA9-A929-4720-9F3F-CD075CF85DF4}" type="presParOf" srcId="{6939815A-E1E8-46CF-94A5-03D4A3A12D53}" destId="{292F1986-58DD-4842-AFEE-593CDEDDE88D}" srcOrd="2" destOrd="0" presId="urn:microsoft.com/office/officeart/2018/5/layout/IconLeafLabelList"/>
    <dgm:cxn modelId="{72E6DA52-C71C-438B-9BE7-B85AB40503EF}" type="presParOf" srcId="{6939815A-E1E8-46CF-94A5-03D4A3A12D53}" destId="{FDFEC294-AA98-4B34-81DA-810CFD17C02D}" srcOrd="3" destOrd="0" presId="urn:microsoft.com/office/officeart/2018/5/layout/IconLeafLabelList"/>
    <dgm:cxn modelId="{3A1D3339-8501-4556-8AD1-C5C35A373E34}" type="presParOf" srcId="{0664E1DF-27DB-487B-B663-D861725DEEC4}" destId="{F2BCD9C5-436B-4DAA-B2FD-E83CE452BDCF}" srcOrd="1" destOrd="0" presId="urn:microsoft.com/office/officeart/2018/5/layout/IconLeafLabelList"/>
    <dgm:cxn modelId="{E20A32B9-2030-40D0-A286-DA260C5B9BDB}" type="presParOf" srcId="{0664E1DF-27DB-487B-B663-D861725DEEC4}" destId="{7551B490-5A88-4141-B0CC-1ECCE7BEF1C5}" srcOrd="2" destOrd="0" presId="urn:microsoft.com/office/officeart/2018/5/layout/IconLeafLabelList"/>
    <dgm:cxn modelId="{EE423CA9-A851-421C-8469-1E4F8E887B48}" type="presParOf" srcId="{7551B490-5A88-4141-B0CC-1ECCE7BEF1C5}" destId="{537E632A-90A8-41D2-9E9C-BB5717CA5B26}" srcOrd="0" destOrd="0" presId="urn:microsoft.com/office/officeart/2018/5/layout/IconLeafLabelList"/>
    <dgm:cxn modelId="{C3BE0C50-C760-49E0-AE46-ADEE8FE7273A}" type="presParOf" srcId="{7551B490-5A88-4141-B0CC-1ECCE7BEF1C5}" destId="{AE8B1B42-FF50-4981-8C42-7FCEABB15FC9}" srcOrd="1" destOrd="0" presId="urn:microsoft.com/office/officeart/2018/5/layout/IconLeafLabelList"/>
    <dgm:cxn modelId="{C19825A8-1A16-4A12-8516-9E9EFB647CEE}" type="presParOf" srcId="{7551B490-5A88-4141-B0CC-1ECCE7BEF1C5}" destId="{1A0DF979-8C15-4C61-9EB4-EA2C58A98C91}" srcOrd="2" destOrd="0" presId="urn:microsoft.com/office/officeart/2018/5/layout/IconLeafLabelList"/>
    <dgm:cxn modelId="{637405AC-29A4-4BA7-A4F7-6BFC4157D3D3}" type="presParOf" srcId="{7551B490-5A88-4141-B0CC-1ECCE7BEF1C5}" destId="{4A7D9CFB-CB6D-49A2-9FDB-8B36046349A1}" srcOrd="3" destOrd="0" presId="urn:microsoft.com/office/officeart/2018/5/layout/IconLeafLabelList"/>
    <dgm:cxn modelId="{E9DD52B8-98C6-4389-9BC9-C9936145E277}" type="presParOf" srcId="{0664E1DF-27DB-487B-B663-D861725DEEC4}" destId="{54391353-B334-4BB6-89B9-BE02F7F8D6B0}" srcOrd="3" destOrd="0" presId="urn:microsoft.com/office/officeart/2018/5/layout/IconLeafLabelList"/>
    <dgm:cxn modelId="{5D44B0E8-86D7-4EB1-9D33-D584FFC381A3}" type="presParOf" srcId="{0664E1DF-27DB-487B-B663-D861725DEEC4}" destId="{B96FB5CD-6BF4-4E6A-B45B-78F8B116A269}" srcOrd="4" destOrd="0" presId="urn:microsoft.com/office/officeart/2018/5/layout/IconLeafLabelList"/>
    <dgm:cxn modelId="{E8DAD844-DE2C-4202-8BD6-F061B95D6456}" type="presParOf" srcId="{B96FB5CD-6BF4-4E6A-B45B-78F8B116A269}" destId="{0D745E0C-5BCF-4596-A46D-46CADA46193E}" srcOrd="0" destOrd="0" presId="urn:microsoft.com/office/officeart/2018/5/layout/IconLeafLabelList"/>
    <dgm:cxn modelId="{59F0CB5C-D35D-4DE3-91C7-776F1C4BAD3A}" type="presParOf" srcId="{B96FB5CD-6BF4-4E6A-B45B-78F8B116A269}" destId="{E7815B80-8857-4E7B-842A-FF9A562E0D1E}" srcOrd="1" destOrd="0" presId="urn:microsoft.com/office/officeart/2018/5/layout/IconLeafLabelList"/>
    <dgm:cxn modelId="{9ACEF6B7-317C-4BA8-AB66-2EE2A537973C}" type="presParOf" srcId="{B96FB5CD-6BF4-4E6A-B45B-78F8B116A269}" destId="{F7E54C31-C224-448A-92A6-94FC2510FBA4}" srcOrd="2" destOrd="0" presId="urn:microsoft.com/office/officeart/2018/5/layout/IconLeafLabelList"/>
    <dgm:cxn modelId="{80014015-C6A5-4711-8823-096EED3AA47B}" type="presParOf" srcId="{B96FB5CD-6BF4-4E6A-B45B-78F8B116A269}" destId="{5C6AF486-0A68-4A7B-AC38-CA04A2709505}" srcOrd="3" destOrd="0" presId="urn:microsoft.com/office/officeart/2018/5/layout/IconLeafLabelList"/>
    <dgm:cxn modelId="{7BEFD107-781A-4760-9FB7-B6F785836D4C}" type="presParOf" srcId="{0664E1DF-27DB-487B-B663-D861725DEEC4}" destId="{D3BF456F-CE69-4EB1-A775-D0F06DDA42CF}" srcOrd="5" destOrd="0" presId="urn:microsoft.com/office/officeart/2018/5/layout/IconLeafLabelList"/>
    <dgm:cxn modelId="{76E6D492-F880-4585-8E09-F7F699C61A3E}" type="presParOf" srcId="{0664E1DF-27DB-487B-B663-D861725DEEC4}" destId="{CB2E29F3-36F0-4C89-B943-2CBC92B244EB}" srcOrd="6" destOrd="0" presId="urn:microsoft.com/office/officeart/2018/5/layout/IconLeafLabelList"/>
    <dgm:cxn modelId="{124EE3E4-4EB9-4589-8624-231E5AB42EEB}" type="presParOf" srcId="{CB2E29F3-36F0-4C89-B943-2CBC92B244EB}" destId="{BDCDCF03-EB9C-4290-80AC-52AB3020F94E}" srcOrd="0" destOrd="0" presId="urn:microsoft.com/office/officeart/2018/5/layout/IconLeafLabelList"/>
    <dgm:cxn modelId="{BB76DB1E-3695-4A14-9A4F-F61675DF9EEF}" type="presParOf" srcId="{CB2E29F3-36F0-4C89-B943-2CBC92B244EB}" destId="{7616D19A-32D2-4C93-AFF6-741E4DA7FAF9}" srcOrd="1" destOrd="0" presId="urn:microsoft.com/office/officeart/2018/5/layout/IconLeafLabelList"/>
    <dgm:cxn modelId="{D9C649EC-3D94-4B92-8ECA-CFFA517D69DD}" type="presParOf" srcId="{CB2E29F3-36F0-4C89-B943-2CBC92B244EB}" destId="{523E33A3-DD1E-48A3-B31F-CBAE63E39E3A}" srcOrd="2" destOrd="0" presId="urn:microsoft.com/office/officeart/2018/5/layout/IconLeafLabelList"/>
    <dgm:cxn modelId="{6CC5E881-E856-4BCC-9D44-7C3D2B6613B8}" type="presParOf" srcId="{CB2E29F3-36F0-4C89-B943-2CBC92B244EB}" destId="{161360E3-C638-4DC4-BFA1-62B31BE95701}" srcOrd="3" destOrd="0" presId="urn:microsoft.com/office/officeart/2018/5/layout/IconLeafLabelList"/>
    <dgm:cxn modelId="{D92DC094-60B7-40C2-8F8D-7A9C201509AB}" type="presParOf" srcId="{0664E1DF-27DB-487B-B663-D861725DEEC4}" destId="{1E0B918C-4389-4054-A5AF-9EB23EC67128}" srcOrd="7" destOrd="0" presId="urn:microsoft.com/office/officeart/2018/5/layout/IconLeafLabelList"/>
    <dgm:cxn modelId="{9B7E71A8-DAAF-4304-9AC4-B4C5ED7EDB67}" type="presParOf" srcId="{0664E1DF-27DB-487B-B663-D861725DEEC4}" destId="{4A21F982-E1E1-49F8-9CFB-76CEDE19ADDD}" srcOrd="8" destOrd="0" presId="urn:microsoft.com/office/officeart/2018/5/layout/IconLeafLabelList"/>
    <dgm:cxn modelId="{7E349269-9C7A-4757-A722-273CEF26C1D8}" type="presParOf" srcId="{4A21F982-E1E1-49F8-9CFB-76CEDE19ADDD}" destId="{D415C8AD-3ED1-49A4-A41A-BD5E4580350A}" srcOrd="0" destOrd="0" presId="urn:microsoft.com/office/officeart/2018/5/layout/IconLeafLabelList"/>
    <dgm:cxn modelId="{9562DE5B-0305-47F4-B7D0-902FFE9439AC}" type="presParOf" srcId="{4A21F982-E1E1-49F8-9CFB-76CEDE19ADDD}" destId="{EE9F1A21-DE82-4631-89C1-14A4C20610C5}" srcOrd="1" destOrd="0" presId="urn:microsoft.com/office/officeart/2018/5/layout/IconLeafLabelList"/>
    <dgm:cxn modelId="{02769B16-9C79-442E-B22E-BB17E9839888}" type="presParOf" srcId="{4A21F982-E1E1-49F8-9CFB-76CEDE19ADDD}" destId="{0C1ED633-A889-4C6E-8B05-FE4F64F347F2}" srcOrd="2" destOrd="0" presId="urn:microsoft.com/office/officeart/2018/5/layout/IconLeafLabelList"/>
    <dgm:cxn modelId="{61A49162-83FF-4F23-A687-690CA2C6761F}" type="presParOf" srcId="{4A21F982-E1E1-49F8-9CFB-76CEDE19ADDD}" destId="{6C97A618-CEBA-46B0-AAF1-5DD84B8A9AEC}" srcOrd="3" destOrd="0" presId="urn:microsoft.com/office/officeart/2018/5/layout/IconLeafLabelList"/>
    <dgm:cxn modelId="{19D4C58A-CC55-4FD8-981C-A90889427BB9}" type="presParOf" srcId="{0664E1DF-27DB-487B-B663-D861725DEEC4}" destId="{A79F9255-847D-4AFB-A895-481CD3FDCFAA}" srcOrd="9" destOrd="0" presId="urn:microsoft.com/office/officeart/2018/5/layout/IconLeafLabelList"/>
    <dgm:cxn modelId="{65FFD2A3-D52E-463E-84B1-3ABAEBC986F0}" type="presParOf" srcId="{0664E1DF-27DB-487B-B663-D861725DEEC4}" destId="{9A0FC9B7-72F6-4300-BBF0-B427DC6841F2}" srcOrd="10" destOrd="0" presId="urn:microsoft.com/office/officeart/2018/5/layout/IconLeafLabelList"/>
    <dgm:cxn modelId="{C4F97851-D5E3-4750-8AAA-77910F2E5EF9}" type="presParOf" srcId="{9A0FC9B7-72F6-4300-BBF0-B427DC6841F2}" destId="{CEBCA53B-BCD6-41DD-A84A-A3AFAD2415CF}" srcOrd="0" destOrd="0" presId="urn:microsoft.com/office/officeart/2018/5/layout/IconLeafLabelList"/>
    <dgm:cxn modelId="{BD8F0E61-1E46-4BFF-8EDB-74AE6086D764}" type="presParOf" srcId="{9A0FC9B7-72F6-4300-BBF0-B427DC6841F2}" destId="{06A43268-D36D-4962-881A-96EBFDCD8FEE}" srcOrd="1" destOrd="0" presId="urn:microsoft.com/office/officeart/2018/5/layout/IconLeafLabelList"/>
    <dgm:cxn modelId="{6A6F02C2-6842-473B-BF8B-9C1F5309E451}" type="presParOf" srcId="{9A0FC9B7-72F6-4300-BBF0-B427DC6841F2}" destId="{97B658B4-D345-429C-B169-92F0AED86ED9}" srcOrd="2" destOrd="0" presId="urn:microsoft.com/office/officeart/2018/5/layout/IconLeafLabelList"/>
    <dgm:cxn modelId="{9BEBAB5E-66E2-4CDB-AFB8-EAA6CED655D4}" type="presParOf" srcId="{9A0FC9B7-72F6-4300-BBF0-B427DC6841F2}" destId="{A150750D-D30D-4E0E-943E-1695DC0B484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D10B115-D7F6-4AC4-A47E-B5EBED283E5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34FEB83-E4FD-4F9A-9CE0-A4FEA099EA81}">
      <dgm:prSet/>
      <dgm:spPr/>
      <dgm:t>
        <a:bodyPr/>
        <a:lstStyle/>
        <a:p>
          <a:r>
            <a:rPr lang="en-US"/>
            <a:t>Following Proper removal is IMPORTANT</a:t>
          </a:r>
        </a:p>
      </dgm:t>
    </dgm:pt>
    <dgm:pt modelId="{A0BA2B72-D7F9-4E3B-B5E8-D4D5B7AAA61A}" type="parTrans" cxnId="{4DBA7115-F6DB-4381-926E-3686BF061D59}">
      <dgm:prSet/>
      <dgm:spPr/>
      <dgm:t>
        <a:bodyPr/>
        <a:lstStyle/>
        <a:p>
          <a:endParaRPr lang="en-US"/>
        </a:p>
      </dgm:t>
    </dgm:pt>
    <dgm:pt modelId="{6EF9CDDF-176A-48B5-8DB6-ACF3A7E57453}" type="sibTrans" cxnId="{4DBA7115-F6DB-4381-926E-3686BF061D59}">
      <dgm:prSet/>
      <dgm:spPr/>
      <dgm:t>
        <a:bodyPr/>
        <a:lstStyle/>
        <a:p>
          <a:endParaRPr lang="en-US"/>
        </a:p>
      </dgm:t>
    </dgm:pt>
    <dgm:pt modelId="{188FF083-525A-4B93-866E-7B7F4D2E505C}">
      <dgm:prSet/>
      <dgm:spPr/>
      <dgm:t>
        <a:bodyPr/>
        <a:lstStyle/>
        <a:p>
          <a:r>
            <a:rPr lang="en-US"/>
            <a:t>Not only removes files on Hard Drive</a:t>
          </a:r>
        </a:p>
      </dgm:t>
    </dgm:pt>
    <dgm:pt modelId="{A16A432C-FA09-4275-8DBA-D7B6DFF451DD}" type="parTrans" cxnId="{E452B976-1607-41F2-97AA-810281BB43B0}">
      <dgm:prSet/>
      <dgm:spPr/>
      <dgm:t>
        <a:bodyPr/>
        <a:lstStyle/>
        <a:p>
          <a:endParaRPr lang="en-US"/>
        </a:p>
      </dgm:t>
    </dgm:pt>
    <dgm:pt modelId="{DDF38503-4CC1-4701-BB8E-B0CB9B5C910F}" type="sibTrans" cxnId="{E452B976-1607-41F2-97AA-810281BB43B0}">
      <dgm:prSet/>
      <dgm:spPr/>
      <dgm:t>
        <a:bodyPr/>
        <a:lstStyle/>
        <a:p>
          <a:endParaRPr lang="en-US"/>
        </a:p>
      </dgm:t>
    </dgm:pt>
    <dgm:pt modelId="{8BA9727F-D07A-45E9-996F-AD316A9174E1}">
      <dgm:prSet/>
      <dgm:spPr/>
      <dgm:t>
        <a:bodyPr/>
        <a:lstStyle/>
        <a:p>
          <a:r>
            <a:rPr lang="en-US"/>
            <a:t>Removes configurations in system registry</a:t>
          </a:r>
        </a:p>
      </dgm:t>
    </dgm:pt>
    <dgm:pt modelId="{10511A60-7559-4A4A-9BD2-F4AE53D75F0E}" type="parTrans" cxnId="{E1212335-AC13-4593-A045-BEF176D76AE9}">
      <dgm:prSet/>
      <dgm:spPr/>
      <dgm:t>
        <a:bodyPr/>
        <a:lstStyle/>
        <a:p>
          <a:endParaRPr lang="en-US"/>
        </a:p>
      </dgm:t>
    </dgm:pt>
    <dgm:pt modelId="{28EC256B-1D76-4B1D-82E4-532C41D212FA}" type="sibTrans" cxnId="{E1212335-AC13-4593-A045-BEF176D76AE9}">
      <dgm:prSet/>
      <dgm:spPr/>
      <dgm:t>
        <a:bodyPr/>
        <a:lstStyle/>
        <a:p>
          <a:endParaRPr lang="en-US"/>
        </a:p>
      </dgm:t>
    </dgm:pt>
    <dgm:pt modelId="{4D935CD4-9ED6-4088-AFBF-5030FA4D2A4D}">
      <dgm:prSet/>
      <dgm:spPr/>
      <dgm:t>
        <a:bodyPr/>
        <a:lstStyle/>
        <a:p>
          <a:r>
            <a:rPr lang="en-US"/>
            <a:t>Removes services or background processes</a:t>
          </a:r>
        </a:p>
      </dgm:t>
    </dgm:pt>
    <dgm:pt modelId="{A66398AA-2DF9-48A9-9A1F-47D1CD652083}" type="parTrans" cxnId="{EFE5C4FC-B08F-44B7-BF3A-0E0B1C5BCD93}">
      <dgm:prSet/>
      <dgm:spPr/>
      <dgm:t>
        <a:bodyPr/>
        <a:lstStyle/>
        <a:p>
          <a:endParaRPr lang="en-US"/>
        </a:p>
      </dgm:t>
    </dgm:pt>
    <dgm:pt modelId="{1D91260D-1783-4CCD-8A9C-745474E9058F}" type="sibTrans" cxnId="{EFE5C4FC-B08F-44B7-BF3A-0E0B1C5BCD93}">
      <dgm:prSet/>
      <dgm:spPr/>
      <dgm:t>
        <a:bodyPr/>
        <a:lstStyle/>
        <a:p>
          <a:endParaRPr lang="en-US"/>
        </a:p>
      </dgm:t>
    </dgm:pt>
    <dgm:pt modelId="{15F0A096-66C7-4BD7-9E4E-12CD866A4117}">
      <dgm:prSet/>
      <dgm:spPr/>
      <dgm:t>
        <a:bodyPr/>
        <a:lstStyle/>
        <a:p>
          <a:r>
            <a:rPr lang="en-US"/>
            <a:t>Removes Shortcuts and Menu Items</a:t>
          </a:r>
        </a:p>
      </dgm:t>
    </dgm:pt>
    <dgm:pt modelId="{3EE00745-F94C-4F67-892B-C5B31BDCA8FD}" type="parTrans" cxnId="{04FC7525-2B5B-402F-952B-72792A7CCD97}">
      <dgm:prSet/>
      <dgm:spPr/>
      <dgm:t>
        <a:bodyPr/>
        <a:lstStyle/>
        <a:p>
          <a:endParaRPr lang="en-US"/>
        </a:p>
      </dgm:t>
    </dgm:pt>
    <dgm:pt modelId="{B000F657-2482-4CAE-BBED-E02890263425}" type="sibTrans" cxnId="{04FC7525-2B5B-402F-952B-72792A7CCD97}">
      <dgm:prSet/>
      <dgm:spPr/>
      <dgm:t>
        <a:bodyPr/>
        <a:lstStyle/>
        <a:p>
          <a:endParaRPr lang="en-US"/>
        </a:p>
      </dgm:t>
    </dgm:pt>
    <dgm:pt modelId="{25E2BB34-FB4C-4B7F-9B78-647157417D3F}" type="pres">
      <dgm:prSet presAssocID="{5D10B115-D7F6-4AC4-A47E-B5EBED283E5C}" presName="outerComposite" presStyleCnt="0">
        <dgm:presLayoutVars>
          <dgm:chMax val="5"/>
          <dgm:dir/>
          <dgm:resizeHandles val="exact"/>
        </dgm:presLayoutVars>
      </dgm:prSet>
      <dgm:spPr/>
    </dgm:pt>
    <dgm:pt modelId="{5E2AFAB6-E4E6-432F-982C-924AC9F89655}" type="pres">
      <dgm:prSet presAssocID="{5D10B115-D7F6-4AC4-A47E-B5EBED283E5C}" presName="dummyMaxCanvas" presStyleCnt="0">
        <dgm:presLayoutVars/>
      </dgm:prSet>
      <dgm:spPr/>
    </dgm:pt>
    <dgm:pt modelId="{3DA14878-3A08-460A-82E8-F82B8CDD7DDD}" type="pres">
      <dgm:prSet presAssocID="{5D10B115-D7F6-4AC4-A47E-B5EBED283E5C}" presName="FiveNodes_1" presStyleLbl="node1" presStyleIdx="0" presStyleCnt="5">
        <dgm:presLayoutVars>
          <dgm:bulletEnabled val="1"/>
        </dgm:presLayoutVars>
      </dgm:prSet>
      <dgm:spPr/>
    </dgm:pt>
    <dgm:pt modelId="{04B53938-303E-45FE-9C05-CCB84812B9B2}" type="pres">
      <dgm:prSet presAssocID="{5D10B115-D7F6-4AC4-A47E-B5EBED283E5C}" presName="FiveNodes_2" presStyleLbl="node1" presStyleIdx="1" presStyleCnt="5">
        <dgm:presLayoutVars>
          <dgm:bulletEnabled val="1"/>
        </dgm:presLayoutVars>
      </dgm:prSet>
      <dgm:spPr/>
    </dgm:pt>
    <dgm:pt modelId="{53E9398B-F584-4B71-886B-5BFBF08E14C0}" type="pres">
      <dgm:prSet presAssocID="{5D10B115-D7F6-4AC4-A47E-B5EBED283E5C}" presName="FiveNodes_3" presStyleLbl="node1" presStyleIdx="2" presStyleCnt="5">
        <dgm:presLayoutVars>
          <dgm:bulletEnabled val="1"/>
        </dgm:presLayoutVars>
      </dgm:prSet>
      <dgm:spPr/>
    </dgm:pt>
    <dgm:pt modelId="{92C00347-6AD7-45F1-98A2-B310C302A87A}" type="pres">
      <dgm:prSet presAssocID="{5D10B115-D7F6-4AC4-A47E-B5EBED283E5C}" presName="FiveNodes_4" presStyleLbl="node1" presStyleIdx="3" presStyleCnt="5">
        <dgm:presLayoutVars>
          <dgm:bulletEnabled val="1"/>
        </dgm:presLayoutVars>
      </dgm:prSet>
      <dgm:spPr/>
    </dgm:pt>
    <dgm:pt modelId="{0CFB38FA-6F7E-4416-AA55-89B0B94A0308}" type="pres">
      <dgm:prSet presAssocID="{5D10B115-D7F6-4AC4-A47E-B5EBED283E5C}" presName="FiveNodes_5" presStyleLbl="node1" presStyleIdx="4" presStyleCnt="5">
        <dgm:presLayoutVars>
          <dgm:bulletEnabled val="1"/>
        </dgm:presLayoutVars>
      </dgm:prSet>
      <dgm:spPr/>
    </dgm:pt>
    <dgm:pt modelId="{6558776D-85C8-4070-A568-C912F705E8A2}" type="pres">
      <dgm:prSet presAssocID="{5D10B115-D7F6-4AC4-A47E-B5EBED283E5C}" presName="FiveConn_1-2" presStyleLbl="fgAccFollowNode1" presStyleIdx="0" presStyleCnt="4">
        <dgm:presLayoutVars>
          <dgm:bulletEnabled val="1"/>
        </dgm:presLayoutVars>
      </dgm:prSet>
      <dgm:spPr/>
    </dgm:pt>
    <dgm:pt modelId="{DEEB7763-5B3B-4E23-B968-652471AFD85B}" type="pres">
      <dgm:prSet presAssocID="{5D10B115-D7F6-4AC4-A47E-B5EBED283E5C}" presName="FiveConn_2-3" presStyleLbl="fgAccFollowNode1" presStyleIdx="1" presStyleCnt="4">
        <dgm:presLayoutVars>
          <dgm:bulletEnabled val="1"/>
        </dgm:presLayoutVars>
      </dgm:prSet>
      <dgm:spPr/>
    </dgm:pt>
    <dgm:pt modelId="{85C1999B-F211-4C93-A039-AF935ED71C32}" type="pres">
      <dgm:prSet presAssocID="{5D10B115-D7F6-4AC4-A47E-B5EBED283E5C}" presName="FiveConn_3-4" presStyleLbl="fgAccFollowNode1" presStyleIdx="2" presStyleCnt="4">
        <dgm:presLayoutVars>
          <dgm:bulletEnabled val="1"/>
        </dgm:presLayoutVars>
      </dgm:prSet>
      <dgm:spPr/>
    </dgm:pt>
    <dgm:pt modelId="{54E0ACB6-3F9D-46E2-A8A7-93E106E3390D}" type="pres">
      <dgm:prSet presAssocID="{5D10B115-D7F6-4AC4-A47E-B5EBED283E5C}" presName="FiveConn_4-5" presStyleLbl="fgAccFollowNode1" presStyleIdx="3" presStyleCnt="4">
        <dgm:presLayoutVars>
          <dgm:bulletEnabled val="1"/>
        </dgm:presLayoutVars>
      </dgm:prSet>
      <dgm:spPr/>
    </dgm:pt>
    <dgm:pt modelId="{2D7C6B2D-3B24-4070-AE75-8A07C89C1B7D}" type="pres">
      <dgm:prSet presAssocID="{5D10B115-D7F6-4AC4-A47E-B5EBED283E5C}" presName="FiveNodes_1_text" presStyleLbl="node1" presStyleIdx="4" presStyleCnt="5">
        <dgm:presLayoutVars>
          <dgm:bulletEnabled val="1"/>
        </dgm:presLayoutVars>
      </dgm:prSet>
      <dgm:spPr/>
    </dgm:pt>
    <dgm:pt modelId="{B7D8670E-C273-437F-B2A6-0D60E2ADBF54}" type="pres">
      <dgm:prSet presAssocID="{5D10B115-D7F6-4AC4-A47E-B5EBED283E5C}" presName="FiveNodes_2_text" presStyleLbl="node1" presStyleIdx="4" presStyleCnt="5">
        <dgm:presLayoutVars>
          <dgm:bulletEnabled val="1"/>
        </dgm:presLayoutVars>
      </dgm:prSet>
      <dgm:spPr/>
    </dgm:pt>
    <dgm:pt modelId="{61034183-6399-43A9-9A59-9DEC14C23E5D}" type="pres">
      <dgm:prSet presAssocID="{5D10B115-D7F6-4AC4-A47E-B5EBED283E5C}" presName="FiveNodes_3_text" presStyleLbl="node1" presStyleIdx="4" presStyleCnt="5">
        <dgm:presLayoutVars>
          <dgm:bulletEnabled val="1"/>
        </dgm:presLayoutVars>
      </dgm:prSet>
      <dgm:spPr/>
    </dgm:pt>
    <dgm:pt modelId="{919F86FC-7D92-4F90-97D0-9A3904C6EADC}" type="pres">
      <dgm:prSet presAssocID="{5D10B115-D7F6-4AC4-A47E-B5EBED283E5C}" presName="FiveNodes_4_text" presStyleLbl="node1" presStyleIdx="4" presStyleCnt="5">
        <dgm:presLayoutVars>
          <dgm:bulletEnabled val="1"/>
        </dgm:presLayoutVars>
      </dgm:prSet>
      <dgm:spPr/>
    </dgm:pt>
    <dgm:pt modelId="{F062500F-B2E2-42E5-BA8E-F61D66F52B97}" type="pres">
      <dgm:prSet presAssocID="{5D10B115-D7F6-4AC4-A47E-B5EBED283E5C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D41E770A-49D9-466A-974F-4220249862E0}" type="presOf" srcId="{188FF083-525A-4B93-866E-7B7F4D2E505C}" destId="{B7D8670E-C273-437F-B2A6-0D60E2ADBF54}" srcOrd="1" destOrd="0" presId="urn:microsoft.com/office/officeart/2005/8/layout/vProcess5"/>
    <dgm:cxn modelId="{4DBA7115-F6DB-4381-926E-3686BF061D59}" srcId="{5D10B115-D7F6-4AC4-A47E-B5EBED283E5C}" destId="{134FEB83-E4FD-4F9A-9CE0-A4FEA099EA81}" srcOrd="0" destOrd="0" parTransId="{A0BA2B72-D7F9-4E3B-B5E8-D4D5B7AAA61A}" sibTransId="{6EF9CDDF-176A-48B5-8DB6-ACF3A7E57453}"/>
    <dgm:cxn modelId="{04FC7525-2B5B-402F-952B-72792A7CCD97}" srcId="{5D10B115-D7F6-4AC4-A47E-B5EBED283E5C}" destId="{15F0A096-66C7-4BD7-9E4E-12CD866A4117}" srcOrd="4" destOrd="0" parTransId="{3EE00745-F94C-4F67-892B-C5B31BDCA8FD}" sibTransId="{B000F657-2482-4CAE-BBED-E02890263425}"/>
    <dgm:cxn modelId="{45AB9D2D-CFF3-472E-924D-7C9C4F3073B5}" type="presOf" srcId="{134FEB83-E4FD-4F9A-9CE0-A4FEA099EA81}" destId="{2D7C6B2D-3B24-4070-AE75-8A07C89C1B7D}" srcOrd="1" destOrd="0" presId="urn:microsoft.com/office/officeart/2005/8/layout/vProcess5"/>
    <dgm:cxn modelId="{DEBAE62F-8472-45A9-9670-009FABED08E8}" type="presOf" srcId="{188FF083-525A-4B93-866E-7B7F4D2E505C}" destId="{04B53938-303E-45FE-9C05-CCB84812B9B2}" srcOrd="0" destOrd="0" presId="urn:microsoft.com/office/officeart/2005/8/layout/vProcess5"/>
    <dgm:cxn modelId="{E1212335-AC13-4593-A045-BEF176D76AE9}" srcId="{5D10B115-D7F6-4AC4-A47E-B5EBED283E5C}" destId="{8BA9727F-D07A-45E9-996F-AD316A9174E1}" srcOrd="2" destOrd="0" parTransId="{10511A60-7559-4A4A-9BD2-F4AE53D75F0E}" sibTransId="{28EC256B-1D76-4B1D-82E4-532C41D212FA}"/>
    <dgm:cxn modelId="{690E6A40-224A-4215-B79F-640EA14EFD44}" type="presOf" srcId="{4D935CD4-9ED6-4088-AFBF-5030FA4D2A4D}" destId="{92C00347-6AD7-45F1-98A2-B310C302A87A}" srcOrd="0" destOrd="0" presId="urn:microsoft.com/office/officeart/2005/8/layout/vProcess5"/>
    <dgm:cxn modelId="{6370065E-6016-4107-A882-6129D8ACBC8D}" type="presOf" srcId="{4D935CD4-9ED6-4088-AFBF-5030FA4D2A4D}" destId="{919F86FC-7D92-4F90-97D0-9A3904C6EADC}" srcOrd="1" destOrd="0" presId="urn:microsoft.com/office/officeart/2005/8/layout/vProcess5"/>
    <dgm:cxn modelId="{573EE643-8A3C-431A-8EB7-54E76CA5A7EE}" type="presOf" srcId="{5D10B115-D7F6-4AC4-A47E-B5EBED283E5C}" destId="{25E2BB34-FB4C-4B7F-9B78-647157417D3F}" srcOrd="0" destOrd="0" presId="urn:microsoft.com/office/officeart/2005/8/layout/vProcess5"/>
    <dgm:cxn modelId="{EFB26E6B-6BD0-45CA-80C5-97DA1BEFB236}" type="presOf" srcId="{8BA9727F-D07A-45E9-996F-AD316A9174E1}" destId="{53E9398B-F584-4B71-886B-5BFBF08E14C0}" srcOrd="0" destOrd="0" presId="urn:microsoft.com/office/officeart/2005/8/layout/vProcess5"/>
    <dgm:cxn modelId="{E452B976-1607-41F2-97AA-810281BB43B0}" srcId="{5D10B115-D7F6-4AC4-A47E-B5EBED283E5C}" destId="{188FF083-525A-4B93-866E-7B7F4D2E505C}" srcOrd="1" destOrd="0" parTransId="{A16A432C-FA09-4275-8DBA-D7B6DFF451DD}" sibTransId="{DDF38503-4CC1-4701-BB8E-B0CB9B5C910F}"/>
    <dgm:cxn modelId="{847EBE5A-6283-4DAE-9C62-79AAE1F0F4E2}" type="presOf" srcId="{28EC256B-1D76-4B1D-82E4-532C41D212FA}" destId="{85C1999B-F211-4C93-A039-AF935ED71C32}" srcOrd="0" destOrd="0" presId="urn:microsoft.com/office/officeart/2005/8/layout/vProcess5"/>
    <dgm:cxn modelId="{16F44D9B-A03D-4207-9B47-0993E94CBDCD}" type="presOf" srcId="{6EF9CDDF-176A-48B5-8DB6-ACF3A7E57453}" destId="{6558776D-85C8-4070-A568-C912F705E8A2}" srcOrd="0" destOrd="0" presId="urn:microsoft.com/office/officeart/2005/8/layout/vProcess5"/>
    <dgm:cxn modelId="{6DBAFDAD-816F-4AD6-B247-E9DCBC2D7C15}" type="presOf" srcId="{15F0A096-66C7-4BD7-9E4E-12CD866A4117}" destId="{0CFB38FA-6F7E-4416-AA55-89B0B94A0308}" srcOrd="0" destOrd="0" presId="urn:microsoft.com/office/officeart/2005/8/layout/vProcess5"/>
    <dgm:cxn modelId="{D0D786BE-BFCB-45F3-8B08-C4D1897D027A}" type="presOf" srcId="{DDF38503-4CC1-4701-BB8E-B0CB9B5C910F}" destId="{DEEB7763-5B3B-4E23-B968-652471AFD85B}" srcOrd="0" destOrd="0" presId="urn:microsoft.com/office/officeart/2005/8/layout/vProcess5"/>
    <dgm:cxn modelId="{25E246E4-483F-4B86-8182-889605EC0FB1}" type="presOf" srcId="{8BA9727F-D07A-45E9-996F-AD316A9174E1}" destId="{61034183-6399-43A9-9A59-9DEC14C23E5D}" srcOrd="1" destOrd="0" presId="urn:microsoft.com/office/officeart/2005/8/layout/vProcess5"/>
    <dgm:cxn modelId="{CCFEEAE4-C578-47D9-A42E-EB660D701B87}" type="presOf" srcId="{15F0A096-66C7-4BD7-9E4E-12CD866A4117}" destId="{F062500F-B2E2-42E5-BA8E-F61D66F52B97}" srcOrd="1" destOrd="0" presId="urn:microsoft.com/office/officeart/2005/8/layout/vProcess5"/>
    <dgm:cxn modelId="{9BB8E9EC-DF86-46CA-9EAA-805DE7B0ABEC}" type="presOf" srcId="{1D91260D-1783-4CCD-8A9C-745474E9058F}" destId="{54E0ACB6-3F9D-46E2-A8A7-93E106E3390D}" srcOrd="0" destOrd="0" presId="urn:microsoft.com/office/officeart/2005/8/layout/vProcess5"/>
    <dgm:cxn modelId="{EA04B0FB-EE91-4075-9151-33AC261AEEF2}" type="presOf" srcId="{134FEB83-E4FD-4F9A-9CE0-A4FEA099EA81}" destId="{3DA14878-3A08-460A-82E8-F82B8CDD7DDD}" srcOrd="0" destOrd="0" presId="urn:microsoft.com/office/officeart/2005/8/layout/vProcess5"/>
    <dgm:cxn modelId="{EFE5C4FC-B08F-44B7-BF3A-0E0B1C5BCD93}" srcId="{5D10B115-D7F6-4AC4-A47E-B5EBED283E5C}" destId="{4D935CD4-9ED6-4088-AFBF-5030FA4D2A4D}" srcOrd="3" destOrd="0" parTransId="{A66398AA-2DF9-48A9-9A1F-47D1CD652083}" sibTransId="{1D91260D-1783-4CCD-8A9C-745474E9058F}"/>
    <dgm:cxn modelId="{CC7160B2-4AD8-4A22-BA62-8793BA4655B4}" type="presParOf" srcId="{25E2BB34-FB4C-4B7F-9B78-647157417D3F}" destId="{5E2AFAB6-E4E6-432F-982C-924AC9F89655}" srcOrd="0" destOrd="0" presId="urn:microsoft.com/office/officeart/2005/8/layout/vProcess5"/>
    <dgm:cxn modelId="{65E9360E-33F5-40ED-884D-8C648291771D}" type="presParOf" srcId="{25E2BB34-FB4C-4B7F-9B78-647157417D3F}" destId="{3DA14878-3A08-460A-82E8-F82B8CDD7DDD}" srcOrd="1" destOrd="0" presId="urn:microsoft.com/office/officeart/2005/8/layout/vProcess5"/>
    <dgm:cxn modelId="{851792BD-ACB5-4630-8AC6-AF14FE922C8A}" type="presParOf" srcId="{25E2BB34-FB4C-4B7F-9B78-647157417D3F}" destId="{04B53938-303E-45FE-9C05-CCB84812B9B2}" srcOrd="2" destOrd="0" presId="urn:microsoft.com/office/officeart/2005/8/layout/vProcess5"/>
    <dgm:cxn modelId="{6A45A6C3-2144-4E9F-B69A-E10EE734C986}" type="presParOf" srcId="{25E2BB34-FB4C-4B7F-9B78-647157417D3F}" destId="{53E9398B-F584-4B71-886B-5BFBF08E14C0}" srcOrd="3" destOrd="0" presId="urn:microsoft.com/office/officeart/2005/8/layout/vProcess5"/>
    <dgm:cxn modelId="{402B7FC5-80DF-4AE8-AB6C-8ED7BBF7186C}" type="presParOf" srcId="{25E2BB34-FB4C-4B7F-9B78-647157417D3F}" destId="{92C00347-6AD7-45F1-98A2-B310C302A87A}" srcOrd="4" destOrd="0" presId="urn:microsoft.com/office/officeart/2005/8/layout/vProcess5"/>
    <dgm:cxn modelId="{A5F4D1F5-10C0-4C10-ACF7-2F12437BB47C}" type="presParOf" srcId="{25E2BB34-FB4C-4B7F-9B78-647157417D3F}" destId="{0CFB38FA-6F7E-4416-AA55-89B0B94A0308}" srcOrd="5" destOrd="0" presId="urn:microsoft.com/office/officeart/2005/8/layout/vProcess5"/>
    <dgm:cxn modelId="{FBD4C1BA-A806-4811-AC4A-AF80264E44C6}" type="presParOf" srcId="{25E2BB34-FB4C-4B7F-9B78-647157417D3F}" destId="{6558776D-85C8-4070-A568-C912F705E8A2}" srcOrd="6" destOrd="0" presId="urn:microsoft.com/office/officeart/2005/8/layout/vProcess5"/>
    <dgm:cxn modelId="{3DA5970A-6D00-4FE9-8395-526BF104C53E}" type="presParOf" srcId="{25E2BB34-FB4C-4B7F-9B78-647157417D3F}" destId="{DEEB7763-5B3B-4E23-B968-652471AFD85B}" srcOrd="7" destOrd="0" presId="urn:microsoft.com/office/officeart/2005/8/layout/vProcess5"/>
    <dgm:cxn modelId="{1C671D39-39FB-4477-8782-8C5F6089BA0A}" type="presParOf" srcId="{25E2BB34-FB4C-4B7F-9B78-647157417D3F}" destId="{85C1999B-F211-4C93-A039-AF935ED71C32}" srcOrd="8" destOrd="0" presId="urn:microsoft.com/office/officeart/2005/8/layout/vProcess5"/>
    <dgm:cxn modelId="{C251CD08-0EB9-46D1-9ED3-0D4E9DDF2BEC}" type="presParOf" srcId="{25E2BB34-FB4C-4B7F-9B78-647157417D3F}" destId="{54E0ACB6-3F9D-46E2-A8A7-93E106E3390D}" srcOrd="9" destOrd="0" presId="urn:microsoft.com/office/officeart/2005/8/layout/vProcess5"/>
    <dgm:cxn modelId="{9BD0B3E1-A9AD-40BD-B93C-C42D6AFF0CC2}" type="presParOf" srcId="{25E2BB34-FB4C-4B7F-9B78-647157417D3F}" destId="{2D7C6B2D-3B24-4070-AE75-8A07C89C1B7D}" srcOrd="10" destOrd="0" presId="urn:microsoft.com/office/officeart/2005/8/layout/vProcess5"/>
    <dgm:cxn modelId="{66FD0E4D-A1C5-4223-8E25-FD7575FC0E37}" type="presParOf" srcId="{25E2BB34-FB4C-4B7F-9B78-647157417D3F}" destId="{B7D8670E-C273-437F-B2A6-0D60E2ADBF54}" srcOrd="11" destOrd="0" presId="urn:microsoft.com/office/officeart/2005/8/layout/vProcess5"/>
    <dgm:cxn modelId="{6E7427AE-6520-4FE0-AA93-7320DFEC4EE3}" type="presParOf" srcId="{25E2BB34-FB4C-4B7F-9B78-647157417D3F}" destId="{61034183-6399-43A9-9A59-9DEC14C23E5D}" srcOrd="12" destOrd="0" presId="urn:microsoft.com/office/officeart/2005/8/layout/vProcess5"/>
    <dgm:cxn modelId="{0840ECAD-A21B-4CF1-840B-4EBC90102BBD}" type="presParOf" srcId="{25E2BB34-FB4C-4B7F-9B78-647157417D3F}" destId="{919F86FC-7D92-4F90-97D0-9A3904C6EADC}" srcOrd="13" destOrd="0" presId="urn:microsoft.com/office/officeart/2005/8/layout/vProcess5"/>
    <dgm:cxn modelId="{6510D513-5035-43E9-B41B-8A2386CF1DF8}" type="presParOf" srcId="{25E2BB34-FB4C-4B7F-9B78-647157417D3F}" destId="{F062500F-B2E2-42E5-BA8E-F61D66F52B97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F73FE0-C073-4E0E-ABE1-D07C09F5CFCD}">
      <dsp:nvSpPr>
        <dsp:cNvPr id="0" name=""/>
        <dsp:cNvSpPr/>
      </dsp:nvSpPr>
      <dsp:spPr>
        <a:xfrm>
          <a:off x="0" y="38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800DCF-D200-46A4-A313-4ED0F1F2B1E7}">
      <dsp:nvSpPr>
        <dsp:cNvPr id="0" name=""/>
        <dsp:cNvSpPr/>
      </dsp:nvSpPr>
      <dsp:spPr>
        <a:xfrm>
          <a:off x="158977" y="118629"/>
          <a:ext cx="289049" cy="289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EE6B9-146B-4A62-8CAD-79669C5F5225}">
      <dsp:nvSpPr>
        <dsp:cNvPr id="0" name=""/>
        <dsp:cNvSpPr/>
      </dsp:nvSpPr>
      <dsp:spPr>
        <a:xfrm>
          <a:off x="607003" y="38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Word Processing</a:t>
          </a:r>
        </a:p>
      </dsp:txBody>
      <dsp:txXfrm>
        <a:off x="607003" y="381"/>
        <a:ext cx="5844939" cy="525543"/>
      </dsp:txXfrm>
    </dsp:sp>
    <dsp:sp modelId="{385FF147-FE20-4A2F-9138-23D8FA57FE1E}">
      <dsp:nvSpPr>
        <dsp:cNvPr id="0" name=""/>
        <dsp:cNvSpPr/>
      </dsp:nvSpPr>
      <dsp:spPr>
        <a:xfrm>
          <a:off x="0" y="65731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33821-CB8E-44F8-90FA-01E45ACFDD98}">
      <dsp:nvSpPr>
        <dsp:cNvPr id="0" name=""/>
        <dsp:cNvSpPr/>
      </dsp:nvSpPr>
      <dsp:spPr>
        <a:xfrm>
          <a:off x="158977" y="775559"/>
          <a:ext cx="289049" cy="289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F998E-6C53-443D-A84B-0D411CF2F3FB}">
      <dsp:nvSpPr>
        <dsp:cNvPr id="0" name=""/>
        <dsp:cNvSpPr/>
      </dsp:nvSpPr>
      <dsp:spPr>
        <a:xfrm>
          <a:off x="607003" y="65731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Spreadsheet</a:t>
          </a:r>
        </a:p>
      </dsp:txBody>
      <dsp:txXfrm>
        <a:off x="607003" y="657311"/>
        <a:ext cx="5844939" cy="525543"/>
      </dsp:txXfrm>
    </dsp:sp>
    <dsp:sp modelId="{008AFD27-4E30-42E1-89FC-5B0444134C3C}">
      <dsp:nvSpPr>
        <dsp:cNvPr id="0" name=""/>
        <dsp:cNvSpPr/>
      </dsp:nvSpPr>
      <dsp:spPr>
        <a:xfrm>
          <a:off x="0" y="131424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D79F0-9ACF-4219-BE9A-5EB7A3A4F5FC}">
      <dsp:nvSpPr>
        <dsp:cNvPr id="0" name=""/>
        <dsp:cNvSpPr/>
      </dsp:nvSpPr>
      <dsp:spPr>
        <a:xfrm>
          <a:off x="158977" y="1432488"/>
          <a:ext cx="289049" cy="289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321AD-939D-4969-8E39-E87C4DDFAB67}">
      <dsp:nvSpPr>
        <dsp:cNvPr id="0" name=""/>
        <dsp:cNvSpPr/>
      </dsp:nvSpPr>
      <dsp:spPr>
        <a:xfrm>
          <a:off x="607003" y="131424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Presentation</a:t>
          </a:r>
        </a:p>
      </dsp:txBody>
      <dsp:txXfrm>
        <a:off x="607003" y="1314241"/>
        <a:ext cx="5844939" cy="525543"/>
      </dsp:txXfrm>
    </dsp:sp>
    <dsp:sp modelId="{08CAD73B-13BA-46F5-BED9-8DCB59EB362F}">
      <dsp:nvSpPr>
        <dsp:cNvPr id="0" name=""/>
        <dsp:cNvSpPr/>
      </dsp:nvSpPr>
      <dsp:spPr>
        <a:xfrm>
          <a:off x="0" y="197117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5A85A-EDB2-4083-8093-B73C9A22D736}">
      <dsp:nvSpPr>
        <dsp:cNvPr id="0" name=""/>
        <dsp:cNvSpPr/>
      </dsp:nvSpPr>
      <dsp:spPr>
        <a:xfrm>
          <a:off x="158977" y="2089418"/>
          <a:ext cx="289049" cy="2890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2E34F-B76D-441D-AC2F-E0C95C723AEF}">
      <dsp:nvSpPr>
        <dsp:cNvPr id="0" name=""/>
        <dsp:cNvSpPr/>
      </dsp:nvSpPr>
      <dsp:spPr>
        <a:xfrm>
          <a:off x="607003" y="197117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Visual Diagramming</a:t>
          </a:r>
        </a:p>
      </dsp:txBody>
      <dsp:txXfrm>
        <a:off x="607003" y="1971171"/>
        <a:ext cx="5844939" cy="525543"/>
      </dsp:txXfrm>
    </dsp:sp>
    <dsp:sp modelId="{349F6780-9FF9-4A24-ABA3-1E2024A26518}">
      <dsp:nvSpPr>
        <dsp:cNvPr id="0" name=""/>
        <dsp:cNvSpPr/>
      </dsp:nvSpPr>
      <dsp:spPr>
        <a:xfrm>
          <a:off x="0" y="262810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5B5351-F51A-43DD-8784-681108C57262}">
      <dsp:nvSpPr>
        <dsp:cNvPr id="0" name=""/>
        <dsp:cNvSpPr/>
      </dsp:nvSpPr>
      <dsp:spPr>
        <a:xfrm>
          <a:off x="158977" y="2746348"/>
          <a:ext cx="289049" cy="2890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7A6FAB-113D-4A7E-AB15-1DD731863C4D}">
      <dsp:nvSpPr>
        <dsp:cNvPr id="0" name=""/>
        <dsp:cNvSpPr/>
      </dsp:nvSpPr>
      <dsp:spPr>
        <a:xfrm>
          <a:off x="607003" y="262810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Database Software</a:t>
          </a:r>
        </a:p>
      </dsp:txBody>
      <dsp:txXfrm>
        <a:off x="607003" y="2628101"/>
        <a:ext cx="5844939" cy="525543"/>
      </dsp:txXfrm>
    </dsp:sp>
    <dsp:sp modelId="{F7D43FFB-8A46-4F99-A990-302AE20E0A1C}">
      <dsp:nvSpPr>
        <dsp:cNvPr id="0" name=""/>
        <dsp:cNvSpPr/>
      </dsp:nvSpPr>
      <dsp:spPr>
        <a:xfrm>
          <a:off x="0" y="328503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F2B10-3D9D-43B1-A567-DC1D0CB6532B}">
      <dsp:nvSpPr>
        <dsp:cNvPr id="0" name=""/>
        <dsp:cNvSpPr/>
      </dsp:nvSpPr>
      <dsp:spPr>
        <a:xfrm>
          <a:off x="158977" y="3403278"/>
          <a:ext cx="289049" cy="28904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943B6-0C98-4424-8958-D503084D9B17}">
      <dsp:nvSpPr>
        <dsp:cNvPr id="0" name=""/>
        <dsp:cNvSpPr/>
      </dsp:nvSpPr>
      <dsp:spPr>
        <a:xfrm>
          <a:off x="607003" y="328503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Note-Taking</a:t>
          </a:r>
        </a:p>
      </dsp:txBody>
      <dsp:txXfrm>
        <a:off x="607003" y="3285031"/>
        <a:ext cx="5844939" cy="525543"/>
      </dsp:txXfrm>
    </dsp:sp>
    <dsp:sp modelId="{80597DA3-D5EE-46F1-B08E-11549ED8FAF7}">
      <dsp:nvSpPr>
        <dsp:cNvPr id="0" name=""/>
        <dsp:cNvSpPr/>
      </dsp:nvSpPr>
      <dsp:spPr>
        <a:xfrm>
          <a:off x="0" y="3941961"/>
          <a:ext cx="6451943" cy="5255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DF8E72-FFF7-4CA1-BF4C-11FC06C73E48}">
      <dsp:nvSpPr>
        <dsp:cNvPr id="0" name=""/>
        <dsp:cNvSpPr/>
      </dsp:nvSpPr>
      <dsp:spPr>
        <a:xfrm>
          <a:off x="158977" y="4060208"/>
          <a:ext cx="289049" cy="28904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0A18F-B2A3-4F16-9311-4FA2FA95667F}">
      <dsp:nvSpPr>
        <dsp:cNvPr id="0" name=""/>
        <dsp:cNvSpPr/>
      </dsp:nvSpPr>
      <dsp:spPr>
        <a:xfrm>
          <a:off x="607003" y="3941961"/>
          <a:ext cx="5844939" cy="525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620" tIns="55620" rIns="55620" bIns="556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Email Clients</a:t>
          </a:r>
        </a:p>
      </dsp:txBody>
      <dsp:txXfrm>
        <a:off x="607003" y="3941961"/>
        <a:ext cx="5844939" cy="5255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FF4D1-3CA3-4710-9A5F-A58AFA6B6321}">
      <dsp:nvSpPr>
        <dsp:cNvPr id="0" name=""/>
        <dsp:cNvSpPr/>
      </dsp:nvSpPr>
      <dsp:spPr>
        <a:xfrm>
          <a:off x="339344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361EE-F9BE-49F8-95EA-23353CBACD2A}">
      <dsp:nvSpPr>
        <dsp:cNvPr id="0" name=""/>
        <dsp:cNvSpPr/>
      </dsp:nvSpPr>
      <dsp:spPr>
        <a:xfrm>
          <a:off x="564432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F963CB-2D41-4986-A9D6-AB6794BE01CC}">
      <dsp:nvSpPr>
        <dsp:cNvPr id="0" name=""/>
        <dsp:cNvSpPr/>
      </dsp:nvSpPr>
      <dsp:spPr>
        <a:xfrm>
          <a:off x="1712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Helps Troubleshooting and Diagnosing Issues</a:t>
          </a:r>
        </a:p>
      </dsp:txBody>
      <dsp:txXfrm>
        <a:off x="1712" y="2245024"/>
        <a:ext cx="1731445" cy="692578"/>
      </dsp:txXfrm>
    </dsp:sp>
    <dsp:sp modelId="{F8EAFBF0-95A4-44D8-B8A6-DE63EFA64CF0}">
      <dsp:nvSpPr>
        <dsp:cNvPr id="0" name=""/>
        <dsp:cNvSpPr/>
      </dsp:nvSpPr>
      <dsp:spPr>
        <a:xfrm>
          <a:off x="2373792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2689E-B0D8-455A-96FE-43145A425ACB}">
      <dsp:nvSpPr>
        <dsp:cNvPr id="0" name=""/>
        <dsp:cNvSpPr/>
      </dsp:nvSpPr>
      <dsp:spPr>
        <a:xfrm>
          <a:off x="2598880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4E2AD-83FA-4146-B2D5-B2BAAB2DA3D2}">
      <dsp:nvSpPr>
        <dsp:cNvPr id="0" name=""/>
        <dsp:cNvSpPr/>
      </dsp:nvSpPr>
      <dsp:spPr>
        <a:xfrm>
          <a:off x="2036160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Software Installation and Configuration</a:t>
          </a:r>
        </a:p>
      </dsp:txBody>
      <dsp:txXfrm>
        <a:off x="2036160" y="2245024"/>
        <a:ext cx="1731445" cy="692578"/>
      </dsp:txXfrm>
    </dsp:sp>
    <dsp:sp modelId="{A6AC433B-2D03-4BF9-AC16-D380F50E4311}">
      <dsp:nvSpPr>
        <dsp:cNvPr id="0" name=""/>
        <dsp:cNvSpPr/>
      </dsp:nvSpPr>
      <dsp:spPr>
        <a:xfrm>
          <a:off x="4408240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7FCCB2-D14B-40E9-B969-70C5C6F43791}">
      <dsp:nvSpPr>
        <dsp:cNvPr id="0" name=""/>
        <dsp:cNvSpPr/>
      </dsp:nvSpPr>
      <dsp:spPr>
        <a:xfrm>
          <a:off x="4633328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09249C-1EC8-4BF5-BBC0-672482B8772A}">
      <dsp:nvSpPr>
        <dsp:cNvPr id="0" name=""/>
        <dsp:cNvSpPr/>
      </dsp:nvSpPr>
      <dsp:spPr>
        <a:xfrm>
          <a:off x="4070608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Applying Fixes and Updates</a:t>
          </a:r>
        </a:p>
      </dsp:txBody>
      <dsp:txXfrm>
        <a:off x="4070608" y="2245024"/>
        <a:ext cx="1731445" cy="692578"/>
      </dsp:txXfrm>
    </dsp:sp>
    <dsp:sp modelId="{A72D211C-66C7-44D2-8CB7-0E0B4D141C52}">
      <dsp:nvSpPr>
        <dsp:cNvPr id="0" name=""/>
        <dsp:cNvSpPr/>
      </dsp:nvSpPr>
      <dsp:spPr>
        <a:xfrm>
          <a:off x="6442688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D80D8-2BB7-400D-B296-1F2AACD75CF4}">
      <dsp:nvSpPr>
        <dsp:cNvPr id="0" name=""/>
        <dsp:cNvSpPr/>
      </dsp:nvSpPr>
      <dsp:spPr>
        <a:xfrm>
          <a:off x="6667776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5F9059-8BA3-4DF9-A1EA-AA2448D577AB}">
      <dsp:nvSpPr>
        <dsp:cNvPr id="0" name=""/>
        <dsp:cNvSpPr/>
      </dsp:nvSpPr>
      <dsp:spPr>
        <a:xfrm>
          <a:off x="6105057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User Training and Demonstrations</a:t>
          </a:r>
        </a:p>
      </dsp:txBody>
      <dsp:txXfrm>
        <a:off x="6105057" y="2245024"/>
        <a:ext cx="1731445" cy="692578"/>
      </dsp:txXfrm>
    </dsp:sp>
    <dsp:sp modelId="{07116B81-8342-459A-A1D6-910DF8D78BF7}">
      <dsp:nvSpPr>
        <dsp:cNvPr id="0" name=""/>
        <dsp:cNvSpPr/>
      </dsp:nvSpPr>
      <dsp:spPr>
        <a:xfrm>
          <a:off x="8477137" y="859867"/>
          <a:ext cx="1056181" cy="1056181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6A2F87-6EF9-4936-9C93-19C855F77890}">
      <dsp:nvSpPr>
        <dsp:cNvPr id="0" name=""/>
        <dsp:cNvSpPr/>
      </dsp:nvSpPr>
      <dsp:spPr>
        <a:xfrm>
          <a:off x="8702225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63F3F-E3FB-417B-8A79-297C851CEEBC}">
      <dsp:nvSpPr>
        <dsp:cNvPr id="0" name=""/>
        <dsp:cNvSpPr/>
      </dsp:nvSpPr>
      <dsp:spPr>
        <a:xfrm>
          <a:off x="8139505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Remote System Maintenance </a:t>
          </a:r>
        </a:p>
      </dsp:txBody>
      <dsp:txXfrm>
        <a:off x="8139505" y="2245024"/>
        <a:ext cx="1731445" cy="6925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264FE6-15E3-41B2-9019-F67CDD69BDAD}">
      <dsp:nvSpPr>
        <dsp:cNvPr id="0" name=""/>
        <dsp:cNvSpPr/>
      </dsp:nvSpPr>
      <dsp:spPr>
        <a:xfrm>
          <a:off x="0" y="140807"/>
          <a:ext cx="3135313" cy="914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Enterprise Resource Planning</a:t>
          </a:r>
        </a:p>
      </dsp:txBody>
      <dsp:txXfrm>
        <a:off x="44664" y="185471"/>
        <a:ext cx="3045985" cy="825612"/>
      </dsp:txXfrm>
    </dsp:sp>
    <dsp:sp modelId="{EEAA25C7-09F9-4D07-B970-56131E9B9D2D}">
      <dsp:nvSpPr>
        <dsp:cNvPr id="0" name=""/>
        <dsp:cNvSpPr/>
      </dsp:nvSpPr>
      <dsp:spPr>
        <a:xfrm>
          <a:off x="0" y="1121987"/>
          <a:ext cx="3135313" cy="914940"/>
        </a:xfrm>
        <a:prstGeom prst="round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Customer Relationship Management</a:t>
          </a:r>
        </a:p>
      </dsp:txBody>
      <dsp:txXfrm>
        <a:off x="44664" y="1166651"/>
        <a:ext cx="3045985" cy="825612"/>
      </dsp:txXfrm>
    </dsp:sp>
    <dsp:sp modelId="{DCC7745D-8B5D-41BB-B306-DF123AE1049D}">
      <dsp:nvSpPr>
        <dsp:cNvPr id="0" name=""/>
        <dsp:cNvSpPr/>
      </dsp:nvSpPr>
      <dsp:spPr>
        <a:xfrm>
          <a:off x="0" y="2103167"/>
          <a:ext cx="3135313" cy="91494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Accounting Software</a:t>
          </a:r>
        </a:p>
      </dsp:txBody>
      <dsp:txXfrm>
        <a:off x="44664" y="2147831"/>
        <a:ext cx="3045985" cy="825612"/>
      </dsp:txXfrm>
    </dsp:sp>
    <dsp:sp modelId="{8FD562B8-72F0-4B6A-BE5C-E654EC8B0B1E}">
      <dsp:nvSpPr>
        <dsp:cNvPr id="0" name=""/>
        <dsp:cNvSpPr/>
      </dsp:nvSpPr>
      <dsp:spPr>
        <a:xfrm>
          <a:off x="0" y="3084347"/>
          <a:ext cx="3135313" cy="914940"/>
        </a:xfrm>
        <a:prstGeom prst="round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Supply Chain Management</a:t>
          </a:r>
        </a:p>
      </dsp:txBody>
      <dsp:txXfrm>
        <a:off x="44664" y="3129011"/>
        <a:ext cx="3045985" cy="825612"/>
      </dsp:txXfrm>
    </dsp:sp>
    <dsp:sp modelId="{7104E6D2-2FCA-4F83-8684-3A124F2CCA4F}">
      <dsp:nvSpPr>
        <dsp:cNvPr id="0" name=""/>
        <dsp:cNvSpPr/>
      </dsp:nvSpPr>
      <dsp:spPr>
        <a:xfrm>
          <a:off x="0" y="4065527"/>
          <a:ext cx="3135313" cy="91494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Human Resource Software</a:t>
          </a:r>
        </a:p>
      </dsp:txBody>
      <dsp:txXfrm>
        <a:off x="44664" y="4110191"/>
        <a:ext cx="3045985" cy="825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5C0F1-EF0B-4E5D-ABBF-6EEFCE7C615F}">
      <dsp:nvSpPr>
        <dsp:cNvPr id="0" name=""/>
        <dsp:cNvSpPr/>
      </dsp:nvSpPr>
      <dsp:spPr>
        <a:xfrm>
          <a:off x="0" y="1445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8B273-1D5C-4964-831D-E54488AC7BFD}">
      <dsp:nvSpPr>
        <dsp:cNvPr id="0" name=""/>
        <dsp:cNvSpPr/>
      </dsp:nvSpPr>
      <dsp:spPr>
        <a:xfrm>
          <a:off x="186298" y="140014"/>
          <a:ext cx="338723" cy="3387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B570B-67DC-4894-BFBD-1F1B99D906B1}">
      <dsp:nvSpPr>
        <dsp:cNvPr id="0" name=""/>
        <dsp:cNvSpPr/>
      </dsp:nvSpPr>
      <dsp:spPr>
        <a:xfrm>
          <a:off x="711320" y="1445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Software that is OWNED!</a:t>
          </a:r>
        </a:p>
      </dsp:txBody>
      <dsp:txXfrm>
        <a:off x="711320" y="1445"/>
        <a:ext cx="5740622" cy="615861"/>
      </dsp:txXfrm>
    </dsp:sp>
    <dsp:sp modelId="{FC59A676-A383-40C2-A93F-C27655C9CC0C}">
      <dsp:nvSpPr>
        <dsp:cNvPr id="0" name=""/>
        <dsp:cNvSpPr/>
      </dsp:nvSpPr>
      <dsp:spPr>
        <a:xfrm>
          <a:off x="0" y="771272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A1B4A-DA9E-4B8E-AFCF-406DCA75FC85}">
      <dsp:nvSpPr>
        <dsp:cNvPr id="0" name=""/>
        <dsp:cNvSpPr/>
      </dsp:nvSpPr>
      <dsp:spPr>
        <a:xfrm>
          <a:off x="186298" y="909841"/>
          <a:ext cx="338723" cy="3387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13AF8-F538-4EA5-8099-FEC3969242C7}">
      <dsp:nvSpPr>
        <dsp:cNvPr id="0" name=""/>
        <dsp:cNvSpPr/>
      </dsp:nvSpPr>
      <dsp:spPr>
        <a:xfrm>
          <a:off x="711320" y="771272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End User License Agreement</a:t>
          </a:r>
        </a:p>
      </dsp:txBody>
      <dsp:txXfrm>
        <a:off x="711320" y="771272"/>
        <a:ext cx="5740622" cy="615861"/>
      </dsp:txXfrm>
    </dsp:sp>
    <dsp:sp modelId="{5D69895F-1329-41F6-B4C9-C869E83EFD9C}">
      <dsp:nvSpPr>
        <dsp:cNvPr id="0" name=""/>
        <dsp:cNvSpPr/>
      </dsp:nvSpPr>
      <dsp:spPr>
        <a:xfrm>
          <a:off x="0" y="1541099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773958-7223-4C7D-8EB1-A8E86153E0B4}">
      <dsp:nvSpPr>
        <dsp:cNvPr id="0" name=""/>
        <dsp:cNvSpPr/>
      </dsp:nvSpPr>
      <dsp:spPr>
        <a:xfrm>
          <a:off x="186298" y="1679668"/>
          <a:ext cx="338723" cy="3387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3C21B-25B7-49C1-8D6D-F2FBECC9022F}">
      <dsp:nvSpPr>
        <dsp:cNvPr id="0" name=""/>
        <dsp:cNvSpPr/>
      </dsp:nvSpPr>
      <dsp:spPr>
        <a:xfrm>
          <a:off x="711320" y="1541099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Terms of Service</a:t>
          </a:r>
        </a:p>
      </dsp:txBody>
      <dsp:txXfrm>
        <a:off x="711320" y="1541099"/>
        <a:ext cx="5740622" cy="615861"/>
      </dsp:txXfrm>
    </dsp:sp>
    <dsp:sp modelId="{571B81E3-3C4F-43F6-8284-A6C75585542A}">
      <dsp:nvSpPr>
        <dsp:cNvPr id="0" name=""/>
        <dsp:cNvSpPr/>
      </dsp:nvSpPr>
      <dsp:spPr>
        <a:xfrm>
          <a:off x="0" y="2310926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66B31A-D60C-4224-A867-47C4419BEC30}">
      <dsp:nvSpPr>
        <dsp:cNvPr id="0" name=""/>
        <dsp:cNvSpPr/>
      </dsp:nvSpPr>
      <dsp:spPr>
        <a:xfrm>
          <a:off x="186298" y="2449495"/>
          <a:ext cx="338723" cy="3387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F4FD12-F07C-4724-9FA7-D299081448CB}">
      <dsp:nvSpPr>
        <dsp:cNvPr id="0" name=""/>
        <dsp:cNvSpPr/>
      </dsp:nvSpPr>
      <dsp:spPr>
        <a:xfrm>
          <a:off x="711320" y="2310926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Activation (Product Keys)</a:t>
          </a:r>
        </a:p>
      </dsp:txBody>
      <dsp:txXfrm>
        <a:off x="711320" y="2310926"/>
        <a:ext cx="5740622" cy="615861"/>
      </dsp:txXfrm>
    </dsp:sp>
    <dsp:sp modelId="{92119475-6058-463E-9491-E4FE5FD196E5}">
      <dsp:nvSpPr>
        <dsp:cNvPr id="0" name=""/>
        <dsp:cNvSpPr/>
      </dsp:nvSpPr>
      <dsp:spPr>
        <a:xfrm>
          <a:off x="0" y="3080753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33AB9-9098-4F39-9F45-432D05F1FCCA}">
      <dsp:nvSpPr>
        <dsp:cNvPr id="0" name=""/>
        <dsp:cNvSpPr/>
      </dsp:nvSpPr>
      <dsp:spPr>
        <a:xfrm>
          <a:off x="186298" y="3219322"/>
          <a:ext cx="338723" cy="3387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D0E68-2AF2-44B0-BFFC-5EAD0B6EEBC2}">
      <dsp:nvSpPr>
        <dsp:cNvPr id="0" name=""/>
        <dsp:cNvSpPr/>
      </dsp:nvSpPr>
      <dsp:spPr>
        <a:xfrm>
          <a:off x="711320" y="3080753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One-Time Purchase or Subscription</a:t>
          </a:r>
        </a:p>
      </dsp:txBody>
      <dsp:txXfrm>
        <a:off x="711320" y="3080753"/>
        <a:ext cx="5740622" cy="615861"/>
      </dsp:txXfrm>
    </dsp:sp>
    <dsp:sp modelId="{B58A78B7-158E-4CFD-8634-6AA0BA652D0C}">
      <dsp:nvSpPr>
        <dsp:cNvPr id="0" name=""/>
        <dsp:cNvSpPr/>
      </dsp:nvSpPr>
      <dsp:spPr>
        <a:xfrm>
          <a:off x="0" y="3850580"/>
          <a:ext cx="6451943" cy="61586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684C26-B376-4420-BF26-40AADB56575B}">
      <dsp:nvSpPr>
        <dsp:cNvPr id="0" name=""/>
        <dsp:cNvSpPr/>
      </dsp:nvSpPr>
      <dsp:spPr>
        <a:xfrm>
          <a:off x="186298" y="3989148"/>
          <a:ext cx="338723" cy="3387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8440BD-E271-4451-81E1-9E3F0E8FD93E}">
      <dsp:nvSpPr>
        <dsp:cNvPr id="0" name=""/>
        <dsp:cNvSpPr/>
      </dsp:nvSpPr>
      <dsp:spPr>
        <a:xfrm>
          <a:off x="711320" y="3850580"/>
          <a:ext cx="5740622" cy="6158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179" tIns="65179" rIns="65179" bIns="6517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Usage Limits</a:t>
          </a:r>
        </a:p>
      </dsp:txBody>
      <dsp:txXfrm>
        <a:off x="711320" y="3850580"/>
        <a:ext cx="5740622" cy="6158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0EEA7E-DC76-4E14-B1AE-25E9E5C8E752}">
      <dsp:nvSpPr>
        <dsp:cNvPr id="0" name=""/>
        <dsp:cNvSpPr/>
      </dsp:nvSpPr>
      <dsp:spPr>
        <a:xfrm>
          <a:off x="339344" y="859867"/>
          <a:ext cx="1056181" cy="10561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122B83-3A20-48EF-A051-92C2C2F1129D}">
      <dsp:nvSpPr>
        <dsp:cNvPr id="0" name=""/>
        <dsp:cNvSpPr/>
      </dsp:nvSpPr>
      <dsp:spPr>
        <a:xfrm>
          <a:off x="564432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67736-1E3F-4CAD-A474-733C0D3CC206}">
      <dsp:nvSpPr>
        <dsp:cNvPr id="0" name=""/>
        <dsp:cNvSpPr/>
      </dsp:nvSpPr>
      <dsp:spPr>
        <a:xfrm>
          <a:off x="1712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Promotes Collaboration</a:t>
          </a:r>
        </a:p>
      </dsp:txBody>
      <dsp:txXfrm>
        <a:off x="1712" y="2245024"/>
        <a:ext cx="1731445" cy="692578"/>
      </dsp:txXfrm>
    </dsp:sp>
    <dsp:sp modelId="{557ED5AB-5F5A-4BF3-AE74-7AB09D58E31F}">
      <dsp:nvSpPr>
        <dsp:cNvPr id="0" name=""/>
        <dsp:cNvSpPr/>
      </dsp:nvSpPr>
      <dsp:spPr>
        <a:xfrm>
          <a:off x="2373792" y="859867"/>
          <a:ext cx="1056181" cy="105618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727059-A728-4934-A41C-56BDBD7B653C}">
      <dsp:nvSpPr>
        <dsp:cNvPr id="0" name=""/>
        <dsp:cNvSpPr/>
      </dsp:nvSpPr>
      <dsp:spPr>
        <a:xfrm>
          <a:off x="2598880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10755-B5CD-4ACD-938E-B9D2267E16C8}">
      <dsp:nvSpPr>
        <dsp:cNvPr id="0" name=""/>
        <dsp:cNvSpPr/>
      </dsp:nvSpPr>
      <dsp:spPr>
        <a:xfrm>
          <a:off x="2036160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Free of Charge</a:t>
          </a:r>
        </a:p>
      </dsp:txBody>
      <dsp:txXfrm>
        <a:off x="2036160" y="2245024"/>
        <a:ext cx="1731445" cy="692578"/>
      </dsp:txXfrm>
    </dsp:sp>
    <dsp:sp modelId="{F7FD41D1-9E57-4649-8BB7-72722499B420}">
      <dsp:nvSpPr>
        <dsp:cNvPr id="0" name=""/>
        <dsp:cNvSpPr/>
      </dsp:nvSpPr>
      <dsp:spPr>
        <a:xfrm>
          <a:off x="4408240" y="859867"/>
          <a:ext cx="1056181" cy="105618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9A270-8E56-43FB-BCFB-A39FC9D4F6FD}">
      <dsp:nvSpPr>
        <dsp:cNvPr id="0" name=""/>
        <dsp:cNvSpPr/>
      </dsp:nvSpPr>
      <dsp:spPr>
        <a:xfrm>
          <a:off x="4633328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AE6F3B-D3BE-4F71-8C74-8DF5F5309BF3}">
      <dsp:nvSpPr>
        <dsp:cNvPr id="0" name=""/>
        <dsp:cNvSpPr/>
      </dsp:nvSpPr>
      <dsp:spPr>
        <a:xfrm>
          <a:off x="4070608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Freeware / Shareware</a:t>
          </a:r>
        </a:p>
      </dsp:txBody>
      <dsp:txXfrm>
        <a:off x="4070608" y="2245024"/>
        <a:ext cx="1731445" cy="692578"/>
      </dsp:txXfrm>
    </dsp:sp>
    <dsp:sp modelId="{A91BB6DF-0CF4-4944-9B29-EB3F829F03FA}">
      <dsp:nvSpPr>
        <dsp:cNvPr id="0" name=""/>
        <dsp:cNvSpPr/>
      </dsp:nvSpPr>
      <dsp:spPr>
        <a:xfrm>
          <a:off x="6442688" y="859867"/>
          <a:ext cx="1056181" cy="105618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7AC520-9CDB-4A37-87E3-20CD3F858F53}">
      <dsp:nvSpPr>
        <dsp:cNvPr id="0" name=""/>
        <dsp:cNvSpPr/>
      </dsp:nvSpPr>
      <dsp:spPr>
        <a:xfrm>
          <a:off x="6667776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E923B3-9D13-4A19-9D84-A5B926C1D1FD}">
      <dsp:nvSpPr>
        <dsp:cNvPr id="0" name=""/>
        <dsp:cNvSpPr/>
      </dsp:nvSpPr>
      <dsp:spPr>
        <a:xfrm>
          <a:off x="6105057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Terms of Service</a:t>
          </a:r>
        </a:p>
      </dsp:txBody>
      <dsp:txXfrm>
        <a:off x="6105057" y="2245024"/>
        <a:ext cx="1731445" cy="692578"/>
      </dsp:txXfrm>
    </dsp:sp>
    <dsp:sp modelId="{EF879516-BAB4-42D3-92A9-C7D892AE2DFF}">
      <dsp:nvSpPr>
        <dsp:cNvPr id="0" name=""/>
        <dsp:cNvSpPr/>
      </dsp:nvSpPr>
      <dsp:spPr>
        <a:xfrm>
          <a:off x="8477137" y="859867"/>
          <a:ext cx="1056181" cy="105618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AAC71B-5F88-4F6F-BAE7-8F84808F0B87}">
      <dsp:nvSpPr>
        <dsp:cNvPr id="0" name=""/>
        <dsp:cNvSpPr/>
      </dsp:nvSpPr>
      <dsp:spPr>
        <a:xfrm>
          <a:off x="8702225" y="1084955"/>
          <a:ext cx="606005" cy="6060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1E16F0-248F-497B-828F-20C2F0B0A073}">
      <dsp:nvSpPr>
        <dsp:cNvPr id="0" name=""/>
        <dsp:cNvSpPr/>
      </dsp:nvSpPr>
      <dsp:spPr>
        <a:xfrm>
          <a:off x="8139505" y="2245024"/>
          <a:ext cx="1731445" cy="692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Violations is considered Software Piracy</a:t>
          </a:r>
        </a:p>
      </dsp:txBody>
      <dsp:txXfrm>
        <a:off x="8139505" y="2245024"/>
        <a:ext cx="1731445" cy="6925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BC0525-073D-494E-BEB1-7CFECB4425DF}">
      <dsp:nvSpPr>
        <dsp:cNvPr id="0" name=""/>
        <dsp:cNvSpPr/>
      </dsp:nvSpPr>
      <dsp:spPr>
        <a:xfrm>
          <a:off x="0" y="17603"/>
          <a:ext cx="6451943" cy="671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Obtain the Software</a:t>
          </a:r>
        </a:p>
      </dsp:txBody>
      <dsp:txXfrm>
        <a:off x="32784" y="50387"/>
        <a:ext cx="6386375" cy="606012"/>
      </dsp:txXfrm>
    </dsp:sp>
    <dsp:sp modelId="{5FEB357A-2232-4637-B7D6-210FE01A6942}">
      <dsp:nvSpPr>
        <dsp:cNvPr id="0" name=""/>
        <dsp:cNvSpPr/>
      </dsp:nvSpPr>
      <dsp:spPr>
        <a:xfrm>
          <a:off x="0" y="769823"/>
          <a:ext cx="6451943" cy="671580"/>
        </a:xfrm>
        <a:prstGeom prst="roundRect">
          <a:avLst/>
        </a:prstGeom>
        <a:solidFill>
          <a:schemeClr val="accent5">
            <a:hueOff val="471357"/>
            <a:satOff val="-2254"/>
            <a:lumOff val="2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Run the Installer </a:t>
          </a:r>
        </a:p>
      </dsp:txBody>
      <dsp:txXfrm>
        <a:off x="32784" y="802607"/>
        <a:ext cx="6386375" cy="606012"/>
      </dsp:txXfrm>
    </dsp:sp>
    <dsp:sp modelId="{750BD1F7-86C2-423E-886A-0CF37269985B}">
      <dsp:nvSpPr>
        <dsp:cNvPr id="0" name=""/>
        <dsp:cNvSpPr/>
      </dsp:nvSpPr>
      <dsp:spPr>
        <a:xfrm>
          <a:off x="0" y="1522043"/>
          <a:ext cx="6451943" cy="671580"/>
        </a:xfrm>
        <a:prstGeom prst="roundRect">
          <a:avLst/>
        </a:prstGeom>
        <a:solidFill>
          <a:schemeClr val="accent5">
            <a:hueOff val="942713"/>
            <a:satOff val="-4508"/>
            <a:lumOff val="49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Follow Installation Wizard Prompts </a:t>
          </a:r>
        </a:p>
      </dsp:txBody>
      <dsp:txXfrm>
        <a:off x="32784" y="1554827"/>
        <a:ext cx="6386375" cy="606012"/>
      </dsp:txXfrm>
    </dsp:sp>
    <dsp:sp modelId="{6E3D41C9-2977-4860-A545-26FF469E0FAE}">
      <dsp:nvSpPr>
        <dsp:cNvPr id="0" name=""/>
        <dsp:cNvSpPr/>
      </dsp:nvSpPr>
      <dsp:spPr>
        <a:xfrm>
          <a:off x="0" y="2274263"/>
          <a:ext cx="6451943" cy="671580"/>
        </a:xfrm>
        <a:prstGeom prst="roundRect">
          <a:avLst/>
        </a:prstGeom>
        <a:solidFill>
          <a:schemeClr val="accent5">
            <a:hueOff val="1414070"/>
            <a:satOff val="-6762"/>
            <a:lumOff val="741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File Copying and System Configuration</a:t>
          </a:r>
        </a:p>
      </dsp:txBody>
      <dsp:txXfrm>
        <a:off x="32784" y="2307047"/>
        <a:ext cx="6386375" cy="606012"/>
      </dsp:txXfrm>
    </dsp:sp>
    <dsp:sp modelId="{6F5F902B-49D6-44E6-869E-A28F34600120}">
      <dsp:nvSpPr>
        <dsp:cNvPr id="0" name=""/>
        <dsp:cNvSpPr/>
      </dsp:nvSpPr>
      <dsp:spPr>
        <a:xfrm>
          <a:off x="0" y="3026483"/>
          <a:ext cx="6451943" cy="671580"/>
        </a:xfrm>
        <a:prstGeom prst="roundRect">
          <a:avLst/>
        </a:prstGeom>
        <a:solidFill>
          <a:schemeClr val="accent5">
            <a:hueOff val="1885427"/>
            <a:satOff val="-9016"/>
            <a:lumOff val="98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Activation or Registration</a:t>
          </a:r>
        </a:p>
      </dsp:txBody>
      <dsp:txXfrm>
        <a:off x="32784" y="3059267"/>
        <a:ext cx="6386375" cy="606012"/>
      </dsp:txXfrm>
    </dsp:sp>
    <dsp:sp modelId="{00BF94A4-8C40-4627-9898-5E09DD9FBE9B}">
      <dsp:nvSpPr>
        <dsp:cNvPr id="0" name=""/>
        <dsp:cNvSpPr/>
      </dsp:nvSpPr>
      <dsp:spPr>
        <a:xfrm>
          <a:off x="0" y="3778703"/>
          <a:ext cx="6451943" cy="671580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Completing the Installation</a:t>
          </a:r>
        </a:p>
      </dsp:txBody>
      <dsp:txXfrm>
        <a:off x="32784" y="3811487"/>
        <a:ext cx="6386375" cy="6060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C8D26-D42A-4A03-BDCC-21ACDE9A7F19}">
      <dsp:nvSpPr>
        <dsp:cNvPr id="0" name=""/>
        <dsp:cNvSpPr/>
      </dsp:nvSpPr>
      <dsp:spPr>
        <a:xfrm>
          <a:off x="285370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683D17-51C6-4829-97BB-F06A1E7F7591}">
      <dsp:nvSpPr>
        <dsp:cNvPr id="0" name=""/>
        <dsp:cNvSpPr/>
      </dsp:nvSpPr>
      <dsp:spPr>
        <a:xfrm>
          <a:off x="471839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FEC294-AA98-4B34-81DA-810CFD17C02D}">
      <dsp:nvSpPr>
        <dsp:cNvPr id="0" name=""/>
        <dsp:cNvSpPr/>
      </dsp:nvSpPr>
      <dsp:spPr>
        <a:xfrm>
          <a:off x="5667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Executable Installers</a:t>
          </a:r>
        </a:p>
      </dsp:txBody>
      <dsp:txXfrm>
        <a:off x="5667" y="2185610"/>
        <a:ext cx="1434374" cy="573750"/>
      </dsp:txXfrm>
    </dsp:sp>
    <dsp:sp modelId="{537E632A-90A8-41D2-9E9C-BB5717CA5B26}">
      <dsp:nvSpPr>
        <dsp:cNvPr id="0" name=""/>
        <dsp:cNvSpPr/>
      </dsp:nvSpPr>
      <dsp:spPr>
        <a:xfrm>
          <a:off x="1970761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B1B42-FF50-4981-8C42-7FCEABB15FC9}">
      <dsp:nvSpPr>
        <dsp:cNvPr id="0" name=""/>
        <dsp:cNvSpPr/>
      </dsp:nvSpPr>
      <dsp:spPr>
        <a:xfrm>
          <a:off x="2157229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D9CFB-CB6D-49A2-9FDB-8B36046349A1}">
      <dsp:nvSpPr>
        <dsp:cNvPr id="0" name=""/>
        <dsp:cNvSpPr/>
      </dsp:nvSpPr>
      <dsp:spPr>
        <a:xfrm>
          <a:off x="1691058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Application Stores</a:t>
          </a:r>
        </a:p>
      </dsp:txBody>
      <dsp:txXfrm>
        <a:off x="1691058" y="2185610"/>
        <a:ext cx="1434374" cy="573750"/>
      </dsp:txXfrm>
    </dsp:sp>
    <dsp:sp modelId="{0D745E0C-5BCF-4596-A46D-46CADA46193E}">
      <dsp:nvSpPr>
        <dsp:cNvPr id="0" name=""/>
        <dsp:cNvSpPr/>
      </dsp:nvSpPr>
      <dsp:spPr>
        <a:xfrm>
          <a:off x="3656151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15B80-8857-4E7B-842A-FF9A562E0D1E}">
      <dsp:nvSpPr>
        <dsp:cNvPr id="0" name=""/>
        <dsp:cNvSpPr/>
      </dsp:nvSpPr>
      <dsp:spPr>
        <a:xfrm>
          <a:off x="3842620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AF486-0A68-4A7B-AC38-CA04A2709505}">
      <dsp:nvSpPr>
        <dsp:cNvPr id="0" name=""/>
        <dsp:cNvSpPr/>
      </dsp:nvSpPr>
      <dsp:spPr>
        <a:xfrm>
          <a:off x="3376448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Package Managers</a:t>
          </a:r>
        </a:p>
      </dsp:txBody>
      <dsp:txXfrm>
        <a:off x="3376448" y="2185610"/>
        <a:ext cx="1434374" cy="573750"/>
      </dsp:txXfrm>
    </dsp:sp>
    <dsp:sp modelId="{BDCDCF03-EB9C-4290-80AC-52AB3020F94E}">
      <dsp:nvSpPr>
        <dsp:cNvPr id="0" name=""/>
        <dsp:cNvSpPr/>
      </dsp:nvSpPr>
      <dsp:spPr>
        <a:xfrm>
          <a:off x="5341542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6D19A-32D2-4C93-AFF6-741E4DA7FAF9}">
      <dsp:nvSpPr>
        <dsp:cNvPr id="0" name=""/>
        <dsp:cNvSpPr/>
      </dsp:nvSpPr>
      <dsp:spPr>
        <a:xfrm>
          <a:off x="5528011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1360E3-C638-4DC4-BFA1-62B31BE95701}">
      <dsp:nvSpPr>
        <dsp:cNvPr id="0" name=""/>
        <dsp:cNvSpPr/>
      </dsp:nvSpPr>
      <dsp:spPr>
        <a:xfrm>
          <a:off x="5061839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Drag and Drop Installation </a:t>
          </a:r>
        </a:p>
      </dsp:txBody>
      <dsp:txXfrm>
        <a:off x="5061839" y="2185610"/>
        <a:ext cx="1434374" cy="573750"/>
      </dsp:txXfrm>
    </dsp:sp>
    <dsp:sp modelId="{D415C8AD-3ED1-49A4-A41A-BD5E4580350A}">
      <dsp:nvSpPr>
        <dsp:cNvPr id="0" name=""/>
        <dsp:cNvSpPr/>
      </dsp:nvSpPr>
      <dsp:spPr>
        <a:xfrm>
          <a:off x="7026933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F1A21-DE82-4631-89C1-14A4C20610C5}">
      <dsp:nvSpPr>
        <dsp:cNvPr id="0" name=""/>
        <dsp:cNvSpPr/>
      </dsp:nvSpPr>
      <dsp:spPr>
        <a:xfrm>
          <a:off x="7213401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97A618-CEBA-46B0-AAF1-5DD84B8A9AEC}">
      <dsp:nvSpPr>
        <dsp:cNvPr id="0" name=""/>
        <dsp:cNvSpPr/>
      </dsp:nvSpPr>
      <dsp:spPr>
        <a:xfrm>
          <a:off x="6747229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Manual Copy</a:t>
          </a:r>
        </a:p>
      </dsp:txBody>
      <dsp:txXfrm>
        <a:off x="6747229" y="2185610"/>
        <a:ext cx="1434374" cy="573750"/>
      </dsp:txXfrm>
    </dsp:sp>
    <dsp:sp modelId="{CEBCA53B-BCD6-41DD-A84A-A3AFAD2415CF}">
      <dsp:nvSpPr>
        <dsp:cNvPr id="0" name=""/>
        <dsp:cNvSpPr/>
      </dsp:nvSpPr>
      <dsp:spPr>
        <a:xfrm>
          <a:off x="8712323" y="1038110"/>
          <a:ext cx="874968" cy="87496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A43268-D36D-4962-881A-96EBFDCD8FEE}">
      <dsp:nvSpPr>
        <dsp:cNvPr id="0" name=""/>
        <dsp:cNvSpPr/>
      </dsp:nvSpPr>
      <dsp:spPr>
        <a:xfrm>
          <a:off x="8898792" y="1224578"/>
          <a:ext cx="502031" cy="50203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0750D-D30D-4E0E-943E-1695DC0B484F}">
      <dsp:nvSpPr>
        <dsp:cNvPr id="0" name=""/>
        <dsp:cNvSpPr/>
      </dsp:nvSpPr>
      <dsp:spPr>
        <a:xfrm>
          <a:off x="8432620" y="2185610"/>
          <a:ext cx="1434374" cy="573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Network-Based INstallation</a:t>
          </a:r>
        </a:p>
      </dsp:txBody>
      <dsp:txXfrm>
        <a:off x="8432620" y="2185610"/>
        <a:ext cx="1434374" cy="57375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A14878-3A08-460A-82E8-F82B8CDD7DDD}">
      <dsp:nvSpPr>
        <dsp:cNvPr id="0" name=""/>
        <dsp:cNvSpPr/>
      </dsp:nvSpPr>
      <dsp:spPr>
        <a:xfrm>
          <a:off x="0" y="0"/>
          <a:ext cx="7601950" cy="6835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Following Proper removal is IMPORTANT</a:t>
          </a:r>
        </a:p>
      </dsp:txBody>
      <dsp:txXfrm>
        <a:off x="20020" y="20020"/>
        <a:ext cx="6784378" cy="643504"/>
      </dsp:txXfrm>
    </dsp:sp>
    <dsp:sp modelId="{04B53938-303E-45FE-9C05-CCB84812B9B2}">
      <dsp:nvSpPr>
        <dsp:cNvPr id="0" name=""/>
        <dsp:cNvSpPr/>
      </dsp:nvSpPr>
      <dsp:spPr>
        <a:xfrm>
          <a:off x="567678" y="778481"/>
          <a:ext cx="7601950" cy="6835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Not only removes files on Hard Drive</a:t>
          </a:r>
        </a:p>
      </dsp:txBody>
      <dsp:txXfrm>
        <a:off x="587698" y="798501"/>
        <a:ext cx="6549928" cy="643504"/>
      </dsp:txXfrm>
    </dsp:sp>
    <dsp:sp modelId="{53E9398B-F584-4B71-886B-5BFBF08E14C0}">
      <dsp:nvSpPr>
        <dsp:cNvPr id="0" name=""/>
        <dsp:cNvSpPr/>
      </dsp:nvSpPr>
      <dsp:spPr>
        <a:xfrm>
          <a:off x="1135356" y="1556962"/>
          <a:ext cx="7601950" cy="68354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Removes configurations in system registry</a:t>
          </a:r>
        </a:p>
      </dsp:txBody>
      <dsp:txXfrm>
        <a:off x="1155376" y="1576982"/>
        <a:ext cx="6549928" cy="643504"/>
      </dsp:txXfrm>
    </dsp:sp>
    <dsp:sp modelId="{92C00347-6AD7-45F1-98A2-B310C302A87A}">
      <dsp:nvSpPr>
        <dsp:cNvPr id="0" name=""/>
        <dsp:cNvSpPr/>
      </dsp:nvSpPr>
      <dsp:spPr>
        <a:xfrm>
          <a:off x="1703034" y="2335443"/>
          <a:ext cx="7601950" cy="68354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Removes services or background processes</a:t>
          </a:r>
        </a:p>
      </dsp:txBody>
      <dsp:txXfrm>
        <a:off x="1723054" y="2355463"/>
        <a:ext cx="6549928" cy="643504"/>
      </dsp:txXfrm>
    </dsp:sp>
    <dsp:sp modelId="{0CFB38FA-6F7E-4416-AA55-89B0B94A0308}">
      <dsp:nvSpPr>
        <dsp:cNvPr id="0" name=""/>
        <dsp:cNvSpPr/>
      </dsp:nvSpPr>
      <dsp:spPr>
        <a:xfrm>
          <a:off x="2270712" y="3113924"/>
          <a:ext cx="7601950" cy="6835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Removes Shortcuts and Menu Items</a:t>
          </a:r>
        </a:p>
      </dsp:txBody>
      <dsp:txXfrm>
        <a:off x="2290732" y="3133944"/>
        <a:ext cx="6549928" cy="643504"/>
      </dsp:txXfrm>
    </dsp:sp>
    <dsp:sp modelId="{6558776D-85C8-4070-A568-C912F705E8A2}">
      <dsp:nvSpPr>
        <dsp:cNvPr id="0" name=""/>
        <dsp:cNvSpPr/>
      </dsp:nvSpPr>
      <dsp:spPr>
        <a:xfrm>
          <a:off x="7157646" y="499367"/>
          <a:ext cx="444303" cy="44430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257614" y="499367"/>
        <a:ext cx="244367" cy="334338"/>
      </dsp:txXfrm>
    </dsp:sp>
    <dsp:sp modelId="{DEEB7763-5B3B-4E23-B968-652471AFD85B}">
      <dsp:nvSpPr>
        <dsp:cNvPr id="0" name=""/>
        <dsp:cNvSpPr/>
      </dsp:nvSpPr>
      <dsp:spPr>
        <a:xfrm>
          <a:off x="7725324" y="1277848"/>
          <a:ext cx="444303" cy="44430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825292" y="1277848"/>
        <a:ext cx="244367" cy="334338"/>
      </dsp:txXfrm>
    </dsp:sp>
    <dsp:sp modelId="{85C1999B-F211-4C93-A039-AF935ED71C32}">
      <dsp:nvSpPr>
        <dsp:cNvPr id="0" name=""/>
        <dsp:cNvSpPr/>
      </dsp:nvSpPr>
      <dsp:spPr>
        <a:xfrm>
          <a:off x="8293002" y="2044937"/>
          <a:ext cx="444303" cy="444303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392970" y="2044937"/>
        <a:ext cx="244367" cy="334338"/>
      </dsp:txXfrm>
    </dsp:sp>
    <dsp:sp modelId="{54E0ACB6-3F9D-46E2-A8A7-93E106E3390D}">
      <dsp:nvSpPr>
        <dsp:cNvPr id="0" name=""/>
        <dsp:cNvSpPr/>
      </dsp:nvSpPr>
      <dsp:spPr>
        <a:xfrm>
          <a:off x="8860681" y="2831013"/>
          <a:ext cx="444303" cy="444303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960649" y="2831013"/>
        <a:ext cx="244367" cy="334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9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631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9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91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60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7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6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F9699B1-E4A0-4067-92A8-9E71A925B482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039C833-89E8-4FDF-B784-31CFBA6EF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4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E82C-BD33-E236-A89C-353C50ECAB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D6A4F0-EA2D-376B-20E7-F65A3F067D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Tech+</a:t>
            </a:r>
          </a:p>
          <a:p>
            <a:r>
              <a:rPr lang="en-US" dirty="0"/>
              <a:t>Software Applications</a:t>
            </a:r>
          </a:p>
        </p:txBody>
      </p:sp>
    </p:spTree>
    <p:extLst>
      <p:ext uri="{BB962C8B-B14F-4D97-AF65-F5344CB8AC3E}">
        <p14:creationId xmlns:p14="http://schemas.microsoft.com/office/powerpoint/2010/main" val="40928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6BD6-E2CD-76B7-1915-3FBE42D7B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Productivity Software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170624-2C38-13AD-7C46-B931B5A0FD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5801809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5975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587D-A7E4-FF6E-81DC-CBDA06EC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Remote Support Software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0AF785-78EB-3E39-6B05-8C3B82FFF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6299811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6747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EEEDE-87C0-E447-D67D-8BDEB2417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606" y="876299"/>
            <a:ext cx="6826371" cy="512127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Business Software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DBC23F-DE45-87A7-0192-6DC96E15FD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546822"/>
              </p:ext>
            </p:extLst>
          </p:nvPr>
        </p:nvGraphicFramePr>
        <p:xfrm>
          <a:off x="8185150" y="876300"/>
          <a:ext cx="3135313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8832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FFABC-CC50-38A6-3AE7-7EDB305E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Software Licensing - Proprietary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47B9E5-E402-1146-1C2B-58B4CF6870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294093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6252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08AE-A9A3-7C2A-178C-70881ED67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Software Licensing – Open Source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DBE1E9-77A5-11E0-31B3-D22C3B126B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3157669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6725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D778D-A0BD-4EDA-7D81-6BA2930A2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5" y="609599"/>
            <a:ext cx="3364378" cy="5606143"/>
          </a:xfrm>
        </p:spPr>
        <p:txBody>
          <a:bodyPr>
            <a:normAutofit/>
          </a:bodyPr>
          <a:lstStyle/>
          <a:p>
            <a:r>
              <a:rPr lang="en-US" sz="4800"/>
              <a:t>Installing Software Applications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9866E0-A349-756C-0A66-CE7B8F1BED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0852877"/>
              </p:ext>
            </p:extLst>
          </p:nvPr>
        </p:nvGraphicFramePr>
        <p:xfrm>
          <a:off x="4545013" y="1199858"/>
          <a:ext cx="6451943" cy="4467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322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E233-0B39-7628-EB88-4E2FF563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Software Methods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2E71EE-9D60-2251-5DF5-3F5773A69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542538"/>
              </p:ext>
            </p:extLst>
          </p:nvPr>
        </p:nvGraphicFramePr>
        <p:xfrm>
          <a:off x="1143000" y="2298530"/>
          <a:ext cx="9872663" cy="3797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3199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1C3AC-15FF-88CB-7D42-E6F06FEA4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>
            <a:normAutofit/>
          </a:bodyPr>
          <a:lstStyle/>
          <a:p>
            <a:r>
              <a:rPr lang="en-US" dirty="0"/>
              <a:t>Removing or Uninstalling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C60A4EA-7C1F-2FA7-6A14-0C6F9783EE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791993"/>
              </p:ext>
            </p:extLst>
          </p:nvPr>
        </p:nvGraphicFramePr>
        <p:xfrm>
          <a:off x="1143000" y="2298530"/>
          <a:ext cx="9872663" cy="3797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4599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571B-FEF0-2773-10E0-49EF98FF6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900" y="637563"/>
            <a:ext cx="8640201" cy="30703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4000" b="1" cap="all">
                <a:solidFill>
                  <a:schemeClr val="tx1"/>
                </a:solidFill>
              </a:rPr>
              <a:t>KAHOOT!</a:t>
            </a:r>
          </a:p>
        </p:txBody>
      </p:sp>
    </p:spTree>
    <p:extLst>
      <p:ext uri="{BB962C8B-B14F-4D97-AF65-F5344CB8AC3E}">
        <p14:creationId xmlns:p14="http://schemas.microsoft.com/office/powerpoint/2010/main" val="166552018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9</TotalTime>
  <Words>179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Corbel</vt:lpstr>
      <vt:lpstr>Basis</vt:lpstr>
      <vt:lpstr>Chapter 12</vt:lpstr>
      <vt:lpstr>Productivity Software</vt:lpstr>
      <vt:lpstr>Remote Support Software</vt:lpstr>
      <vt:lpstr>Business Software</vt:lpstr>
      <vt:lpstr>Software Licensing - Proprietary</vt:lpstr>
      <vt:lpstr>Software Licensing – Open Source</vt:lpstr>
      <vt:lpstr>Installing Software Applications </vt:lpstr>
      <vt:lpstr>Software Methods</vt:lpstr>
      <vt:lpstr>Removing or Uninstalling</vt:lpstr>
      <vt:lpstr>KAHOOT!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Haskell, JT</dc:creator>
  <cp:lastModifiedBy>Haskell, JT</cp:lastModifiedBy>
  <cp:revision>2</cp:revision>
  <dcterms:created xsi:type="dcterms:W3CDTF">2025-05-27T16:37:30Z</dcterms:created>
  <dcterms:modified xsi:type="dcterms:W3CDTF">2025-06-11T04:07:41Z</dcterms:modified>
</cp:coreProperties>
</file>