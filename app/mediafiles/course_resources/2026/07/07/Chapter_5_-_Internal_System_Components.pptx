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51E5A-C0FA-4382-A876-71ABB5CD37AA}" v="10" dt="2025-05-28T20:08:54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custSel addSld modSld">
      <pc:chgData name="Haskell, JT" userId="43ae342c-01b7-44d1-9e4c-5ccd6bbabb0e" providerId="ADAL" clId="{68B51E5A-C0FA-4382-A876-71ABB5CD37AA}" dt="2025-05-28T20:08:54.585" v="1613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addSp delSp modSp new mod modClrScheme chgLayout">
        <pc:chgData name="Haskell, JT" userId="43ae342c-01b7-44d1-9e4c-5ccd6bbabb0e" providerId="ADAL" clId="{68B51E5A-C0FA-4382-A876-71ABB5CD37AA}" dt="2025-05-28T19:57:31.561" v="257"/>
        <pc:sldMkLst>
          <pc:docMk/>
          <pc:sldMk cId="3360062415" sldId="265"/>
        </pc:sldMkLst>
        <pc:spChg chg="mod ord">
          <ac:chgData name="Haskell, JT" userId="43ae342c-01b7-44d1-9e4c-5ccd6bbabb0e" providerId="ADAL" clId="{68B51E5A-C0FA-4382-A876-71ABB5CD37AA}" dt="2025-05-28T19:56:56.414" v="254" actId="700"/>
          <ac:spMkLst>
            <pc:docMk/>
            <pc:sldMk cId="3360062415" sldId="265"/>
            <ac:spMk id="2" creationId="{6759914E-096F-0C57-B9E7-17BAE8BAE81B}"/>
          </ac:spMkLst>
        </pc:spChg>
        <pc:spChg chg="mod ord">
          <ac:chgData name="Haskell, JT" userId="43ae342c-01b7-44d1-9e4c-5ccd6bbabb0e" providerId="ADAL" clId="{68B51E5A-C0FA-4382-A876-71ABB5CD37AA}" dt="2025-05-28T19:56:56.435" v="256" actId="27636"/>
          <ac:spMkLst>
            <pc:docMk/>
            <pc:sldMk cId="3360062415" sldId="265"/>
            <ac:spMk id="3" creationId="{2C4D3DD5-7F9A-AE81-F9EC-3A2A9476AA27}"/>
          </ac:spMkLst>
        </pc:spChg>
        <pc:spChg chg="add del mod ord">
          <ac:chgData name="Haskell, JT" userId="43ae342c-01b7-44d1-9e4c-5ccd6bbabb0e" providerId="ADAL" clId="{68B51E5A-C0FA-4382-A876-71ABB5CD37AA}" dt="2025-05-28T19:57:31.561" v="257"/>
          <ac:spMkLst>
            <pc:docMk/>
            <pc:sldMk cId="3360062415" sldId="265"/>
            <ac:spMk id="4" creationId="{910F747A-732F-34E9-5C6A-50DC5AC8DDD1}"/>
          </ac:spMkLst>
        </pc:spChg>
        <pc:picChg chg="add mod">
          <ac:chgData name="Haskell, JT" userId="43ae342c-01b7-44d1-9e4c-5ccd6bbabb0e" providerId="ADAL" clId="{68B51E5A-C0FA-4382-A876-71ABB5CD37AA}" dt="2025-05-28T19:57:31.561" v="257"/>
          <ac:picMkLst>
            <pc:docMk/>
            <pc:sldMk cId="3360062415" sldId="265"/>
            <ac:picMk id="1026" creationId="{53B1A5E2-5D6F-DCB4-D2DC-13C64AF5157A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19:58:50.866" v="441"/>
        <pc:sldMkLst>
          <pc:docMk/>
          <pc:sldMk cId="4289379265" sldId="266"/>
        </pc:sldMkLst>
        <pc:spChg chg="mod">
          <ac:chgData name="Haskell, JT" userId="43ae342c-01b7-44d1-9e4c-5ccd6bbabb0e" providerId="ADAL" clId="{68B51E5A-C0FA-4382-A876-71ABB5CD37AA}" dt="2025-05-28T19:57:51.143" v="293" actId="20577"/>
          <ac:spMkLst>
            <pc:docMk/>
            <pc:sldMk cId="4289379265" sldId="266"/>
            <ac:spMk id="2" creationId="{23A7F1AE-5A4D-4EB4-0DE4-49539FEE4000}"/>
          </ac:spMkLst>
        </pc:spChg>
        <pc:spChg chg="mod">
          <ac:chgData name="Haskell, JT" userId="43ae342c-01b7-44d1-9e4c-5ccd6bbabb0e" providerId="ADAL" clId="{68B51E5A-C0FA-4382-A876-71ABB5CD37AA}" dt="2025-05-28T19:58:30.870" v="438" actId="20577"/>
          <ac:spMkLst>
            <pc:docMk/>
            <pc:sldMk cId="4289379265" sldId="266"/>
            <ac:spMk id="3" creationId="{94A0EA38-E88D-F6EF-CADB-D8B8BCF1B3EF}"/>
          </ac:spMkLst>
        </pc:spChg>
        <pc:spChg chg="del">
          <ac:chgData name="Haskell, JT" userId="43ae342c-01b7-44d1-9e4c-5ccd6bbabb0e" providerId="ADAL" clId="{68B51E5A-C0FA-4382-A876-71ABB5CD37AA}" dt="2025-05-28T19:58:43.259" v="439"/>
          <ac:spMkLst>
            <pc:docMk/>
            <pc:sldMk cId="4289379265" sldId="266"/>
            <ac:spMk id="4" creationId="{A5B44C6E-C855-9149-28B7-8886927A5A6F}"/>
          </ac:spMkLst>
        </pc:spChg>
        <pc:spChg chg="add del mod">
          <ac:chgData name="Haskell, JT" userId="43ae342c-01b7-44d1-9e4c-5ccd6bbabb0e" providerId="ADAL" clId="{68B51E5A-C0FA-4382-A876-71ABB5CD37AA}" dt="2025-05-28T19:58:50.866" v="441"/>
          <ac:spMkLst>
            <pc:docMk/>
            <pc:sldMk cId="4289379265" sldId="266"/>
            <ac:spMk id="5" creationId="{55288451-E8BC-8BE6-8287-CBEC0C3EC33D}"/>
          </ac:spMkLst>
        </pc:spChg>
        <pc:picChg chg="add del mod">
          <ac:chgData name="Haskell, JT" userId="43ae342c-01b7-44d1-9e4c-5ccd6bbabb0e" providerId="ADAL" clId="{68B51E5A-C0FA-4382-A876-71ABB5CD37AA}" dt="2025-05-28T19:58:44.764" v="440" actId="478"/>
          <ac:picMkLst>
            <pc:docMk/>
            <pc:sldMk cId="4289379265" sldId="266"/>
            <ac:picMk id="2050" creationId="{69CA6191-00CA-105A-5247-12CB33A3EF24}"/>
          </ac:picMkLst>
        </pc:picChg>
        <pc:picChg chg="add mod">
          <ac:chgData name="Haskell, JT" userId="43ae342c-01b7-44d1-9e4c-5ccd6bbabb0e" providerId="ADAL" clId="{68B51E5A-C0FA-4382-A876-71ABB5CD37AA}" dt="2025-05-28T19:58:50.866" v="441"/>
          <ac:picMkLst>
            <pc:docMk/>
            <pc:sldMk cId="4289379265" sldId="266"/>
            <ac:picMk id="2052" creationId="{4C34ECBA-385B-2133-6ECC-4D6DD9A8A684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20:00:29.459" v="641"/>
        <pc:sldMkLst>
          <pc:docMk/>
          <pc:sldMk cId="2110494493" sldId="267"/>
        </pc:sldMkLst>
        <pc:spChg chg="mod">
          <ac:chgData name="Haskell, JT" userId="43ae342c-01b7-44d1-9e4c-5ccd6bbabb0e" providerId="ADAL" clId="{68B51E5A-C0FA-4382-A876-71ABB5CD37AA}" dt="2025-05-28T19:59:17.147" v="472" actId="20577"/>
          <ac:spMkLst>
            <pc:docMk/>
            <pc:sldMk cId="2110494493" sldId="267"/>
            <ac:spMk id="2" creationId="{781D4F5C-9AA6-F781-C9D9-7E72BC4926C1}"/>
          </ac:spMkLst>
        </pc:spChg>
        <pc:spChg chg="mod">
          <ac:chgData name="Haskell, JT" userId="43ae342c-01b7-44d1-9e4c-5ccd6bbabb0e" providerId="ADAL" clId="{68B51E5A-C0FA-4382-A876-71ABB5CD37AA}" dt="2025-05-28T20:00:15.338" v="640" actId="20577"/>
          <ac:spMkLst>
            <pc:docMk/>
            <pc:sldMk cId="2110494493" sldId="267"/>
            <ac:spMk id="3" creationId="{C40A0CD7-9A11-13B2-6DFB-FC6E2BED755B}"/>
          </ac:spMkLst>
        </pc:spChg>
        <pc:spChg chg="del">
          <ac:chgData name="Haskell, JT" userId="43ae342c-01b7-44d1-9e4c-5ccd6bbabb0e" providerId="ADAL" clId="{68B51E5A-C0FA-4382-A876-71ABB5CD37AA}" dt="2025-05-28T20:00:29.459" v="641"/>
          <ac:spMkLst>
            <pc:docMk/>
            <pc:sldMk cId="2110494493" sldId="267"/>
            <ac:spMk id="4" creationId="{5353A093-7557-0126-F3E1-CC32EAB27D7C}"/>
          </ac:spMkLst>
        </pc:spChg>
        <pc:picChg chg="add mod">
          <ac:chgData name="Haskell, JT" userId="43ae342c-01b7-44d1-9e4c-5ccd6bbabb0e" providerId="ADAL" clId="{68B51E5A-C0FA-4382-A876-71ABB5CD37AA}" dt="2025-05-28T20:00:29.459" v="641"/>
          <ac:picMkLst>
            <pc:docMk/>
            <pc:sldMk cId="2110494493" sldId="267"/>
            <ac:picMk id="3074" creationId="{13E5F2BD-52B0-5CBF-C7C7-B5E00F032ED2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20:02:03.482" v="771"/>
        <pc:sldMkLst>
          <pc:docMk/>
          <pc:sldMk cId="3095454947" sldId="268"/>
        </pc:sldMkLst>
        <pc:spChg chg="mod">
          <ac:chgData name="Haskell, JT" userId="43ae342c-01b7-44d1-9e4c-5ccd6bbabb0e" providerId="ADAL" clId="{68B51E5A-C0FA-4382-A876-71ABB5CD37AA}" dt="2025-05-28T20:00:44.496" v="662" actId="20577"/>
          <ac:spMkLst>
            <pc:docMk/>
            <pc:sldMk cId="3095454947" sldId="268"/>
            <ac:spMk id="2" creationId="{35165A89-66D7-E82B-6423-453F506DF272}"/>
          </ac:spMkLst>
        </pc:spChg>
        <pc:spChg chg="mod">
          <ac:chgData name="Haskell, JT" userId="43ae342c-01b7-44d1-9e4c-5ccd6bbabb0e" providerId="ADAL" clId="{68B51E5A-C0FA-4382-A876-71ABB5CD37AA}" dt="2025-05-28T20:01:39.341" v="770" actId="20577"/>
          <ac:spMkLst>
            <pc:docMk/>
            <pc:sldMk cId="3095454947" sldId="268"/>
            <ac:spMk id="3" creationId="{06E297BE-0F7F-4D6A-24FB-75EA7363BAFA}"/>
          </ac:spMkLst>
        </pc:spChg>
        <pc:spChg chg="del">
          <ac:chgData name="Haskell, JT" userId="43ae342c-01b7-44d1-9e4c-5ccd6bbabb0e" providerId="ADAL" clId="{68B51E5A-C0FA-4382-A876-71ABB5CD37AA}" dt="2025-05-28T20:02:03.482" v="771"/>
          <ac:spMkLst>
            <pc:docMk/>
            <pc:sldMk cId="3095454947" sldId="268"/>
            <ac:spMk id="4" creationId="{2C8A816C-3B45-1BDD-3115-341241BB304A}"/>
          </ac:spMkLst>
        </pc:spChg>
        <pc:picChg chg="add mod">
          <ac:chgData name="Haskell, JT" userId="43ae342c-01b7-44d1-9e4c-5ccd6bbabb0e" providerId="ADAL" clId="{68B51E5A-C0FA-4382-A876-71ABB5CD37AA}" dt="2025-05-28T20:02:03.482" v="771"/>
          <ac:picMkLst>
            <pc:docMk/>
            <pc:sldMk cId="3095454947" sldId="268"/>
            <ac:picMk id="4098" creationId="{DD94C4E7-35C7-B114-A8D3-5E2023911892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20:03:15.028" v="900"/>
        <pc:sldMkLst>
          <pc:docMk/>
          <pc:sldMk cId="2501820505" sldId="269"/>
        </pc:sldMkLst>
        <pc:spChg chg="mod">
          <ac:chgData name="Haskell, JT" userId="43ae342c-01b7-44d1-9e4c-5ccd6bbabb0e" providerId="ADAL" clId="{68B51E5A-C0FA-4382-A876-71ABB5CD37AA}" dt="2025-05-28T20:02:20.512" v="790" actId="20577"/>
          <ac:spMkLst>
            <pc:docMk/>
            <pc:sldMk cId="2501820505" sldId="269"/>
            <ac:spMk id="2" creationId="{9AF7534B-9544-C0C4-A893-D7040449D4E6}"/>
          </ac:spMkLst>
        </pc:spChg>
        <pc:spChg chg="mod">
          <ac:chgData name="Haskell, JT" userId="43ae342c-01b7-44d1-9e4c-5ccd6bbabb0e" providerId="ADAL" clId="{68B51E5A-C0FA-4382-A876-71ABB5CD37AA}" dt="2025-05-28T20:02:56.080" v="899" actId="20577"/>
          <ac:spMkLst>
            <pc:docMk/>
            <pc:sldMk cId="2501820505" sldId="269"/>
            <ac:spMk id="3" creationId="{5019AF45-92A7-6062-2597-B08FEEB6FE23}"/>
          </ac:spMkLst>
        </pc:spChg>
        <pc:spChg chg="del">
          <ac:chgData name="Haskell, JT" userId="43ae342c-01b7-44d1-9e4c-5ccd6bbabb0e" providerId="ADAL" clId="{68B51E5A-C0FA-4382-A876-71ABB5CD37AA}" dt="2025-05-28T20:03:15.028" v="900"/>
          <ac:spMkLst>
            <pc:docMk/>
            <pc:sldMk cId="2501820505" sldId="269"/>
            <ac:spMk id="4" creationId="{4F21D7C8-6099-D9A9-1E08-45609A3CA151}"/>
          </ac:spMkLst>
        </pc:spChg>
        <pc:picChg chg="add mod">
          <ac:chgData name="Haskell, JT" userId="43ae342c-01b7-44d1-9e4c-5ccd6bbabb0e" providerId="ADAL" clId="{68B51E5A-C0FA-4382-A876-71ABB5CD37AA}" dt="2025-05-28T20:03:15.028" v="900"/>
          <ac:picMkLst>
            <pc:docMk/>
            <pc:sldMk cId="2501820505" sldId="269"/>
            <ac:picMk id="5122" creationId="{1BC34684-98A8-9828-1832-B3032F255F39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20:04:38.604" v="1072"/>
        <pc:sldMkLst>
          <pc:docMk/>
          <pc:sldMk cId="383228405" sldId="270"/>
        </pc:sldMkLst>
        <pc:spChg chg="mod">
          <ac:chgData name="Haskell, JT" userId="43ae342c-01b7-44d1-9e4c-5ccd6bbabb0e" providerId="ADAL" clId="{68B51E5A-C0FA-4382-A876-71ABB5CD37AA}" dt="2025-05-28T20:03:33.448" v="929" actId="20577"/>
          <ac:spMkLst>
            <pc:docMk/>
            <pc:sldMk cId="383228405" sldId="270"/>
            <ac:spMk id="2" creationId="{2CC1A724-BB69-D2B5-8DF8-06CCFDBF7A47}"/>
          </ac:spMkLst>
        </pc:spChg>
        <pc:spChg chg="mod">
          <ac:chgData name="Haskell, JT" userId="43ae342c-01b7-44d1-9e4c-5ccd6bbabb0e" providerId="ADAL" clId="{68B51E5A-C0FA-4382-A876-71ABB5CD37AA}" dt="2025-05-28T20:04:19.856" v="1071" actId="20577"/>
          <ac:spMkLst>
            <pc:docMk/>
            <pc:sldMk cId="383228405" sldId="270"/>
            <ac:spMk id="3" creationId="{8FE2EDF5-79B7-6E21-427B-A84D0C2DD488}"/>
          </ac:spMkLst>
        </pc:spChg>
        <pc:spChg chg="del">
          <ac:chgData name="Haskell, JT" userId="43ae342c-01b7-44d1-9e4c-5ccd6bbabb0e" providerId="ADAL" clId="{68B51E5A-C0FA-4382-A876-71ABB5CD37AA}" dt="2025-05-28T20:04:38.604" v="1072"/>
          <ac:spMkLst>
            <pc:docMk/>
            <pc:sldMk cId="383228405" sldId="270"/>
            <ac:spMk id="4" creationId="{66F2FF2D-8214-A798-C38F-1602EFA9E0C1}"/>
          </ac:spMkLst>
        </pc:spChg>
        <pc:picChg chg="add mod">
          <ac:chgData name="Haskell, JT" userId="43ae342c-01b7-44d1-9e4c-5ccd6bbabb0e" providerId="ADAL" clId="{68B51E5A-C0FA-4382-A876-71ABB5CD37AA}" dt="2025-05-28T20:04:38.604" v="1072"/>
          <ac:picMkLst>
            <pc:docMk/>
            <pc:sldMk cId="383228405" sldId="270"/>
            <ac:picMk id="6146" creationId="{9BDB0D17-3CD4-1468-3C9D-9449ACF28B26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20:05:50.283" v="1222" actId="20577"/>
        <pc:sldMkLst>
          <pc:docMk/>
          <pc:sldMk cId="3243018601" sldId="271"/>
        </pc:sldMkLst>
        <pc:spChg chg="mod">
          <ac:chgData name="Haskell, JT" userId="43ae342c-01b7-44d1-9e4c-5ccd6bbabb0e" providerId="ADAL" clId="{68B51E5A-C0FA-4382-A876-71ABB5CD37AA}" dt="2025-05-28T20:04:58.711" v="1085" actId="20577"/>
          <ac:spMkLst>
            <pc:docMk/>
            <pc:sldMk cId="3243018601" sldId="271"/>
            <ac:spMk id="2" creationId="{4E9BBE02-B73B-B101-7F5E-241C94A4974F}"/>
          </ac:spMkLst>
        </pc:spChg>
        <pc:spChg chg="mod">
          <ac:chgData name="Haskell, JT" userId="43ae342c-01b7-44d1-9e4c-5ccd6bbabb0e" providerId="ADAL" clId="{68B51E5A-C0FA-4382-A876-71ABB5CD37AA}" dt="2025-05-28T20:05:50.283" v="1222" actId="20577"/>
          <ac:spMkLst>
            <pc:docMk/>
            <pc:sldMk cId="3243018601" sldId="271"/>
            <ac:spMk id="3" creationId="{909C67C5-A60C-D498-3E0B-9A8B8E17A0E6}"/>
          </ac:spMkLst>
        </pc:spChg>
        <pc:spChg chg="del">
          <ac:chgData name="Haskell, JT" userId="43ae342c-01b7-44d1-9e4c-5ccd6bbabb0e" providerId="ADAL" clId="{68B51E5A-C0FA-4382-A876-71ABB5CD37AA}" dt="2025-05-28T20:05:09.131" v="1086" actId="22"/>
          <ac:spMkLst>
            <pc:docMk/>
            <pc:sldMk cId="3243018601" sldId="271"/>
            <ac:spMk id="4" creationId="{E5401818-4473-9C01-5DA1-BEE7BE3ECC89}"/>
          </ac:spMkLst>
        </pc:spChg>
        <pc:picChg chg="add mod ord">
          <ac:chgData name="Haskell, JT" userId="43ae342c-01b7-44d1-9e4c-5ccd6bbabb0e" providerId="ADAL" clId="{68B51E5A-C0FA-4382-A876-71ABB5CD37AA}" dt="2025-05-28T20:05:09.131" v="1086" actId="22"/>
          <ac:picMkLst>
            <pc:docMk/>
            <pc:sldMk cId="3243018601" sldId="271"/>
            <ac:picMk id="6" creationId="{D31FC68F-40A8-9348-18F4-3B771437E201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20:07:12.346" v="1384"/>
        <pc:sldMkLst>
          <pc:docMk/>
          <pc:sldMk cId="237881912" sldId="272"/>
        </pc:sldMkLst>
        <pc:spChg chg="mod">
          <ac:chgData name="Haskell, JT" userId="43ae342c-01b7-44d1-9e4c-5ccd6bbabb0e" providerId="ADAL" clId="{68B51E5A-C0FA-4382-A876-71ABB5CD37AA}" dt="2025-05-28T20:05:59.979" v="1237" actId="20577"/>
          <ac:spMkLst>
            <pc:docMk/>
            <pc:sldMk cId="237881912" sldId="272"/>
            <ac:spMk id="2" creationId="{F777AF9E-0EFC-2D97-C4EF-E827C1BD6DCE}"/>
          </ac:spMkLst>
        </pc:spChg>
        <pc:spChg chg="mod">
          <ac:chgData name="Haskell, JT" userId="43ae342c-01b7-44d1-9e4c-5ccd6bbabb0e" providerId="ADAL" clId="{68B51E5A-C0FA-4382-A876-71ABB5CD37AA}" dt="2025-05-28T20:06:46.455" v="1381" actId="20577"/>
          <ac:spMkLst>
            <pc:docMk/>
            <pc:sldMk cId="237881912" sldId="272"/>
            <ac:spMk id="3" creationId="{8E6E1626-490C-8A85-383A-80DD12F617B3}"/>
          </ac:spMkLst>
        </pc:spChg>
        <pc:spChg chg="del">
          <ac:chgData name="Haskell, JT" userId="43ae342c-01b7-44d1-9e4c-5ccd6bbabb0e" providerId="ADAL" clId="{68B51E5A-C0FA-4382-A876-71ABB5CD37AA}" dt="2025-05-28T20:07:03.113" v="1382" actId="22"/>
          <ac:spMkLst>
            <pc:docMk/>
            <pc:sldMk cId="237881912" sldId="272"/>
            <ac:spMk id="4" creationId="{1D5283E1-94F7-E276-ED42-40F22D7BA35E}"/>
          </ac:spMkLst>
        </pc:spChg>
        <pc:spChg chg="add del mod">
          <ac:chgData name="Haskell, JT" userId="43ae342c-01b7-44d1-9e4c-5ccd6bbabb0e" providerId="ADAL" clId="{68B51E5A-C0FA-4382-A876-71ABB5CD37AA}" dt="2025-05-28T20:07:12.346" v="1384"/>
          <ac:spMkLst>
            <pc:docMk/>
            <pc:sldMk cId="237881912" sldId="272"/>
            <ac:spMk id="8" creationId="{D316E0CE-EBDA-9985-8EB3-E8818B17BAE4}"/>
          </ac:spMkLst>
        </pc:spChg>
        <pc:picChg chg="add del mod ord">
          <ac:chgData name="Haskell, JT" userId="43ae342c-01b7-44d1-9e4c-5ccd6bbabb0e" providerId="ADAL" clId="{68B51E5A-C0FA-4382-A876-71ABB5CD37AA}" dt="2025-05-28T20:07:05.069" v="1383" actId="478"/>
          <ac:picMkLst>
            <pc:docMk/>
            <pc:sldMk cId="237881912" sldId="272"/>
            <ac:picMk id="6" creationId="{61FE503B-F1CB-44C0-9339-48DF66618E42}"/>
          </ac:picMkLst>
        </pc:picChg>
        <pc:picChg chg="add mod">
          <ac:chgData name="Haskell, JT" userId="43ae342c-01b7-44d1-9e4c-5ccd6bbabb0e" providerId="ADAL" clId="{68B51E5A-C0FA-4382-A876-71ABB5CD37AA}" dt="2025-05-28T20:07:12.346" v="1384"/>
          <ac:picMkLst>
            <pc:docMk/>
            <pc:sldMk cId="237881912" sldId="272"/>
            <ac:picMk id="7170" creationId="{B1D6A39A-B4CE-CCCB-51E1-CC6F923FBD6B}"/>
          </ac:picMkLst>
        </pc:picChg>
      </pc:sldChg>
      <pc:sldChg chg="addSp delSp modSp new mod">
        <pc:chgData name="Haskell, JT" userId="43ae342c-01b7-44d1-9e4c-5ccd6bbabb0e" providerId="ADAL" clId="{68B51E5A-C0FA-4382-A876-71ABB5CD37AA}" dt="2025-05-28T20:08:54.585" v="1613"/>
        <pc:sldMkLst>
          <pc:docMk/>
          <pc:sldMk cId="3651901521" sldId="273"/>
        </pc:sldMkLst>
        <pc:spChg chg="mod">
          <ac:chgData name="Haskell, JT" userId="43ae342c-01b7-44d1-9e4c-5ccd6bbabb0e" providerId="ADAL" clId="{68B51E5A-C0FA-4382-A876-71ABB5CD37AA}" dt="2025-05-28T20:07:31.010" v="1398" actId="20577"/>
          <ac:spMkLst>
            <pc:docMk/>
            <pc:sldMk cId="3651901521" sldId="273"/>
            <ac:spMk id="2" creationId="{504F107E-4A3E-5F07-A560-B1329FE30CEB}"/>
          </ac:spMkLst>
        </pc:spChg>
        <pc:spChg chg="mod">
          <ac:chgData name="Haskell, JT" userId="43ae342c-01b7-44d1-9e4c-5ccd6bbabb0e" providerId="ADAL" clId="{68B51E5A-C0FA-4382-A876-71ABB5CD37AA}" dt="2025-05-28T20:08:39.216" v="1612" actId="20577"/>
          <ac:spMkLst>
            <pc:docMk/>
            <pc:sldMk cId="3651901521" sldId="273"/>
            <ac:spMk id="3" creationId="{277FBB0F-26B4-44A4-43D3-4DC44D6BA304}"/>
          </ac:spMkLst>
        </pc:spChg>
        <pc:spChg chg="del">
          <ac:chgData name="Haskell, JT" userId="43ae342c-01b7-44d1-9e4c-5ccd6bbabb0e" providerId="ADAL" clId="{68B51E5A-C0FA-4382-A876-71ABB5CD37AA}" dt="2025-05-28T20:08:54.585" v="1613"/>
          <ac:spMkLst>
            <pc:docMk/>
            <pc:sldMk cId="3651901521" sldId="273"/>
            <ac:spMk id="4" creationId="{9AA437AE-8B1F-14B9-2C73-F0FE50A91C9E}"/>
          </ac:spMkLst>
        </pc:spChg>
        <pc:picChg chg="add mod">
          <ac:chgData name="Haskell, JT" userId="43ae342c-01b7-44d1-9e4c-5ccd6bbabb0e" providerId="ADAL" clId="{68B51E5A-C0FA-4382-A876-71ABB5CD37AA}" dt="2025-05-28T20:08:54.585" v="1613"/>
          <ac:picMkLst>
            <pc:docMk/>
            <pc:sldMk cId="3651901521" sldId="273"/>
            <ac:picMk id="8194" creationId="{15E6965F-BE95-C049-0C2E-0D5DB10FF9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Internal System Components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914E-096F-0C57-B9E7-17BAE8BA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Motherboard or System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D3DD5-7F9A-AE81-F9EC-3A2A9476AA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Central Hub or Backbone of computer</a:t>
            </a:r>
          </a:p>
          <a:p>
            <a:r>
              <a:rPr lang="en-US" dirty="0"/>
              <a:t>Allows connections to other components </a:t>
            </a:r>
          </a:p>
          <a:p>
            <a:r>
              <a:rPr lang="en-US" dirty="0"/>
              <a:t>Power Distribution</a:t>
            </a:r>
          </a:p>
          <a:p>
            <a:r>
              <a:rPr lang="en-US" dirty="0"/>
              <a:t>CPU Socket</a:t>
            </a:r>
          </a:p>
          <a:p>
            <a:r>
              <a:rPr lang="en-US" dirty="0"/>
              <a:t>Ram Slots</a:t>
            </a:r>
          </a:p>
          <a:p>
            <a:r>
              <a:rPr lang="en-US" dirty="0"/>
              <a:t>Connectors for Storage</a:t>
            </a:r>
          </a:p>
          <a:p>
            <a:r>
              <a:rPr lang="en-US" dirty="0"/>
              <a:t>Chipset</a:t>
            </a:r>
          </a:p>
          <a:p>
            <a:r>
              <a:rPr lang="en-US" dirty="0"/>
              <a:t>Peripheral Connectors</a:t>
            </a:r>
          </a:p>
        </p:txBody>
      </p:sp>
      <p:pic>
        <p:nvPicPr>
          <p:cNvPr id="1026" name="Picture 2" descr="Understanding The Key Components of a PC Motherboard - FSTECH">
            <a:extLst>
              <a:ext uri="{FF2B5EF4-FFF2-40B4-BE49-F238E27FC236}">
                <a16:creationId xmlns:a16="http://schemas.microsoft.com/office/drawing/2014/main" id="{53B1A5E2-5D6F-DCB4-D2DC-13C64AF5157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062931"/>
            <a:ext cx="4754563" cy="401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06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F1AE-5A4D-4EB4-0DE4-49539FEE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Processing Unit (CPU)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0EA38-E88D-F6EF-CADB-D8B8BCF1B3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Brain of the computer</a:t>
            </a:r>
          </a:p>
          <a:p>
            <a:r>
              <a:rPr lang="en-US" dirty="0"/>
              <a:t>Fetch Information from RAM</a:t>
            </a:r>
          </a:p>
          <a:p>
            <a:r>
              <a:rPr lang="en-US" dirty="0"/>
              <a:t>Decode data</a:t>
            </a:r>
          </a:p>
          <a:p>
            <a:r>
              <a:rPr lang="en-US" dirty="0"/>
              <a:t>Execute Instructions</a:t>
            </a:r>
          </a:p>
          <a:p>
            <a:r>
              <a:rPr lang="en-US" dirty="0"/>
              <a:t>Writeback</a:t>
            </a:r>
          </a:p>
          <a:p>
            <a:r>
              <a:rPr lang="en-US" dirty="0"/>
              <a:t>Clock Speed </a:t>
            </a:r>
          </a:p>
          <a:p>
            <a:r>
              <a:rPr lang="en-US" dirty="0"/>
              <a:t>Cores</a:t>
            </a:r>
          </a:p>
          <a:p>
            <a:r>
              <a:rPr lang="en-US" dirty="0"/>
              <a:t>Cache </a:t>
            </a:r>
          </a:p>
        </p:txBody>
      </p:sp>
      <p:pic>
        <p:nvPicPr>
          <p:cNvPr id="2052" name="Picture 4" descr="Intel-SLBEN-OEM-Unboxed-CPU">
            <a:extLst>
              <a:ext uri="{FF2B5EF4-FFF2-40B4-BE49-F238E27FC236}">
                <a16:creationId xmlns:a16="http://schemas.microsoft.com/office/drawing/2014/main" id="{4C34ECBA-385B-2133-6ECC-4D6DD9A8A68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462" y="2057400"/>
            <a:ext cx="4668539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37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4F5C-9AA6-F781-C9D9-7E72BC492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Processing Unit (GPU)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A0CD7-9A11-13B2-6DFB-FC6E2BED75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Specialized for images, videos, and animations to display.  </a:t>
            </a:r>
          </a:p>
          <a:p>
            <a:r>
              <a:rPr lang="en-US" dirty="0"/>
              <a:t>Integrated vs Dedicated</a:t>
            </a:r>
          </a:p>
          <a:p>
            <a:r>
              <a:rPr lang="en-US" dirty="0"/>
              <a:t>Image Rendering</a:t>
            </a:r>
          </a:p>
          <a:p>
            <a:r>
              <a:rPr lang="en-US" dirty="0"/>
              <a:t>Parallel Processing</a:t>
            </a:r>
          </a:p>
          <a:p>
            <a:r>
              <a:rPr lang="en-US" dirty="0"/>
              <a:t>Dedicated </a:t>
            </a:r>
            <a:r>
              <a:rPr lang="en-US" dirty="0" err="1"/>
              <a:t>vMemory</a:t>
            </a:r>
            <a:endParaRPr lang="en-US" dirty="0"/>
          </a:p>
          <a:p>
            <a:r>
              <a:rPr lang="en-US" dirty="0"/>
              <a:t>Lessens load on CPU</a:t>
            </a:r>
          </a:p>
        </p:txBody>
      </p:sp>
      <p:pic>
        <p:nvPicPr>
          <p:cNvPr id="3074" name="Picture 2" descr="What's a GPU? Everything You Need to Know - The Plug - HelloTech">
            <a:extLst>
              <a:ext uri="{FF2B5EF4-FFF2-40B4-BE49-F238E27FC236}">
                <a16:creationId xmlns:a16="http://schemas.microsoft.com/office/drawing/2014/main" id="{13E5F2BD-52B0-5CBF-C7C7-B5E00F032ED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642394"/>
            <a:ext cx="4754563" cy="28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49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5A89-66D7-E82B-6423-453F506D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97BE-0F7F-4D6A-24FB-75EA7363BA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Temporary Storage</a:t>
            </a:r>
          </a:p>
          <a:p>
            <a:r>
              <a:rPr lang="en-US" dirty="0"/>
              <a:t>Volatile Memory</a:t>
            </a:r>
          </a:p>
          <a:p>
            <a:r>
              <a:rPr lang="en-US" dirty="0"/>
              <a:t>Fast Access Speeds</a:t>
            </a:r>
          </a:p>
          <a:p>
            <a:r>
              <a:rPr lang="en-US" dirty="0"/>
              <a:t>Random Access</a:t>
            </a:r>
          </a:p>
          <a:p>
            <a:r>
              <a:rPr lang="en-US" dirty="0"/>
              <a:t>Impact on Performance</a:t>
            </a:r>
          </a:p>
        </p:txBody>
      </p:sp>
      <p:pic>
        <p:nvPicPr>
          <p:cNvPr id="4098" name="Picture 2" descr="A Beginner's Guide for RAM - MiniTool">
            <a:extLst>
              <a:ext uri="{FF2B5EF4-FFF2-40B4-BE49-F238E27FC236}">
                <a16:creationId xmlns:a16="http://schemas.microsoft.com/office/drawing/2014/main" id="{DD94C4E7-35C7-B114-A8D3-5E20239118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731542"/>
            <a:ext cx="4754563" cy="26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45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534B-9544-C0C4-A893-D7040449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9AF45-92A7-6062-2597-B08FEEB6FE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Hard Drives</a:t>
            </a:r>
          </a:p>
          <a:p>
            <a:r>
              <a:rPr lang="en-US" dirty="0"/>
              <a:t>Long Term Memory</a:t>
            </a:r>
          </a:p>
          <a:p>
            <a:r>
              <a:rPr lang="en-US" dirty="0"/>
              <a:t>Solid State vs Spindle</a:t>
            </a:r>
          </a:p>
          <a:p>
            <a:r>
              <a:rPr lang="en-US" dirty="0"/>
              <a:t>Read-Only Memory</a:t>
            </a:r>
          </a:p>
          <a:p>
            <a:r>
              <a:rPr lang="en-US" dirty="0"/>
              <a:t>Optical Drives</a:t>
            </a:r>
          </a:p>
          <a:p>
            <a:r>
              <a:rPr lang="en-US" dirty="0"/>
              <a:t>External Flash Drives</a:t>
            </a:r>
          </a:p>
        </p:txBody>
      </p:sp>
      <p:pic>
        <p:nvPicPr>
          <p:cNvPr id="5122" name="Picture 2" descr="HP 1 TB 3.5&quot; Internal Hard Drive - SATA - 7200 LQ037AA">
            <a:extLst>
              <a:ext uri="{FF2B5EF4-FFF2-40B4-BE49-F238E27FC236}">
                <a16:creationId xmlns:a16="http://schemas.microsoft.com/office/drawing/2014/main" id="{1BC34684-98A8-9828-1832-B3032F255F3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192010"/>
            <a:ext cx="4754563" cy="375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82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A724-BB69-D2B5-8DF8-06CCFDBF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Interface Card (NIC)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2EDF5-79B7-6E21-427B-A84D0C2DD4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Connects computer to a network</a:t>
            </a:r>
          </a:p>
          <a:p>
            <a:r>
              <a:rPr lang="en-US" dirty="0"/>
              <a:t>Wired (RJ45)</a:t>
            </a:r>
          </a:p>
          <a:p>
            <a:r>
              <a:rPr lang="en-US" dirty="0"/>
              <a:t>Wireless </a:t>
            </a:r>
          </a:p>
          <a:p>
            <a:r>
              <a:rPr lang="en-US" dirty="0"/>
              <a:t>Can be </a:t>
            </a:r>
          </a:p>
          <a:p>
            <a:pPr lvl="1"/>
            <a:r>
              <a:rPr lang="en-US" dirty="0"/>
              <a:t>Integrated</a:t>
            </a:r>
          </a:p>
          <a:p>
            <a:pPr lvl="1"/>
            <a:r>
              <a:rPr lang="en-US" dirty="0"/>
              <a:t>Expansion Card</a:t>
            </a:r>
          </a:p>
          <a:p>
            <a:r>
              <a:rPr lang="en-US" dirty="0"/>
              <a:t>Needs a MAC (Media Access Control)</a:t>
            </a:r>
          </a:p>
        </p:txBody>
      </p:sp>
      <p:pic>
        <p:nvPicPr>
          <p:cNvPr id="6146" name="Picture 2" descr="What is a Network Interface Card (NIC)? Definition, Functions &amp; Types">
            <a:extLst>
              <a:ext uri="{FF2B5EF4-FFF2-40B4-BE49-F238E27FC236}">
                <a16:creationId xmlns:a16="http://schemas.microsoft.com/office/drawing/2014/main" id="{9BDB0D17-3CD4-1468-3C9D-9449ACF28B2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838334"/>
            <a:ext cx="4754563" cy="246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2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BE02-B73B-B101-7F5E-241C94A4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67C5-A60C-D498-3E0B-9A8B8E17A0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Pathways allows data to travel</a:t>
            </a:r>
          </a:p>
          <a:p>
            <a:r>
              <a:rPr lang="en-US" dirty="0"/>
              <a:t>Data Transfer</a:t>
            </a:r>
          </a:p>
          <a:p>
            <a:r>
              <a:rPr lang="en-US" dirty="0"/>
              <a:t>Communication Pathways</a:t>
            </a:r>
          </a:p>
          <a:p>
            <a:r>
              <a:rPr lang="en-US" dirty="0"/>
              <a:t>Data Bus</a:t>
            </a:r>
          </a:p>
          <a:p>
            <a:r>
              <a:rPr lang="en-US" dirty="0"/>
              <a:t>Address Bus</a:t>
            </a:r>
          </a:p>
          <a:p>
            <a:r>
              <a:rPr lang="en-US" dirty="0"/>
              <a:t>Control Bus</a:t>
            </a:r>
          </a:p>
          <a:p>
            <a:r>
              <a:rPr lang="en-US" dirty="0"/>
              <a:t>Bus Speed</a:t>
            </a:r>
          </a:p>
          <a:p>
            <a:r>
              <a:rPr lang="en-US" dirty="0"/>
              <a:t>Expansion Buses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1FC68F-40A8-9348-18F4-3B771437E2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7450" y="2782471"/>
            <a:ext cx="4754563" cy="2572582"/>
          </a:xfrm>
        </p:spPr>
      </p:pic>
    </p:spTree>
    <p:extLst>
      <p:ext uri="{BB962C8B-B14F-4D97-AF65-F5344CB8AC3E}">
        <p14:creationId xmlns:p14="http://schemas.microsoft.com/office/powerpoint/2010/main" val="324301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AF9E-0EFC-2D97-C4EF-E827C1BD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E1626-490C-8A85-383A-80DD12F617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this processing creates heat</a:t>
            </a:r>
          </a:p>
          <a:p>
            <a:r>
              <a:rPr lang="en-US" dirty="0"/>
              <a:t>We must find ways to dissipate the heat</a:t>
            </a:r>
          </a:p>
          <a:p>
            <a:r>
              <a:rPr lang="en-US" dirty="0"/>
              <a:t>Heat Sinks </a:t>
            </a:r>
          </a:p>
          <a:p>
            <a:r>
              <a:rPr lang="en-US" dirty="0"/>
              <a:t>Fans</a:t>
            </a:r>
          </a:p>
          <a:p>
            <a:r>
              <a:rPr lang="en-US" dirty="0"/>
              <a:t>Thermal Paste</a:t>
            </a:r>
          </a:p>
          <a:p>
            <a:r>
              <a:rPr lang="en-US" dirty="0"/>
              <a:t>Liquid Cooling</a:t>
            </a:r>
          </a:p>
          <a:p>
            <a:r>
              <a:rPr lang="en-US" dirty="0"/>
              <a:t>Airflow</a:t>
            </a:r>
          </a:p>
        </p:txBody>
      </p:sp>
      <p:pic>
        <p:nvPicPr>
          <p:cNvPr id="7170" name="Picture 2" descr="Dynatron N11 Cooling Fan/Heatsink - 2.36&quot; Maximum Fan Diameter - 1x Fan(s) - 368.9 gal/min Maximum Airflow - N11">
            <a:extLst>
              <a:ext uri="{FF2B5EF4-FFF2-40B4-BE49-F238E27FC236}">
                <a16:creationId xmlns:a16="http://schemas.microsoft.com/office/drawing/2014/main" id="{B1D6A39A-B4CE-CCCB-51E1-CC6F923FBD6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369" y="2057400"/>
            <a:ext cx="40227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8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107E-4A3E-5F07-A560-B1329FE3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BIOS/UEFI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FBB0F-26B4-44A4-43D3-4DC44D6BA3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BIOS (Basic Input Output System)</a:t>
            </a:r>
          </a:p>
          <a:p>
            <a:r>
              <a:rPr lang="en-US" dirty="0"/>
              <a:t>Post (Power-On Self-Test</a:t>
            </a:r>
          </a:p>
          <a:p>
            <a:r>
              <a:rPr lang="en-US" dirty="0"/>
              <a:t>Bootstrap Loader</a:t>
            </a:r>
          </a:p>
          <a:p>
            <a:r>
              <a:rPr lang="en-US" dirty="0"/>
              <a:t>Basic Hardware Initialization</a:t>
            </a:r>
          </a:p>
          <a:p>
            <a:r>
              <a:rPr lang="en-US" dirty="0"/>
              <a:t>Software we call Firmware</a:t>
            </a:r>
          </a:p>
          <a:p>
            <a:r>
              <a:rPr lang="en-US" dirty="0"/>
              <a:t>UEFI is faster, newer, and allows security</a:t>
            </a:r>
          </a:p>
        </p:txBody>
      </p:sp>
      <p:pic>
        <p:nvPicPr>
          <p:cNvPr id="8194" name="Picture 2" descr="What is BIOS in computer? How does it work, What does it do?">
            <a:extLst>
              <a:ext uri="{FF2B5EF4-FFF2-40B4-BE49-F238E27FC236}">
                <a16:creationId xmlns:a16="http://schemas.microsoft.com/office/drawing/2014/main" id="{15E6965F-BE95-C049-0C2E-0D5DB10FF9B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582962"/>
            <a:ext cx="4754563" cy="29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90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14</TotalTime>
  <Words>228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Corbel</vt:lpstr>
      <vt:lpstr>Basis</vt:lpstr>
      <vt:lpstr>Chapter 5</vt:lpstr>
      <vt:lpstr>Motherboard or System Board</vt:lpstr>
      <vt:lpstr>Central Processing Unit (CPU)</vt:lpstr>
      <vt:lpstr>Graphics Processing Unit (GPU)</vt:lpstr>
      <vt:lpstr>Random Access Memory</vt:lpstr>
      <vt:lpstr>Storage Components</vt:lpstr>
      <vt:lpstr>Network Interface Card (NIC)</vt:lpstr>
      <vt:lpstr>System Bus</vt:lpstr>
      <vt:lpstr>System Cooling</vt:lpstr>
      <vt:lpstr>BIOS/UEFI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1</cp:revision>
  <dcterms:created xsi:type="dcterms:W3CDTF">2025-05-27T16:37:30Z</dcterms:created>
  <dcterms:modified xsi:type="dcterms:W3CDTF">2025-05-28T20:08:56Z</dcterms:modified>
</cp:coreProperties>
</file>