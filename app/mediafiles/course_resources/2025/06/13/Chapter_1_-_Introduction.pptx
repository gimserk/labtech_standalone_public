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3840D-611C-4B17-A692-7CF496DD0D9F}" v="16" dt="2025-05-27T15:33:56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0713840D-611C-4B17-A692-7CF496DD0D9F}"/>
    <pc:docChg chg="custSel addSld modSld">
      <pc:chgData name="Haskell, JT" userId="43ae342c-01b7-44d1-9e4c-5ccd6bbabb0e" providerId="ADAL" clId="{0713840D-611C-4B17-A692-7CF496DD0D9F}" dt="2025-05-27T16:43:11.561" v="1385" actId="20577"/>
      <pc:docMkLst>
        <pc:docMk/>
      </pc:docMkLst>
      <pc:sldChg chg="modSp new mod">
        <pc:chgData name="Haskell, JT" userId="43ae342c-01b7-44d1-9e4c-5ccd6bbabb0e" providerId="ADAL" clId="{0713840D-611C-4B17-A692-7CF496DD0D9F}" dt="2025-05-27T15:30:40.456" v="1320"/>
        <pc:sldMkLst>
          <pc:docMk/>
          <pc:sldMk cId="409288186" sldId="256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9288186" sldId="256"/>
            <ac:spMk id="2" creationId="{848CE82C-BD33-E236-A89C-353C50ECAB9E}"/>
          </ac:spMkLst>
        </pc:spChg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9288186" sldId="256"/>
            <ac:spMk id="3" creationId="{C2D6A4F0-EA2D-376B-20E7-F65A3F067D08}"/>
          </ac:spMkLst>
        </pc:spChg>
      </pc:sldChg>
      <pc:sldChg chg="addSp modSp new mod">
        <pc:chgData name="Haskell, JT" userId="43ae342c-01b7-44d1-9e4c-5ccd6bbabb0e" providerId="ADAL" clId="{0713840D-611C-4B17-A692-7CF496DD0D9F}" dt="2025-05-27T15:34:00.941" v="1351" actId="1076"/>
        <pc:sldMkLst>
          <pc:docMk/>
          <pc:sldMk cId="1389789272" sldId="257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1389789272" sldId="257"/>
            <ac:spMk id="2" creationId="{6A4B6E89-EE33-3CBF-9E6D-9D8C43181F3C}"/>
          </ac:spMkLst>
        </pc:spChg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1389789272" sldId="257"/>
            <ac:spMk id="3" creationId="{664A5FF3-5EF0-B722-E31D-AF192423B568}"/>
          </ac:spMkLst>
        </pc:spChg>
        <pc:picChg chg="add mod">
          <ac:chgData name="Haskell, JT" userId="43ae342c-01b7-44d1-9e4c-5ccd6bbabb0e" providerId="ADAL" clId="{0713840D-611C-4B17-A692-7CF496DD0D9F}" dt="2025-05-27T15:34:00.941" v="1351" actId="1076"/>
          <ac:picMkLst>
            <pc:docMk/>
            <pc:sldMk cId="1389789272" sldId="257"/>
            <ac:picMk id="5" creationId="{A93C8381-99FA-39F6-E832-F7BA197D43C2}"/>
          </ac:picMkLst>
        </pc:picChg>
      </pc:sldChg>
      <pc:sldChg chg="addSp delSp modSp new mod">
        <pc:chgData name="Haskell, JT" userId="43ae342c-01b7-44d1-9e4c-5ccd6bbabb0e" providerId="ADAL" clId="{0713840D-611C-4B17-A692-7CF496DD0D9F}" dt="2025-05-27T16:43:11.561" v="1385" actId="20577"/>
        <pc:sldMkLst>
          <pc:docMk/>
          <pc:sldMk cId="4063643800" sldId="258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4063643800" sldId="258"/>
            <ac:spMk id="2" creationId="{F8A32CD6-16CB-B3D1-BC6A-74CF717E340F}"/>
          </ac:spMkLst>
        </pc:spChg>
        <pc:spChg chg="mod">
          <ac:chgData name="Haskell, JT" userId="43ae342c-01b7-44d1-9e4c-5ccd6bbabb0e" providerId="ADAL" clId="{0713840D-611C-4B17-A692-7CF496DD0D9F}" dt="2025-05-27T16:43:11.561" v="1385" actId="20577"/>
          <ac:spMkLst>
            <pc:docMk/>
            <pc:sldMk cId="4063643800" sldId="258"/>
            <ac:spMk id="3" creationId="{34152D35-2F44-7705-9620-30F2354E01BE}"/>
          </ac:spMkLst>
        </pc:spChg>
        <pc:picChg chg="add del mod">
          <ac:chgData name="Haskell, JT" userId="43ae342c-01b7-44d1-9e4c-5ccd6bbabb0e" providerId="ADAL" clId="{0713840D-611C-4B17-A692-7CF496DD0D9F}" dt="2025-05-27T15:32:02.907" v="1324" actId="478"/>
          <ac:picMkLst>
            <pc:docMk/>
            <pc:sldMk cId="4063643800" sldId="258"/>
            <ac:picMk id="1026" creationId="{CFDF2742-CD4B-34A2-9DB1-430E40DAA46E}"/>
          </ac:picMkLst>
        </pc:picChg>
        <pc:picChg chg="add mod">
          <ac:chgData name="Haskell, JT" userId="43ae342c-01b7-44d1-9e4c-5ccd6bbabb0e" providerId="ADAL" clId="{0713840D-611C-4B17-A692-7CF496DD0D9F}" dt="2025-05-27T15:32:29.891" v="1333" actId="1076"/>
          <ac:picMkLst>
            <pc:docMk/>
            <pc:sldMk cId="4063643800" sldId="258"/>
            <ac:picMk id="1028" creationId="{95680225-5962-F7CB-19AD-1EC84103D760}"/>
          </ac:picMkLst>
        </pc:picChg>
      </pc:sldChg>
      <pc:sldChg chg="addSp delSp modSp new mod setBg">
        <pc:chgData name="Haskell, JT" userId="43ae342c-01b7-44d1-9e4c-5ccd6bbabb0e" providerId="ADAL" clId="{0713840D-611C-4B17-A692-7CF496DD0D9F}" dt="2025-05-27T15:32:48.098" v="1342" actId="14100"/>
        <pc:sldMkLst>
          <pc:docMk/>
          <pc:sldMk cId="2376987349" sldId="259"/>
        </pc:sldMkLst>
        <pc:spChg chg="mod">
          <ac:chgData name="Haskell, JT" userId="43ae342c-01b7-44d1-9e4c-5ccd6bbabb0e" providerId="ADAL" clId="{0713840D-611C-4B17-A692-7CF496DD0D9F}" dt="2025-05-27T15:32:48.098" v="1342" actId="14100"/>
          <ac:spMkLst>
            <pc:docMk/>
            <pc:sldMk cId="2376987349" sldId="259"/>
            <ac:spMk id="2" creationId="{159D82DB-788B-C7DF-D94B-4E2E52D94D82}"/>
          </ac:spMkLst>
        </pc:spChg>
        <pc:spChg chg="del mod">
          <ac:chgData name="Haskell, JT" userId="43ae342c-01b7-44d1-9e4c-5ccd6bbabb0e" providerId="ADAL" clId="{0713840D-611C-4B17-A692-7CF496DD0D9F}" dt="2025-05-27T15:32:35.762" v="1334" actId="26606"/>
          <ac:spMkLst>
            <pc:docMk/>
            <pc:sldMk cId="2376987349" sldId="259"/>
            <ac:spMk id="3" creationId="{CDEEA26D-CE61-D248-4EB0-C34DCCD826A2}"/>
          </ac:spMkLst>
        </pc:spChg>
        <pc:graphicFrameChg chg="add">
          <ac:chgData name="Haskell, JT" userId="43ae342c-01b7-44d1-9e4c-5ccd6bbabb0e" providerId="ADAL" clId="{0713840D-611C-4B17-A692-7CF496DD0D9F}" dt="2025-05-27T15:32:35.762" v="1334" actId="26606"/>
          <ac:graphicFrameMkLst>
            <pc:docMk/>
            <pc:sldMk cId="2376987349" sldId="259"/>
            <ac:graphicFrameMk id="5" creationId="{60F89385-882C-74C1-C9A9-761F707C9CAC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2:53.800" v="1343" actId="26606"/>
        <pc:sldMkLst>
          <pc:docMk/>
          <pc:sldMk cId="3930750513" sldId="260"/>
        </pc:sldMkLst>
        <pc:spChg chg="mod">
          <ac:chgData name="Haskell, JT" userId="43ae342c-01b7-44d1-9e4c-5ccd6bbabb0e" providerId="ADAL" clId="{0713840D-611C-4B17-A692-7CF496DD0D9F}" dt="2025-05-27T15:32:53.800" v="1343" actId="26606"/>
          <ac:spMkLst>
            <pc:docMk/>
            <pc:sldMk cId="3930750513" sldId="260"/>
            <ac:spMk id="2" creationId="{F3F80C0C-80B9-6719-E8BA-433BA6C264D8}"/>
          </ac:spMkLst>
        </pc:spChg>
        <pc:spChg chg="del mod">
          <ac:chgData name="Haskell, JT" userId="43ae342c-01b7-44d1-9e4c-5ccd6bbabb0e" providerId="ADAL" clId="{0713840D-611C-4B17-A692-7CF496DD0D9F}" dt="2025-05-27T15:32:53.800" v="1343" actId="26606"/>
          <ac:spMkLst>
            <pc:docMk/>
            <pc:sldMk cId="3930750513" sldId="260"/>
            <ac:spMk id="3" creationId="{F3C5AF23-DB7C-C5C1-5C73-1B7A2B7C5963}"/>
          </ac:spMkLst>
        </pc:spChg>
        <pc:graphicFrameChg chg="add">
          <ac:chgData name="Haskell, JT" userId="43ae342c-01b7-44d1-9e4c-5ccd6bbabb0e" providerId="ADAL" clId="{0713840D-611C-4B17-A692-7CF496DD0D9F}" dt="2025-05-27T15:32:53.800" v="1343" actId="26606"/>
          <ac:graphicFrameMkLst>
            <pc:docMk/>
            <pc:sldMk cId="3930750513" sldId="260"/>
            <ac:graphicFrameMk id="5" creationId="{04C16EC8-CCD0-9A1C-7702-DF85408DBC97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2:59.163" v="1344" actId="26606"/>
        <pc:sldMkLst>
          <pc:docMk/>
          <pc:sldMk cId="807041248" sldId="261"/>
        </pc:sldMkLst>
        <pc:spChg chg="mod">
          <ac:chgData name="Haskell, JT" userId="43ae342c-01b7-44d1-9e4c-5ccd6bbabb0e" providerId="ADAL" clId="{0713840D-611C-4B17-A692-7CF496DD0D9F}" dt="2025-05-27T15:32:59.163" v="1344" actId="26606"/>
          <ac:spMkLst>
            <pc:docMk/>
            <pc:sldMk cId="807041248" sldId="261"/>
            <ac:spMk id="2" creationId="{E7B85BD8-233B-477D-95A9-8716FD09FD1D}"/>
          </ac:spMkLst>
        </pc:spChg>
        <pc:spChg chg="del mod">
          <ac:chgData name="Haskell, JT" userId="43ae342c-01b7-44d1-9e4c-5ccd6bbabb0e" providerId="ADAL" clId="{0713840D-611C-4B17-A692-7CF496DD0D9F}" dt="2025-05-27T15:32:59.163" v="1344" actId="26606"/>
          <ac:spMkLst>
            <pc:docMk/>
            <pc:sldMk cId="807041248" sldId="261"/>
            <ac:spMk id="3" creationId="{295C4C3F-C8F8-AD03-00CC-4AD3F46EC257}"/>
          </ac:spMkLst>
        </pc:spChg>
        <pc:graphicFrameChg chg="add">
          <ac:chgData name="Haskell, JT" userId="43ae342c-01b7-44d1-9e4c-5ccd6bbabb0e" providerId="ADAL" clId="{0713840D-611C-4B17-A692-7CF496DD0D9F}" dt="2025-05-27T15:32:59.163" v="1344" actId="26606"/>
          <ac:graphicFrameMkLst>
            <pc:docMk/>
            <pc:sldMk cId="807041248" sldId="261"/>
            <ac:graphicFrameMk id="5" creationId="{C785A413-1300-9ACB-5D6D-ED1350D9DC8E}"/>
          </ac:graphicFrameMkLst>
        </pc:graphicFrameChg>
      </pc:sldChg>
      <pc:sldChg chg="addSp delSp modSp new mod">
        <pc:chgData name="Haskell, JT" userId="43ae342c-01b7-44d1-9e4c-5ccd6bbabb0e" providerId="ADAL" clId="{0713840D-611C-4B17-A692-7CF496DD0D9F}" dt="2025-05-27T15:33:09.126" v="1345" actId="26606"/>
        <pc:sldMkLst>
          <pc:docMk/>
          <pc:sldMk cId="703109982" sldId="262"/>
        </pc:sldMkLst>
        <pc:spChg chg="mod">
          <ac:chgData name="Haskell, JT" userId="43ae342c-01b7-44d1-9e4c-5ccd6bbabb0e" providerId="ADAL" clId="{0713840D-611C-4B17-A692-7CF496DD0D9F}" dt="2025-05-27T15:30:40.456" v="1320"/>
          <ac:spMkLst>
            <pc:docMk/>
            <pc:sldMk cId="703109982" sldId="262"/>
            <ac:spMk id="2" creationId="{0C9152B2-0DE3-BA71-B001-97E785E75144}"/>
          </ac:spMkLst>
        </pc:spChg>
        <pc:spChg chg="del mod">
          <ac:chgData name="Haskell, JT" userId="43ae342c-01b7-44d1-9e4c-5ccd6bbabb0e" providerId="ADAL" clId="{0713840D-611C-4B17-A692-7CF496DD0D9F}" dt="2025-05-27T15:33:09.126" v="1345" actId="26606"/>
          <ac:spMkLst>
            <pc:docMk/>
            <pc:sldMk cId="703109982" sldId="262"/>
            <ac:spMk id="3" creationId="{4BEB0B5E-9428-3804-3773-E635D7C867C6}"/>
          </ac:spMkLst>
        </pc:spChg>
        <pc:graphicFrameChg chg="add">
          <ac:chgData name="Haskell, JT" userId="43ae342c-01b7-44d1-9e4c-5ccd6bbabb0e" providerId="ADAL" clId="{0713840D-611C-4B17-A692-7CF496DD0D9F}" dt="2025-05-27T15:33:09.126" v="1345" actId="26606"/>
          <ac:graphicFrameMkLst>
            <pc:docMk/>
            <pc:sldMk cId="703109982" sldId="262"/>
            <ac:graphicFrameMk id="5" creationId="{CA4648F6-B139-07F3-5917-CF75B05DEC11}"/>
          </ac:graphicFrameMkLst>
        </pc:graphicFrameChg>
      </pc:sldChg>
      <pc:sldChg chg="addSp delSp modSp new mod setBg">
        <pc:chgData name="Haskell, JT" userId="43ae342c-01b7-44d1-9e4c-5ccd6bbabb0e" providerId="ADAL" clId="{0713840D-611C-4B17-A692-7CF496DD0D9F}" dt="2025-05-27T15:33:14.964" v="1346" actId="26606"/>
        <pc:sldMkLst>
          <pc:docMk/>
          <pc:sldMk cId="357286628" sldId="263"/>
        </pc:sldMkLst>
        <pc:spChg chg="mod">
          <ac:chgData name="Haskell, JT" userId="43ae342c-01b7-44d1-9e4c-5ccd6bbabb0e" providerId="ADAL" clId="{0713840D-611C-4B17-A692-7CF496DD0D9F}" dt="2025-05-27T15:33:14.964" v="1346" actId="26606"/>
          <ac:spMkLst>
            <pc:docMk/>
            <pc:sldMk cId="357286628" sldId="263"/>
            <ac:spMk id="2" creationId="{DE8B66E8-895F-D822-98BD-F89F961F3819}"/>
          </ac:spMkLst>
        </pc:spChg>
        <pc:spChg chg="del mod">
          <ac:chgData name="Haskell, JT" userId="43ae342c-01b7-44d1-9e4c-5ccd6bbabb0e" providerId="ADAL" clId="{0713840D-611C-4B17-A692-7CF496DD0D9F}" dt="2025-05-27T15:33:14.964" v="1346" actId="26606"/>
          <ac:spMkLst>
            <pc:docMk/>
            <pc:sldMk cId="357286628" sldId="263"/>
            <ac:spMk id="3" creationId="{BEDF9B60-8A6E-1653-6F65-4CF880438D5E}"/>
          </ac:spMkLst>
        </pc:spChg>
        <pc:graphicFrameChg chg="add">
          <ac:chgData name="Haskell, JT" userId="43ae342c-01b7-44d1-9e4c-5ccd6bbabb0e" providerId="ADAL" clId="{0713840D-611C-4B17-A692-7CF496DD0D9F}" dt="2025-05-27T15:33:14.964" v="1346" actId="26606"/>
          <ac:graphicFrameMkLst>
            <pc:docMk/>
            <pc:sldMk cId="357286628" sldId="263"/>
            <ac:graphicFrameMk id="5" creationId="{18CBAC62-3FA5-54BF-4E52-FCAB0A67A419}"/>
          </ac:graphicFrameMkLst>
        </pc:graphicFrameChg>
      </pc:sldChg>
      <pc:sldChg chg="addSp delSp modSp new mod setBg setClrOvrMap">
        <pc:chgData name="Haskell, JT" userId="43ae342c-01b7-44d1-9e4c-5ccd6bbabb0e" providerId="ADAL" clId="{0713840D-611C-4B17-A692-7CF496DD0D9F}" dt="2025-05-27T15:33:19.436" v="1347" actId="26606"/>
        <pc:sldMkLst>
          <pc:docMk/>
          <pc:sldMk cId="1665520183" sldId="264"/>
        </pc:sldMkLst>
        <pc:spChg chg="mo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2" creationId="{75DF571B-FEF0-2773-10E0-49EF98FF66F9}"/>
          </ac:spMkLst>
        </pc:spChg>
        <pc:spChg chg="del mo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3" creationId="{383272B0-7A3E-9184-65F1-F445A1A9A15E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8" creationId="{C79B1AF8-A94D-4E21-A2A0-7F161E1E8110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10" creationId="{5E10CB9E-4C45-46DB-835A-2C29CE29A625}"/>
          </ac:spMkLst>
        </pc:spChg>
        <pc:spChg chg="add">
          <ac:chgData name="Haskell, JT" userId="43ae342c-01b7-44d1-9e4c-5ccd6bbabb0e" providerId="ADAL" clId="{0713840D-611C-4B17-A692-7CF496DD0D9F}" dt="2025-05-27T15:33:19.436" v="1347" actId="26606"/>
          <ac:spMkLst>
            <pc:docMk/>
            <pc:sldMk cId="1665520183" sldId="264"/>
            <ac:spMk id="14" creationId="{B0513689-D00A-4D15-B8A3-AA50EC4B2BB9}"/>
          </ac:spMkLst>
        </pc:spChg>
        <pc:cxnChg chg="add">
          <ac:chgData name="Haskell, JT" userId="43ae342c-01b7-44d1-9e4c-5ccd6bbabb0e" providerId="ADAL" clId="{0713840D-611C-4B17-A692-7CF496DD0D9F}" dt="2025-05-27T15:33:19.436" v="1347" actId="26606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EFE2CE-26E8-4CAB-8A52-63E39D563C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C599F9-2A72-4329-9070-50D7998DBA01}">
      <dgm:prSet/>
      <dgm:spPr/>
      <dgm:t>
        <a:bodyPr/>
        <a:lstStyle/>
        <a:p>
          <a:r>
            <a:rPr lang="en-US"/>
            <a:t>1.0 IT Concepts and Terminology: 13% </a:t>
          </a:r>
        </a:p>
      </dgm:t>
    </dgm:pt>
    <dgm:pt modelId="{D93387FF-F82D-4204-BDF6-F0C45210A924}" type="parTrans" cxnId="{1057B3B3-0242-4B80-8129-E6C0A0F3912E}">
      <dgm:prSet/>
      <dgm:spPr/>
      <dgm:t>
        <a:bodyPr/>
        <a:lstStyle/>
        <a:p>
          <a:endParaRPr lang="en-US"/>
        </a:p>
      </dgm:t>
    </dgm:pt>
    <dgm:pt modelId="{F69DBE59-5832-4D3B-A7CE-310F66299A8A}" type="sibTrans" cxnId="{1057B3B3-0242-4B80-8129-E6C0A0F3912E}">
      <dgm:prSet/>
      <dgm:spPr/>
      <dgm:t>
        <a:bodyPr/>
        <a:lstStyle/>
        <a:p>
          <a:endParaRPr lang="en-US"/>
        </a:p>
      </dgm:t>
    </dgm:pt>
    <dgm:pt modelId="{29A5F1BD-DDC3-43DD-9A28-59829E39600D}">
      <dgm:prSet/>
      <dgm:spPr/>
      <dgm:t>
        <a:bodyPr/>
        <a:lstStyle/>
        <a:p>
          <a:r>
            <a:rPr lang="en-US"/>
            <a:t>2.0 Infrastructure: 24% </a:t>
          </a:r>
        </a:p>
      </dgm:t>
    </dgm:pt>
    <dgm:pt modelId="{044F8C32-0D36-46D0-B6A3-BD18550A5248}" type="parTrans" cxnId="{AC0964AC-0046-4C5F-8F27-0B8558A71F66}">
      <dgm:prSet/>
      <dgm:spPr/>
      <dgm:t>
        <a:bodyPr/>
        <a:lstStyle/>
        <a:p>
          <a:endParaRPr lang="en-US"/>
        </a:p>
      </dgm:t>
    </dgm:pt>
    <dgm:pt modelId="{D37B4489-D8BE-4F1C-AF1C-56AD6982D856}" type="sibTrans" cxnId="{AC0964AC-0046-4C5F-8F27-0B8558A71F66}">
      <dgm:prSet/>
      <dgm:spPr/>
      <dgm:t>
        <a:bodyPr/>
        <a:lstStyle/>
        <a:p>
          <a:endParaRPr lang="en-US"/>
        </a:p>
      </dgm:t>
    </dgm:pt>
    <dgm:pt modelId="{909462D5-941C-4D13-B8A7-88B7ADD0EBDF}">
      <dgm:prSet/>
      <dgm:spPr/>
      <dgm:t>
        <a:bodyPr/>
        <a:lstStyle/>
        <a:p>
          <a:r>
            <a:rPr lang="en-US"/>
            <a:t>3.0 Applications and Software: 18% </a:t>
          </a:r>
        </a:p>
      </dgm:t>
    </dgm:pt>
    <dgm:pt modelId="{4E601433-C507-4673-BD47-D5A1F2CF4E4C}" type="parTrans" cxnId="{180CDB11-1C84-4C08-AEAF-B3EABA7FC019}">
      <dgm:prSet/>
      <dgm:spPr/>
      <dgm:t>
        <a:bodyPr/>
        <a:lstStyle/>
        <a:p>
          <a:endParaRPr lang="en-US"/>
        </a:p>
      </dgm:t>
    </dgm:pt>
    <dgm:pt modelId="{DCEBDBD2-9775-4E08-AFB4-AB03D11193B7}" type="sibTrans" cxnId="{180CDB11-1C84-4C08-AEAF-B3EABA7FC019}">
      <dgm:prSet/>
      <dgm:spPr/>
      <dgm:t>
        <a:bodyPr/>
        <a:lstStyle/>
        <a:p>
          <a:endParaRPr lang="en-US"/>
        </a:p>
      </dgm:t>
    </dgm:pt>
    <dgm:pt modelId="{D1E2F5BA-5373-4E26-B193-354170CF83CE}">
      <dgm:prSet/>
      <dgm:spPr/>
      <dgm:t>
        <a:bodyPr/>
        <a:lstStyle/>
        <a:p>
          <a:r>
            <a:rPr lang="en-US"/>
            <a:t>4.0 Software Development Concepts: 13% </a:t>
          </a:r>
        </a:p>
      </dgm:t>
    </dgm:pt>
    <dgm:pt modelId="{49D71D15-B6FC-4BB7-BF59-0C9BBA712494}" type="parTrans" cxnId="{7688E185-250A-4AC5-B650-3ECA21287EF7}">
      <dgm:prSet/>
      <dgm:spPr/>
      <dgm:t>
        <a:bodyPr/>
        <a:lstStyle/>
        <a:p>
          <a:endParaRPr lang="en-US"/>
        </a:p>
      </dgm:t>
    </dgm:pt>
    <dgm:pt modelId="{39D5140B-0132-4FFF-8B99-88C23981A0FA}" type="sibTrans" cxnId="{7688E185-250A-4AC5-B650-3ECA21287EF7}">
      <dgm:prSet/>
      <dgm:spPr/>
      <dgm:t>
        <a:bodyPr/>
        <a:lstStyle/>
        <a:p>
          <a:endParaRPr lang="en-US"/>
        </a:p>
      </dgm:t>
    </dgm:pt>
    <dgm:pt modelId="{68CA0797-C277-41CB-8C82-7902C400C86E}">
      <dgm:prSet/>
      <dgm:spPr/>
      <dgm:t>
        <a:bodyPr/>
        <a:lstStyle/>
        <a:p>
          <a:r>
            <a:rPr lang="en-US"/>
            <a:t>5.0 Data and Database Fundamentals: 13% </a:t>
          </a:r>
        </a:p>
      </dgm:t>
    </dgm:pt>
    <dgm:pt modelId="{B4602E41-211B-40D9-A205-5D734460B218}" type="parTrans" cxnId="{5AAEEFDE-EE73-4A7F-A70C-67EA9D877281}">
      <dgm:prSet/>
      <dgm:spPr/>
      <dgm:t>
        <a:bodyPr/>
        <a:lstStyle/>
        <a:p>
          <a:endParaRPr lang="en-US"/>
        </a:p>
      </dgm:t>
    </dgm:pt>
    <dgm:pt modelId="{1F3BFE47-8A4B-404C-A736-A1E67EB28A9F}" type="sibTrans" cxnId="{5AAEEFDE-EE73-4A7F-A70C-67EA9D877281}">
      <dgm:prSet/>
      <dgm:spPr/>
      <dgm:t>
        <a:bodyPr/>
        <a:lstStyle/>
        <a:p>
          <a:endParaRPr lang="en-US"/>
        </a:p>
      </dgm:t>
    </dgm:pt>
    <dgm:pt modelId="{6355EBCC-F36F-4679-B0C4-0285B6ADF4C5}">
      <dgm:prSet/>
      <dgm:spPr/>
      <dgm:t>
        <a:bodyPr/>
        <a:lstStyle/>
        <a:p>
          <a:r>
            <a:rPr lang="en-US"/>
            <a:t>6.0 Security: 19%</a:t>
          </a:r>
        </a:p>
      </dgm:t>
    </dgm:pt>
    <dgm:pt modelId="{1F526C70-C2F4-463A-A2DB-1CB9FF4C64F5}" type="parTrans" cxnId="{60114538-799F-4CE9-A199-0D4A5E431BCE}">
      <dgm:prSet/>
      <dgm:spPr/>
      <dgm:t>
        <a:bodyPr/>
        <a:lstStyle/>
        <a:p>
          <a:endParaRPr lang="en-US"/>
        </a:p>
      </dgm:t>
    </dgm:pt>
    <dgm:pt modelId="{6418D62E-D06C-41A5-BE51-AA766ACDEB63}" type="sibTrans" cxnId="{60114538-799F-4CE9-A199-0D4A5E431BCE}">
      <dgm:prSet/>
      <dgm:spPr/>
      <dgm:t>
        <a:bodyPr/>
        <a:lstStyle/>
        <a:p>
          <a:endParaRPr lang="en-US"/>
        </a:p>
      </dgm:t>
    </dgm:pt>
    <dgm:pt modelId="{BF9E7FE0-1609-486A-B462-BF8226110184}" type="pres">
      <dgm:prSet presAssocID="{9FEFE2CE-26E8-4CAB-8A52-63E39D563C62}" presName="root" presStyleCnt="0">
        <dgm:presLayoutVars>
          <dgm:dir/>
          <dgm:resizeHandles val="exact"/>
        </dgm:presLayoutVars>
      </dgm:prSet>
      <dgm:spPr/>
    </dgm:pt>
    <dgm:pt modelId="{735BC0A4-5584-4850-82C2-2C1B6611B0A1}" type="pres">
      <dgm:prSet presAssocID="{E2C599F9-2A72-4329-9070-50D7998DBA01}" presName="compNode" presStyleCnt="0"/>
      <dgm:spPr/>
    </dgm:pt>
    <dgm:pt modelId="{CBFD11FE-CA3A-463A-9A91-1BCC37847CF8}" type="pres">
      <dgm:prSet presAssocID="{E2C599F9-2A72-4329-9070-50D7998DBA01}" presName="bgRect" presStyleLbl="bgShp" presStyleIdx="0" presStyleCnt="6"/>
      <dgm:spPr/>
    </dgm:pt>
    <dgm:pt modelId="{9CCBD01D-1B58-4E04-B0EC-999ABE4A1435}" type="pres">
      <dgm:prSet presAssocID="{E2C599F9-2A72-4329-9070-50D7998DBA0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8A33A0F-DC9E-41B2-8132-E147B0154FEF}" type="pres">
      <dgm:prSet presAssocID="{E2C599F9-2A72-4329-9070-50D7998DBA01}" presName="spaceRect" presStyleCnt="0"/>
      <dgm:spPr/>
    </dgm:pt>
    <dgm:pt modelId="{25EAF27C-2C78-46B6-A822-86411432AA62}" type="pres">
      <dgm:prSet presAssocID="{E2C599F9-2A72-4329-9070-50D7998DBA01}" presName="parTx" presStyleLbl="revTx" presStyleIdx="0" presStyleCnt="6">
        <dgm:presLayoutVars>
          <dgm:chMax val="0"/>
          <dgm:chPref val="0"/>
        </dgm:presLayoutVars>
      </dgm:prSet>
      <dgm:spPr/>
    </dgm:pt>
    <dgm:pt modelId="{4A240287-E7F5-49DB-B487-1EEBC9771887}" type="pres">
      <dgm:prSet presAssocID="{F69DBE59-5832-4D3B-A7CE-310F66299A8A}" presName="sibTrans" presStyleCnt="0"/>
      <dgm:spPr/>
    </dgm:pt>
    <dgm:pt modelId="{B7599AC6-FFF0-44DD-BB25-DE1C39F245A7}" type="pres">
      <dgm:prSet presAssocID="{29A5F1BD-DDC3-43DD-9A28-59829E39600D}" presName="compNode" presStyleCnt="0"/>
      <dgm:spPr/>
    </dgm:pt>
    <dgm:pt modelId="{AA1537A3-1F3D-40E1-A422-34078614806C}" type="pres">
      <dgm:prSet presAssocID="{29A5F1BD-DDC3-43DD-9A28-59829E39600D}" presName="bgRect" presStyleLbl="bgShp" presStyleIdx="1" presStyleCnt="6"/>
      <dgm:spPr/>
    </dgm:pt>
    <dgm:pt modelId="{810B1505-555F-4BCE-A35C-0FC8824E9102}" type="pres">
      <dgm:prSet presAssocID="{29A5F1BD-DDC3-43DD-9A28-59829E39600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35702B51-F720-47A7-9A25-35929EBB636D}" type="pres">
      <dgm:prSet presAssocID="{29A5F1BD-DDC3-43DD-9A28-59829E39600D}" presName="spaceRect" presStyleCnt="0"/>
      <dgm:spPr/>
    </dgm:pt>
    <dgm:pt modelId="{89792474-A7A5-47E6-995E-BA4A54B7395A}" type="pres">
      <dgm:prSet presAssocID="{29A5F1BD-DDC3-43DD-9A28-59829E39600D}" presName="parTx" presStyleLbl="revTx" presStyleIdx="1" presStyleCnt="6">
        <dgm:presLayoutVars>
          <dgm:chMax val="0"/>
          <dgm:chPref val="0"/>
        </dgm:presLayoutVars>
      </dgm:prSet>
      <dgm:spPr/>
    </dgm:pt>
    <dgm:pt modelId="{512EFDB6-28EB-4A0F-B2DF-9ABE6F8406DA}" type="pres">
      <dgm:prSet presAssocID="{D37B4489-D8BE-4F1C-AF1C-56AD6982D856}" presName="sibTrans" presStyleCnt="0"/>
      <dgm:spPr/>
    </dgm:pt>
    <dgm:pt modelId="{3D503445-30EF-4DFE-9D14-55069461806E}" type="pres">
      <dgm:prSet presAssocID="{909462D5-941C-4D13-B8A7-88B7ADD0EBDF}" presName="compNode" presStyleCnt="0"/>
      <dgm:spPr/>
    </dgm:pt>
    <dgm:pt modelId="{A2DB8DC6-56F9-4E91-92D0-DA088A970B40}" type="pres">
      <dgm:prSet presAssocID="{909462D5-941C-4D13-B8A7-88B7ADD0EBDF}" presName="bgRect" presStyleLbl="bgShp" presStyleIdx="2" presStyleCnt="6"/>
      <dgm:spPr/>
    </dgm:pt>
    <dgm:pt modelId="{A05650DE-0648-4D11-A0DF-9CD8EE6020F5}" type="pres">
      <dgm:prSet presAssocID="{909462D5-941C-4D13-B8A7-88B7ADD0EBD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2FAAE57-C731-4B88-B43C-37C63A8CBC0E}" type="pres">
      <dgm:prSet presAssocID="{909462D5-941C-4D13-B8A7-88B7ADD0EBDF}" presName="spaceRect" presStyleCnt="0"/>
      <dgm:spPr/>
    </dgm:pt>
    <dgm:pt modelId="{FD914578-737E-4E2D-8E3C-5CCD2D5B1171}" type="pres">
      <dgm:prSet presAssocID="{909462D5-941C-4D13-B8A7-88B7ADD0EBDF}" presName="parTx" presStyleLbl="revTx" presStyleIdx="2" presStyleCnt="6">
        <dgm:presLayoutVars>
          <dgm:chMax val="0"/>
          <dgm:chPref val="0"/>
        </dgm:presLayoutVars>
      </dgm:prSet>
      <dgm:spPr/>
    </dgm:pt>
    <dgm:pt modelId="{B7324028-4E2B-45EB-A31E-FAA4C6389001}" type="pres">
      <dgm:prSet presAssocID="{DCEBDBD2-9775-4E08-AFB4-AB03D11193B7}" presName="sibTrans" presStyleCnt="0"/>
      <dgm:spPr/>
    </dgm:pt>
    <dgm:pt modelId="{E52A20AB-AAEE-4153-A9BB-DA587005852D}" type="pres">
      <dgm:prSet presAssocID="{D1E2F5BA-5373-4E26-B193-354170CF83CE}" presName="compNode" presStyleCnt="0"/>
      <dgm:spPr/>
    </dgm:pt>
    <dgm:pt modelId="{B48E5E4F-B18D-4461-9608-93875C12280D}" type="pres">
      <dgm:prSet presAssocID="{D1E2F5BA-5373-4E26-B193-354170CF83CE}" presName="bgRect" presStyleLbl="bgShp" presStyleIdx="3" presStyleCnt="6"/>
      <dgm:spPr/>
    </dgm:pt>
    <dgm:pt modelId="{CF68D451-E3CB-4DE0-A8AD-28DBBB5572E8}" type="pres">
      <dgm:prSet presAssocID="{D1E2F5BA-5373-4E26-B193-354170CF83C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5A20C6F-EC33-476C-BC89-632E92547EAB}" type="pres">
      <dgm:prSet presAssocID="{D1E2F5BA-5373-4E26-B193-354170CF83CE}" presName="spaceRect" presStyleCnt="0"/>
      <dgm:spPr/>
    </dgm:pt>
    <dgm:pt modelId="{992B8A1A-1E9B-466B-B9B8-BC350C72B7B4}" type="pres">
      <dgm:prSet presAssocID="{D1E2F5BA-5373-4E26-B193-354170CF83CE}" presName="parTx" presStyleLbl="revTx" presStyleIdx="3" presStyleCnt="6">
        <dgm:presLayoutVars>
          <dgm:chMax val="0"/>
          <dgm:chPref val="0"/>
        </dgm:presLayoutVars>
      </dgm:prSet>
      <dgm:spPr/>
    </dgm:pt>
    <dgm:pt modelId="{786E564A-DBC3-456D-80C9-0CDFF9D6E8E8}" type="pres">
      <dgm:prSet presAssocID="{39D5140B-0132-4FFF-8B99-88C23981A0FA}" presName="sibTrans" presStyleCnt="0"/>
      <dgm:spPr/>
    </dgm:pt>
    <dgm:pt modelId="{535912AD-5FA3-49DA-B910-2648E2181E08}" type="pres">
      <dgm:prSet presAssocID="{68CA0797-C277-41CB-8C82-7902C400C86E}" presName="compNode" presStyleCnt="0"/>
      <dgm:spPr/>
    </dgm:pt>
    <dgm:pt modelId="{3F7986AE-C983-4386-A52A-A031E83E6B64}" type="pres">
      <dgm:prSet presAssocID="{68CA0797-C277-41CB-8C82-7902C400C86E}" presName="bgRect" presStyleLbl="bgShp" presStyleIdx="4" presStyleCnt="6"/>
      <dgm:spPr/>
    </dgm:pt>
    <dgm:pt modelId="{8C020A81-DD8F-4945-A328-A5601D4475A2}" type="pres">
      <dgm:prSet presAssocID="{68CA0797-C277-41CB-8C82-7902C400C86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2074B25-0D9C-4A0F-B1A1-3A498F2E688A}" type="pres">
      <dgm:prSet presAssocID="{68CA0797-C277-41CB-8C82-7902C400C86E}" presName="spaceRect" presStyleCnt="0"/>
      <dgm:spPr/>
    </dgm:pt>
    <dgm:pt modelId="{DDA464DE-5BB1-4200-9C09-4D993903E575}" type="pres">
      <dgm:prSet presAssocID="{68CA0797-C277-41CB-8C82-7902C400C86E}" presName="parTx" presStyleLbl="revTx" presStyleIdx="4" presStyleCnt="6">
        <dgm:presLayoutVars>
          <dgm:chMax val="0"/>
          <dgm:chPref val="0"/>
        </dgm:presLayoutVars>
      </dgm:prSet>
      <dgm:spPr/>
    </dgm:pt>
    <dgm:pt modelId="{3C5E3FDF-C149-44D1-BC1F-151ABF0C7D28}" type="pres">
      <dgm:prSet presAssocID="{1F3BFE47-8A4B-404C-A736-A1E67EB28A9F}" presName="sibTrans" presStyleCnt="0"/>
      <dgm:spPr/>
    </dgm:pt>
    <dgm:pt modelId="{6FE4DAF7-BA27-48B1-93BD-985E5FBA954B}" type="pres">
      <dgm:prSet presAssocID="{6355EBCC-F36F-4679-B0C4-0285B6ADF4C5}" presName="compNode" presStyleCnt="0"/>
      <dgm:spPr/>
    </dgm:pt>
    <dgm:pt modelId="{C89B2E19-CF44-4870-9CEE-024A96F14FCB}" type="pres">
      <dgm:prSet presAssocID="{6355EBCC-F36F-4679-B0C4-0285B6ADF4C5}" presName="bgRect" presStyleLbl="bgShp" presStyleIdx="5" presStyleCnt="6"/>
      <dgm:spPr/>
    </dgm:pt>
    <dgm:pt modelId="{54FC859C-B6D0-44BB-8340-AD5181733463}" type="pres">
      <dgm:prSet presAssocID="{6355EBCC-F36F-4679-B0C4-0285B6ADF4C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0842175-070C-40A8-B3A5-6E3375B0DD99}" type="pres">
      <dgm:prSet presAssocID="{6355EBCC-F36F-4679-B0C4-0285B6ADF4C5}" presName="spaceRect" presStyleCnt="0"/>
      <dgm:spPr/>
    </dgm:pt>
    <dgm:pt modelId="{C6137FF3-101B-4C97-89CF-710F533C2D69}" type="pres">
      <dgm:prSet presAssocID="{6355EBCC-F36F-4679-B0C4-0285B6ADF4C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80CDB11-1C84-4C08-AEAF-B3EABA7FC019}" srcId="{9FEFE2CE-26E8-4CAB-8A52-63E39D563C62}" destId="{909462D5-941C-4D13-B8A7-88B7ADD0EBDF}" srcOrd="2" destOrd="0" parTransId="{4E601433-C507-4673-BD47-D5A1F2CF4E4C}" sibTransId="{DCEBDBD2-9775-4E08-AFB4-AB03D11193B7}"/>
    <dgm:cxn modelId="{D519F314-EFA5-4CC8-BF08-FD83A42DE71B}" type="presOf" srcId="{29A5F1BD-DDC3-43DD-9A28-59829E39600D}" destId="{89792474-A7A5-47E6-995E-BA4A54B7395A}" srcOrd="0" destOrd="0" presId="urn:microsoft.com/office/officeart/2018/2/layout/IconVerticalSolidList"/>
    <dgm:cxn modelId="{BFDCD01E-9140-4E8A-AC59-621C3788D07F}" type="presOf" srcId="{D1E2F5BA-5373-4E26-B193-354170CF83CE}" destId="{992B8A1A-1E9B-466B-B9B8-BC350C72B7B4}" srcOrd="0" destOrd="0" presId="urn:microsoft.com/office/officeart/2018/2/layout/IconVerticalSolidList"/>
    <dgm:cxn modelId="{F02EBF29-D2F1-4926-8BDE-E0E699354B6C}" type="presOf" srcId="{9FEFE2CE-26E8-4CAB-8A52-63E39D563C62}" destId="{BF9E7FE0-1609-486A-B462-BF8226110184}" srcOrd="0" destOrd="0" presId="urn:microsoft.com/office/officeart/2018/2/layout/IconVerticalSolidList"/>
    <dgm:cxn modelId="{60114538-799F-4CE9-A199-0D4A5E431BCE}" srcId="{9FEFE2CE-26E8-4CAB-8A52-63E39D563C62}" destId="{6355EBCC-F36F-4679-B0C4-0285B6ADF4C5}" srcOrd="5" destOrd="0" parTransId="{1F526C70-C2F4-463A-A2DB-1CB9FF4C64F5}" sibTransId="{6418D62E-D06C-41A5-BE51-AA766ACDEB63}"/>
    <dgm:cxn modelId="{6BDFF766-5515-44D9-8163-A3D004E33CE7}" type="presOf" srcId="{909462D5-941C-4D13-B8A7-88B7ADD0EBDF}" destId="{FD914578-737E-4E2D-8E3C-5CCD2D5B1171}" srcOrd="0" destOrd="0" presId="urn:microsoft.com/office/officeart/2018/2/layout/IconVerticalSolidList"/>
    <dgm:cxn modelId="{9A6A3767-D88F-42C8-94A6-60390678ACB0}" type="presOf" srcId="{E2C599F9-2A72-4329-9070-50D7998DBA01}" destId="{25EAF27C-2C78-46B6-A822-86411432AA62}" srcOrd="0" destOrd="0" presId="urn:microsoft.com/office/officeart/2018/2/layout/IconVerticalSolidList"/>
    <dgm:cxn modelId="{7688E185-250A-4AC5-B650-3ECA21287EF7}" srcId="{9FEFE2CE-26E8-4CAB-8A52-63E39D563C62}" destId="{D1E2F5BA-5373-4E26-B193-354170CF83CE}" srcOrd="3" destOrd="0" parTransId="{49D71D15-B6FC-4BB7-BF59-0C9BBA712494}" sibTransId="{39D5140B-0132-4FFF-8B99-88C23981A0FA}"/>
    <dgm:cxn modelId="{A0D77799-7B12-4354-B3CB-5E5786B95499}" type="presOf" srcId="{6355EBCC-F36F-4679-B0C4-0285B6ADF4C5}" destId="{C6137FF3-101B-4C97-89CF-710F533C2D69}" srcOrd="0" destOrd="0" presId="urn:microsoft.com/office/officeart/2018/2/layout/IconVerticalSolidList"/>
    <dgm:cxn modelId="{AC0964AC-0046-4C5F-8F27-0B8558A71F66}" srcId="{9FEFE2CE-26E8-4CAB-8A52-63E39D563C62}" destId="{29A5F1BD-DDC3-43DD-9A28-59829E39600D}" srcOrd="1" destOrd="0" parTransId="{044F8C32-0D36-46D0-B6A3-BD18550A5248}" sibTransId="{D37B4489-D8BE-4F1C-AF1C-56AD6982D856}"/>
    <dgm:cxn modelId="{1057B3B3-0242-4B80-8129-E6C0A0F3912E}" srcId="{9FEFE2CE-26E8-4CAB-8A52-63E39D563C62}" destId="{E2C599F9-2A72-4329-9070-50D7998DBA01}" srcOrd="0" destOrd="0" parTransId="{D93387FF-F82D-4204-BDF6-F0C45210A924}" sibTransId="{F69DBE59-5832-4D3B-A7CE-310F66299A8A}"/>
    <dgm:cxn modelId="{5AAEEFDE-EE73-4A7F-A70C-67EA9D877281}" srcId="{9FEFE2CE-26E8-4CAB-8A52-63E39D563C62}" destId="{68CA0797-C277-41CB-8C82-7902C400C86E}" srcOrd="4" destOrd="0" parTransId="{B4602E41-211B-40D9-A205-5D734460B218}" sibTransId="{1F3BFE47-8A4B-404C-A736-A1E67EB28A9F}"/>
    <dgm:cxn modelId="{2182C9FC-3284-4837-B5F0-1B5B5393E57F}" type="presOf" srcId="{68CA0797-C277-41CB-8C82-7902C400C86E}" destId="{DDA464DE-5BB1-4200-9C09-4D993903E575}" srcOrd="0" destOrd="0" presId="urn:microsoft.com/office/officeart/2018/2/layout/IconVerticalSolidList"/>
    <dgm:cxn modelId="{3EEDC16A-D9BB-4E5C-8C36-BA18A0A27AA5}" type="presParOf" srcId="{BF9E7FE0-1609-486A-B462-BF8226110184}" destId="{735BC0A4-5584-4850-82C2-2C1B6611B0A1}" srcOrd="0" destOrd="0" presId="urn:microsoft.com/office/officeart/2018/2/layout/IconVerticalSolidList"/>
    <dgm:cxn modelId="{091BA068-0306-4724-BCE5-83BF1DB540F3}" type="presParOf" srcId="{735BC0A4-5584-4850-82C2-2C1B6611B0A1}" destId="{CBFD11FE-CA3A-463A-9A91-1BCC37847CF8}" srcOrd="0" destOrd="0" presId="urn:microsoft.com/office/officeart/2018/2/layout/IconVerticalSolidList"/>
    <dgm:cxn modelId="{39D8E1D5-3500-4E26-897C-4AA4E8C8CE7C}" type="presParOf" srcId="{735BC0A4-5584-4850-82C2-2C1B6611B0A1}" destId="{9CCBD01D-1B58-4E04-B0EC-999ABE4A1435}" srcOrd="1" destOrd="0" presId="urn:microsoft.com/office/officeart/2018/2/layout/IconVerticalSolidList"/>
    <dgm:cxn modelId="{11D53A29-5B51-4DD0-9538-BF76CC60ED0B}" type="presParOf" srcId="{735BC0A4-5584-4850-82C2-2C1B6611B0A1}" destId="{58A33A0F-DC9E-41B2-8132-E147B0154FEF}" srcOrd="2" destOrd="0" presId="urn:microsoft.com/office/officeart/2018/2/layout/IconVerticalSolidList"/>
    <dgm:cxn modelId="{56D3882A-59AC-45F1-B13A-9139192F43E6}" type="presParOf" srcId="{735BC0A4-5584-4850-82C2-2C1B6611B0A1}" destId="{25EAF27C-2C78-46B6-A822-86411432AA62}" srcOrd="3" destOrd="0" presId="urn:microsoft.com/office/officeart/2018/2/layout/IconVerticalSolidList"/>
    <dgm:cxn modelId="{617D2A96-0429-4D55-BC70-AB4FDF0D867F}" type="presParOf" srcId="{BF9E7FE0-1609-486A-B462-BF8226110184}" destId="{4A240287-E7F5-49DB-B487-1EEBC9771887}" srcOrd="1" destOrd="0" presId="urn:microsoft.com/office/officeart/2018/2/layout/IconVerticalSolidList"/>
    <dgm:cxn modelId="{4F0A75E8-5958-47CF-97A6-26FE7B033B6E}" type="presParOf" srcId="{BF9E7FE0-1609-486A-B462-BF8226110184}" destId="{B7599AC6-FFF0-44DD-BB25-DE1C39F245A7}" srcOrd="2" destOrd="0" presId="urn:microsoft.com/office/officeart/2018/2/layout/IconVerticalSolidList"/>
    <dgm:cxn modelId="{A404B2DE-AFF1-465B-8641-F4ADE16BA708}" type="presParOf" srcId="{B7599AC6-FFF0-44DD-BB25-DE1C39F245A7}" destId="{AA1537A3-1F3D-40E1-A422-34078614806C}" srcOrd="0" destOrd="0" presId="urn:microsoft.com/office/officeart/2018/2/layout/IconVerticalSolidList"/>
    <dgm:cxn modelId="{6C053AB3-ED53-486C-9F0B-F5B15F652DD2}" type="presParOf" srcId="{B7599AC6-FFF0-44DD-BB25-DE1C39F245A7}" destId="{810B1505-555F-4BCE-A35C-0FC8824E9102}" srcOrd="1" destOrd="0" presId="urn:microsoft.com/office/officeart/2018/2/layout/IconVerticalSolidList"/>
    <dgm:cxn modelId="{A2D1AB20-1E3D-496A-AC4A-B233D7B590B8}" type="presParOf" srcId="{B7599AC6-FFF0-44DD-BB25-DE1C39F245A7}" destId="{35702B51-F720-47A7-9A25-35929EBB636D}" srcOrd="2" destOrd="0" presId="urn:microsoft.com/office/officeart/2018/2/layout/IconVerticalSolidList"/>
    <dgm:cxn modelId="{B6F62FE4-6496-471C-92E5-9990E1054C7C}" type="presParOf" srcId="{B7599AC6-FFF0-44DD-BB25-DE1C39F245A7}" destId="{89792474-A7A5-47E6-995E-BA4A54B7395A}" srcOrd="3" destOrd="0" presId="urn:microsoft.com/office/officeart/2018/2/layout/IconVerticalSolidList"/>
    <dgm:cxn modelId="{4A9FD4EA-0341-437B-AD78-659CC9D686C0}" type="presParOf" srcId="{BF9E7FE0-1609-486A-B462-BF8226110184}" destId="{512EFDB6-28EB-4A0F-B2DF-9ABE6F8406DA}" srcOrd="3" destOrd="0" presId="urn:microsoft.com/office/officeart/2018/2/layout/IconVerticalSolidList"/>
    <dgm:cxn modelId="{48B1CFAE-2714-4E03-80C9-6AE97C142617}" type="presParOf" srcId="{BF9E7FE0-1609-486A-B462-BF8226110184}" destId="{3D503445-30EF-4DFE-9D14-55069461806E}" srcOrd="4" destOrd="0" presId="urn:microsoft.com/office/officeart/2018/2/layout/IconVerticalSolidList"/>
    <dgm:cxn modelId="{8A8D615D-7941-4068-9A55-F4E1FA4C6A4B}" type="presParOf" srcId="{3D503445-30EF-4DFE-9D14-55069461806E}" destId="{A2DB8DC6-56F9-4E91-92D0-DA088A970B40}" srcOrd="0" destOrd="0" presId="urn:microsoft.com/office/officeart/2018/2/layout/IconVerticalSolidList"/>
    <dgm:cxn modelId="{DBF39A8B-58E3-401E-B45A-7896EF2A4FDA}" type="presParOf" srcId="{3D503445-30EF-4DFE-9D14-55069461806E}" destId="{A05650DE-0648-4D11-A0DF-9CD8EE6020F5}" srcOrd="1" destOrd="0" presId="urn:microsoft.com/office/officeart/2018/2/layout/IconVerticalSolidList"/>
    <dgm:cxn modelId="{843115A6-65F0-469E-8DF7-4E5EDD6BE952}" type="presParOf" srcId="{3D503445-30EF-4DFE-9D14-55069461806E}" destId="{E2FAAE57-C731-4B88-B43C-37C63A8CBC0E}" srcOrd="2" destOrd="0" presId="urn:microsoft.com/office/officeart/2018/2/layout/IconVerticalSolidList"/>
    <dgm:cxn modelId="{1A5C7782-2A20-4545-8D70-03D267E3BC7E}" type="presParOf" srcId="{3D503445-30EF-4DFE-9D14-55069461806E}" destId="{FD914578-737E-4E2D-8E3C-5CCD2D5B1171}" srcOrd="3" destOrd="0" presId="urn:microsoft.com/office/officeart/2018/2/layout/IconVerticalSolidList"/>
    <dgm:cxn modelId="{F33CC031-EB57-4701-8CC6-B789A7C10C95}" type="presParOf" srcId="{BF9E7FE0-1609-486A-B462-BF8226110184}" destId="{B7324028-4E2B-45EB-A31E-FAA4C6389001}" srcOrd="5" destOrd="0" presId="urn:microsoft.com/office/officeart/2018/2/layout/IconVerticalSolidList"/>
    <dgm:cxn modelId="{6CBECB18-C2F6-40FA-A621-CC0468672A06}" type="presParOf" srcId="{BF9E7FE0-1609-486A-B462-BF8226110184}" destId="{E52A20AB-AAEE-4153-A9BB-DA587005852D}" srcOrd="6" destOrd="0" presId="urn:microsoft.com/office/officeart/2018/2/layout/IconVerticalSolidList"/>
    <dgm:cxn modelId="{E6F33E78-8C9C-47D3-953A-EAD92815B0AE}" type="presParOf" srcId="{E52A20AB-AAEE-4153-A9BB-DA587005852D}" destId="{B48E5E4F-B18D-4461-9608-93875C12280D}" srcOrd="0" destOrd="0" presId="urn:microsoft.com/office/officeart/2018/2/layout/IconVerticalSolidList"/>
    <dgm:cxn modelId="{E94901A3-DDB0-40B7-A6D2-B10C53727443}" type="presParOf" srcId="{E52A20AB-AAEE-4153-A9BB-DA587005852D}" destId="{CF68D451-E3CB-4DE0-A8AD-28DBBB5572E8}" srcOrd="1" destOrd="0" presId="urn:microsoft.com/office/officeart/2018/2/layout/IconVerticalSolidList"/>
    <dgm:cxn modelId="{259EF86A-AA35-4207-9832-59BEBA1485B5}" type="presParOf" srcId="{E52A20AB-AAEE-4153-A9BB-DA587005852D}" destId="{45A20C6F-EC33-476C-BC89-632E92547EAB}" srcOrd="2" destOrd="0" presId="urn:microsoft.com/office/officeart/2018/2/layout/IconVerticalSolidList"/>
    <dgm:cxn modelId="{FF9B435A-F1D8-4762-A36D-2E665838C0D0}" type="presParOf" srcId="{E52A20AB-AAEE-4153-A9BB-DA587005852D}" destId="{992B8A1A-1E9B-466B-B9B8-BC350C72B7B4}" srcOrd="3" destOrd="0" presId="urn:microsoft.com/office/officeart/2018/2/layout/IconVerticalSolidList"/>
    <dgm:cxn modelId="{3F94B14C-8861-43BB-9958-B160CDCBB1BB}" type="presParOf" srcId="{BF9E7FE0-1609-486A-B462-BF8226110184}" destId="{786E564A-DBC3-456D-80C9-0CDFF9D6E8E8}" srcOrd="7" destOrd="0" presId="urn:microsoft.com/office/officeart/2018/2/layout/IconVerticalSolidList"/>
    <dgm:cxn modelId="{665BAD29-D298-422F-BED7-D0E84B1A12D7}" type="presParOf" srcId="{BF9E7FE0-1609-486A-B462-BF8226110184}" destId="{535912AD-5FA3-49DA-B910-2648E2181E08}" srcOrd="8" destOrd="0" presId="urn:microsoft.com/office/officeart/2018/2/layout/IconVerticalSolidList"/>
    <dgm:cxn modelId="{1825265A-D206-4EE2-8677-F85E45E44D7C}" type="presParOf" srcId="{535912AD-5FA3-49DA-B910-2648E2181E08}" destId="{3F7986AE-C983-4386-A52A-A031E83E6B64}" srcOrd="0" destOrd="0" presId="urn:microsoft.com/office/officeart/2018/2/layout/IconVerticalSolidList"/>
    <dgm:cxn modelId="{A7FB0340-B527-4744-9542-37AC38824412}" type="presParOf" srcId="{535912AD-5FA3-49DA-B910-2648E2181E08}" destId="{8C020A81-DD8F-4945-A328-A5601D4475A2}" srcOrd="1" destOrd="0" presId="urn:microsoft.com/office/officeart/2018/2/layout/IconVerticalSolidList"/>
    <dgm:cxn modelId="{D62273BC-D065-4BFC-8361-A4A4026FB295}" type="presParOf" srcId="{535912AD-5FA3-49DA-B910-2648E2181E08}" destId="{72074B25-0D9C-4A0F-B1A1-3A498F2E688A}" srcOrd="2" destOrd="0" presId="urn:microsoft.com/office/officeart/2018/2/layout/IconVerticalSolidList"/>
    <dgm:cxn modelId="{6063AE9A-575A-4FEB-886D-4B32E6855CA2}" type="presParOf" srcId="{535912AD-5FA3-49DA-B910-2648E2181E08}" destId="{DDA464DE-5BB1-4200-9C09-4D993903E575}" srcOrd="3" destOrd="0" presId="urn:microsoft.com/office/officeart/2018/2/layout/IconVerticalSolidList"/>
    <dgm:cxn modelId="{74496618-D80F-4E8C-BABB-C1B5C8CE008D}" type="presParOf" srcId="{BF9E7FE0-1609-486A-B462-BF8226110184}" destId="{3C5E3FDF-C149-44D1-BC1F-151ABF0C7D28}" srcOrd="9" destOrd="0" presId="urn:microsoft.com/office/officeart/2018/2/layout/IconVerticalSolidList"/>
    <dgm:cxn modelId="{08C6A5C2-1640-441C-BC1B-3673487A561E}" type="presParOf" srcId="{BF9E7FE0-1609-486A-B462-BF8226110184}" destId="{6FE4DAF7-BA27-48B1-93BD-985E5FBA954B}" srcOrd="10" destOrd="0" presId="urn:microsoft.com/office/officeart/2018/2/layout/IconVerticalSolidList"/>
    <dgm:cxn modelId="{2B8BF168-B0FC-40CC-A28E-3BFE9C438D9C}" type="presParOf" srcId="{6FE4DAF7-BA27-48B1-93BD-985E5FBA954B}" destId="{C89B2E19-CF44-4870-9CEE-024A96F14FCB}" srcOrd="0" destOrd="0" presId="urn:microsoft.com/office/officeart/2018/2/layout/IconVerticalSolidList"/>
    <dgm:cxn modelId="{C52A1DD4-CA69-4005-93F1-42C0AB5FC47F}" type="presParOf" srcId="{6FE4DAF7-BA27-48B1-93BD-985E5FBA954B}" destId="{54FC859C-B6D0-44BB-8340-AD5181733463}" srcOrd="1" destOrd="0" presId="urn:microsoft.com/office/officeart/2018/2/layout/IconVerticalSolidList"/>
    <dgm:cxn modelId="{B328417C-5978-4EAC-B9FC-A77A492134EE}" type="presParOf" srcId="{6FE4DAF7-BA27-48B1-93BD-985E5FBA954B}" destId="{40842175-070C-40A8-B3A5-6E3375B0DD99}" srcOrd="2" destOrd="0" presId="urn:microsoft.com/office/officeart/2018/2/layout/IconVerticalSolidList"/>
    <dgm:cxn modelId="{483C4433-AB67-4398-B362-7E1ED15C7D74}" type="presParOf" srcId="{6FE4DAF7-BA27-48B1-93BD-985E5FBA954B}" destId="{C6137FF3-101B-4C97-89CF-710F533C2D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77409E-0D8D-4BCC-8FDA-7049D3560C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75FFADC-2573-4E85-A412-472EC4597DD0}">
      <dgm:prSet/>
      <dgm:spPr/>
      <dgm:t>
        <a:bodyPr/>
        <a:lstStyle/>
        <a:p>
          <a:pPr>
            <a:defRPr cap="all"/>
          </a:pPr>
          <a:r>
            <a:rPr lang="en-US"/>
            <a:t>Read Each Chapter Thoroughly</a:t>
          </a:r>
        </a:p>
      </dgm:t>
    </dgm:pt>
    <dgm:pt modelId="{23B4628F-0370-4F96-9FCD-98EED3677DD1}" type="parTrans" cxnId="{0AB57C8D-C310-4C82-8BAE-7E36D76C9E5B}">
      <dgm:prSet/>
      <dgm:spPr/>
      <dgm:t>
        <a:bodyPr/>
        <a:lstStyle/>
        <a:p>
          <a:endParaRPr lang="en-US"/>
        </a:p>
      </dgm:t>
    </dgm:pt>
    <dgm:pt modelId="{41510FC4-96EE-4104-843C-6F110C318777}" type="sibTrans" cxnId="{0AB57C8D-C310-4C82-8BAE-7E36D76C9E5B}">
      <dgm:prSet/>
      <dgm:spPr/>
      <dgm:t>
        <a:bodyPr/>
        <a:lstStyle/>
        <a:p>
          <a:endParaRPr lang="en-US"/>
        </a:p>
      </dgm:t>
    </dgm:pt>
    <dgm:pt modelId="{35747BAC-A54A-46E1-BF66-D4F5455707E0}">
      <dgm:prSet/>
      <dgm:spPr/>
      <dgm:t>
        <a:bodyPr/>
        <a:lstStyle/>
        <a:p>
          <a:pPr>
            <a:defRPr cap="all"/>
          </a:pPr>
          <a:r>
            <a:rPr lang="en-US"/>
            <a:t>Engage with the Content</a:t>
          </a:r>
        </a:p>
      </dgm:t>
    </dgm:pt>
    <dgm:pt modelId="{DEF667BD-EC06-48D1-8FAA-A35F074B6903}" type="parTrans" cxnId="{1E47D2C2-267F-4831-B0AE-C136FAAADB4C}">
      <dgm:prSet/>
      <dgm:spPr/>
      <dgm:t>
        <a:bodyPr/>
        <a:lstStyle/>
        <a:p>
          <a:endParaRPr lang="en-US"/>
        </a:p>
      </dgm:t>
    </dgm:pt>
    <dgm:pt modelId="{6B7EE086-11F9-4ADE-99AC-E3F1841CA40E}" type="sibTrans" cxnId="{1E47D2C2-267F-4831-B0AE-C136FAAADB4C}">
      <dgm:prSet/>
      <dgm:spPr/>
      <dgm:t>
        <a:bodyPr/>
        <a:lstStyle/>
        <a:p>
          <a:endParaRPr lang="en-US"/>
        </a:p>
      </dgm:t>
    </dgm:pt>
    <dgm:pt modelId="{303D25E8-C164-4162-8D80-91F5653A0F88}">
      <dgm:prSet/>
      <dgm:spPr/>
      <dgm:t>
        <a:bodyPr/>
        <a:lstStyle/>
        <a:p>
          <a:pPr>
            <a:defRPr cap="all"/>
          </a:pPr>
          <a:r>
            <a:rPr lang="en-US"/>
            <a:t>Test your knowledge</a:t>
          </a:r>
        </a:p>
      </dgm:t>
    </dgm:pt>
    <dgm:pt modelId="{D3A72247-1269-473F-BAA6-014AE52E45FE}" type="parTrans" cxnId="{6A345DA7-B841-494F-86C0-FAF5D951D45A}">
      <dgm:prSet/>
      <dgm:spPr/>
      <dgm:t>
        <a:bodyPr/>
        <a:lstStyle/>
        <a:p>
          <a:endParaRPr lang="en-US"/>
        </a:p>
      </dgm:t>
    </dgm:pt>
    <dgm:pt modelId="{46FEC354-9908-43B2-8135-05962FA64011}" type="sibTrans" cxnId="{6A345DA7-B841-494F-86C0-FAF5D951D45A}">
      <dgm:prSet/>
      <dgm:spPr/>
      <dgm:t>
        <a:bodyPr/>
        <a:lstStyle/>
        <a:p>
          <a:endParaRPr lang="en-US"/>
        </a:p>
      </dgm:t>
    </dgm:pt>
    <dgm:pt modelId="{F593AC4F-715B-4E39-BF9C-B2DBB2270112}">
      <dgm:prSet/>
      <dgm:spPr/>
      <dgm:t>
        <a:bodyPr/>
        <a:lstStyle/>
        <a:p>
          <a:pPr>
            <a:defRPr cap="all"/>
          </a:pPr>
          <a:r>
            <a:rPr lang="en-US"/>
            <a:t>Explore Labs</a:t>
          </a:r>
        </a:p>
      </dgm:t>
    </dgm:pt>
    <dgm:pt modelId="{DD18AAA1-FDBC-417F-AD10-605099A9A209}" type="parTrans" cxnId="{1AEAB073-717A-42F3-AC9D-2DDE6A95554B}">
      <dgm:prSet/>
      <dgm:spPr/>
      <dgm:t>
        <a:bodyPr/>
        <a:lstStyle/>
        <a:p>
          <a:endParaRPr lang="en-US"/>
        </a:p>
      </dgm:t>
    </dgm:pt>
    <dgm:pt modelId="{80CF367F-0EE0-406D-A6C8-738123F79FED}" type="sibTrans" cxnId="{1AEAB073-717A-42F3-AC9D-2DDE6A95554B}">
      <dgm:prSet/>
      <dgm:spPr/>
      <dgm:t>
        <a:bodyPr/>
        <a:lstStyle/>
        <a:p>
          <a:endParaRPr lang="en-US"/>
        </a:p>
      </dgm:t>
    </dgm:pt>
    <dgm:pt modelId="{920D0516-CFA7-40D5-BEDD-46138664C9A5}">
      <dgm:prSet/>
      <dgm:spPr/>
      <dgm:t>
        <a:bodyPr/>
        <a:lstStyle/>
        <a:p>
          <a:pPr>
            <a:defRPr cap="all"/>
          </a:pPr>
          <a:r>
            <a:rPr lang="en-US"/>
            <a:t>Review and Revisit</a:t>
          </a:r>
        </a:p>
      </dgm:t>
    </dgm:pt>
    <dgm:pt modelId="{0F1FA224-254C-489A-9912-0CE03BDD224F}" type="parTrans" cxnId="{D7C7B078-9260-4D78-A0FB-B4C26E67346A}">
      <dgm:prSet/>
      <dgm:spPr/>
      <dgm:t>
        <a:bodyPr/>
        <a:lstStyle/>
        <a:p>
          <a:endParaRPr lang="en-US"/>
        </a:p>
      </dgm:t>
    </dgm:pt>
    <dgm:pt modelId="{CC7FA2E0-C79F-4F2C-81A3-89CF31D31D04}" type="sibTrans" cxnId="{D7C7B078-9260-4D78-A0FB-B4C26E67346A}">
      <dgm:prSet/>
      <dgm:spPr/>
      <dgm:t>
        <a:bodyPr/>
        <a:lstStyle/>
        <a:p>
          <a:endParaRPr lang="en-US"/>
        </a:p>
      </dgm:t>
    </dgm:pt>
    <dgm:pt modelId="{7F3F5D2E-CDCD-401C-ABD3-C4A43587E621}">
      <dgm:prSet/>
      <dgm:spPr/>
      <dgm:t>
        <a:bodyPr/>
        <a:lstStyle/>
        <a:p>
          <a:pPr>
            <a:defRPr cap="all"/>
          </a:pPr>
          <a:r>
            <a:rPr lang="en-US"/>
            <a:t>Pace yourself</a:t>
          </a:r>
        </a:p>
      </dgm:t>
    </dgm:pt>
    <dgm:pt modelId="{9FE5A09E-0B2A-42FC-84C8-C87F3813FDA1}" type="parTrans" cxnId="{64BBA9F1-2DA4-4CFB-8765-F9D1BAA75907}">
      <dgm:prSet/>
      <dgm:spPr/>
      <dgm:t>
        <a:bodyPr/>
        <a:lstStyle/>
        <a:p>
          <a:endParaRPr lang="en-US"/>
        </a:p>
      </dgm:t>
    </dgm:pt>
    <dgm:pt modelId="{A1F10B01-BA1C-427A-9F42-FA5CE93F2B70}" type="sibTrans" cxnId="{64BBA9F1-2DA4-4CFB-8765-F9D1BAA75907}">
      <dgm:prSet/>
      <dgm:spPr/>
      <dgm:t>
        <a:bodyPr/>
        <a:lstStyle/>
        <a:p>
          <a:endParaRPr lang="en-US"/>
        </a:p>
      </dgm:t>
    </dgm:pt>
    <dgm:pt modelId="{5B44D5B0-A495-4AFA-B0FE-C822A8FE708F}" type="pres">
      <dgm:prSet presAssocID="{BD77409E-0D8D-4BCC-8FDA-7049D3560CB4}" presName="root" presStyleCnt="0">
        <dgm:presLayoutVars>
          <dgm:dir/>
          <dgm:resizeHandles val="exact"/>
        </dgm:presLayoutVars>
      </dgm:prSet>
      <dgm:spPr/>
    </dgm:pt>
    <dgm:pt modelId="{C1D7FD72-39E2-4150-9E73-55A1FCB993EB}" type="pres">
      <dgm:prSet presAssocID="{275FFADC-2573-4E85-A412-472EC4597DD0}" presName="compNode" presStyleCnt="0"/>
      <dgm:spPr/>
    </dgm:pt>
    <dgm:pt modelId="{3767D23D-C9C2-445F-B1EA-D051A2EFEA40}" type="pres">
      <dgm:prSet presAssocID="{275FFADC-2573-4E85-A412-472EC4597DD0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474BCE2-EC9D-4589-BA7E-684E0A1E9CFE}" type="pres">
      <dgm:prSet presAssocID="{275FFADC-2573-4E85-A412-472EC4597DD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6907C18-A989-47F4-B6E9-E62ACDFE9CBE}" type="pres">
      <dgm:prSet presAssocID="{275FFADC-2573-4E85-A412-472EC4597DD0}" presName="spaceRect" presStyleCnt="0"/>
      <dgm:spPr/>
    </dgm:pt>
    <dgm:pt modelId="{35168562-01F4-49A7-AD59-901D9FBDBA7B}" type="pres">
      <dgm:prSet presAssocID="{275FFADC-2573-4E85-A412-472EC4597DD0}" presName="textRect" presStyleLbl="revTx" presStyleIdx="0" presStyleCnt="6">
        <dgm:presLayoutVars>
          <dgm:chMax val="1"/>
          <dgm:chPref val="1"/>
        </dgm:presLayoutVars>
      </dgm:prSet>
      <dgm:spPr/>
    </dgm:pt>
    <dgm:pt modelId="{4E239BB9-EF07-4EFE-921C-D9C845D189D2}" type="pres">
      <dgm:prSet presAssocID="{41510FC4-96EE-4104-843C-6F110C318777}" presName="sibTrans" presStyleCnt="0"/>
      <dgm:spPr/>
    </dgm:pt>
    <dgm:pt modelId="{B5E836BA-E4AA-4E6A-81B5-55E13303B173}" type="pres">
      <dgm:prSet presAssocID="{35747BAC-A54A-46E1-BF66-D4F5455707E0}" presName="compNode" presStyleCnt="0"/>
      <dgm:spPr/>
    </dgm:pt>
    <dgm:pt modelId="{BB7FC0F2-DA7D-4026-9E52-99806DB821BE}" type="pres">
      <dgm:prSet presAssocID="{35747BAC-A54A-46E1-BF66-D4F5455707E0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73C1E73-BAC5-44EB-A97A-0936FCCA085F}" type="pres">
      <dgm:prSet presAssocID="{35747BAC-A54A-46E1-BF66-D4F5455707E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B9219AA-427C-419A-AB47-DB20B10AE752}" type="pres">
      <dgm:prSet presAssocID="{35747BAC-A54A-46E1-BF66-D4F5455707E0}" presName="spaceRect" presStyleCnt="0"/>
      <dgm:spPr/>
    </dgm:pt>
    <dgm:pt modelId="{B590770A-2C6C-46F9-AB20-4CCAC499DEBD}" type="pres">
      <dgm:prSet presAssocID="{35747BAC-A54A-46E1-BF66-D4F5455707E0}" presName="textRect" presStyleLbl="revTx" presStyleIdx="1" presStyleCnt="6">
        <dgm:presLayoutVars>
          <dgm:chMax val="1"/>
          <dgm:chPref val="1"/>
        </dgm:presLayoutVars>
      </dgm:prSet>
      <dgm:spPr/>
    </dgm:pt>
    <dgm:pt modelId="{B0F191DC-5BCD-4EB4-9C09-F51F7A23DD81}" type="pres">
      <dgm:prSet presAssocID="{6B7EE086-11F9-4ADE-99AC-E3F1841CA40E}" presName="sibTrans" presStyleCnt="0"/>
      <dgm:spPr/>
    </dgm:pt>
    <dgm:pt modelId="{1FF3A0DE-81FD-47FE-A170-3D4969B344CA}" type="pres">
      <dgm:prSet presAssocID="{303D25E8-C164-4162-8D80-91F5653A0F88}" presName="compNode" presStyleCnt="0"/>
      <dgm:spPr/>
    </dgm:pt>
    <dgm:pt modelId="{3FD7C592-3860-4736-B859-D359D82800BE}" type="pres">
      <dgm:prSet presAssocID="{303D25E8-C164-4162-8D80-91F5653A0F88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983ED31-2D98-4644-809C-AD0F82213705}" type="pres">
      <dgm:prSet presAssocID="{303D25E8-C164-4162-8D80-91F5653A0F8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E6975EE-E147-4A87-8D3D-B3255FAF2F65}" type="pres">
      <dgm:prSet presAssocID="{303D25E8-C164-4162-8D80-91F5653A0F88}" presName="spaceRect" presStyleCnt="0"/>
      <dgm:spPr/>
    </dgm:pt>
    <dgm:pt modelId="{F4FA2D04-2E20-4F2C-8DAB-98DA1953590A}" type="pres">
      <dgm:prSet presAssocID="{303D25E8-C164-4162-8D80-91F5653A0F88}" presName="textRect" presStyleLbl="revTx" presStyleIdx="2" presStyleCnt="6">
        <dgm:presLayoutVars>
          <dgm:chMax val="1"/>
          <dgm:chPref val="1"/>
        </dgm:presLayoutVars>
      </dgm:prSet>
      <dgm:spPr/>
    </dgm:pt>
    <dgm:pt modelId="{873379A9-21CC-4BC1-B56E-C29E1B7DB83A}" type="pres">
      <dgm:prSet presAssocID="{46FEC354-9908-43B2-8135-05962FA64011}" presName="sibTrans" presStyleCnt="0"/>
      <dgm:spPr/>
    </dgm:pt>
    <dgm:pt modelId="{3BE8155C-F319-4D31-A37B-3D89A8181038}" type="pres">
      <dgm:prSet presAssocID="{F593AC4F-715B-4E39-BF9C-B2DBB2270112}" presName="compNode" presStyleCnt="0"/>
      <dgm:spPr/>
    </dgm:pt>
    <dgm:pt modelId="{D6817316-6A7B-4B55-8CBF-2E5FEFF0CF70}" type="pres">
      <dgm:prSet presAssocID="{F593AC4F-715B-4E39-BF9C-B2DBB2270112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ED8E8F0-D911-408C-85F7-09616EC7ECB7}" type="pres">
      <dgm:prSet presAssocID="{F593AC4F-715B-4E39-BF9C-B2DBB227011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493A9975-E5EF-4294-9129-48DA9FF02928}" type="pres">
      <dgm:prSet presAssocID="{F593AC4F-715B-4E39-BF9C-B2DBB2270112}" presName="spaceRect" presStyleCnt="0"/>
      <dgm:spPr/>
    </dgm:pt>
    <dgm:pt modelId="{AB769D82-546D-476C-8C75-543B69F35400}" type="pres">
      <dgm:prSet presAssocID="{F593AC4F-715B-4E39-BF9C-B2DBB2270112}" presName="textRect" presStyleLbl="revTx" presStyleIdx="3" presStyleCnt="6">
        <dgm:presLayoutVars>
          <dgm:chMax val="1"/>
          <dgm:chPref val="1"/>
        </dgm:presLayoutVars>
      </dgm:prSet>
      <dgm:spPr/>
    </dgm:pt>
    <dgm:pt modelId="{03DC626A-F686-422E-B57C-6E0106C79507}" type="pres">
      <dgm:prSet presAssocID="{80CF367F-0EE0-406D-A6C8-738123F79FED}" presName="sibTrans" presStyleCnt="0"/>
      <dgm:spPr/>
    </dgm:pt>
    <dgm:pt modelId="{A72F963F-CF0E-43DA-91BD-F936AFD20AD9}" type="pres">
      <dgm:prSet presAssocID="{920D0516-CFA7-40D5-BEDD-46138664C9A5}" presName="compNode" presStyleCnt="0"/>
      <dgm:spPr/>
    </dgm:pt>
    <dgm:pt modelId="{4B5745E4-3911-42E8-AAEF-76C44C12E233}" type="pres">
      <dgm:prSet presAssocID="{920D0516-CFA7-40D5-BEDD-46138664C9A5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12A92FE-8CAF-4F1D-8C46-327B1247F755}" type="pres">
      <dgm:prSet presAssocID="{920D0516-CFA7-40D5-BEDD-46138664C9A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969EFF4D-9DF9-4604-ADC5-45EC5AFF30E2}" type="pres">
      <dgm:prSet presAssocID="{920D0516-CFA7-40D5-BEDD-46138664C9A5}" presName="spaceRect" presStyleCnt="0"/>
      <dgm:spPr/>
    </dgm:pt>
    <dgm:pt modelId="{89B35B37-9D6F-480A-838D-1841770734A2}" type="pres">
      <dgm:prSet presAssocID="{920D0516-CFA7-40D5-BEDD-46138664C9A5}" presName="textRect" presStyleLbl="revTx" presStyleIdx="4" presStyleCnt="6">
        <dgm:presLayoutVars>
          <dgm:chMax val="1"/>
          <dgm:chPref val="1"/>
        </dgm:presLayoutVars>
      </dgm:prSet>
      <dgm:spPr/>
    </dgm:pt>
    <dgm:pt modelId="{313378D7-183E-4725-A500-FF941DDB8914}" type="pres">
      <dgm:prSet presAssocID="{CC7FA2E0-C79F-4F2C-81A3-89CF31D31D04}" presName="sibTrans" presStyleCnt="0"/>
      <dgm:spPr/>
    </dgm:pt>
    <dgm:pt modelId="{9D31AEFE-45B8-4304-BED8-DA551164233F}" type="pres">
      <dgm:prSet presAssocID="{7F3F5D2E-CDCD-401C-ABD3-C4A43587E621}" presName="compNode" presStyleCnt="0"/>
      <dgm:spPr/>
    </dgm:pt>
    <dgm:pt modelId="{F1ECB7F9-5F19-46BC-8BA1-7C2E3FABB46F}" type="pres">
      <dgm:prSet presAssocID="{7F3F5D2E-CDCD-401C-ABD3-C4A43587E621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0AD67DD-4FA1-4DB1-A3BC-3DAB6CB592E6}" type="pres">
      <dgm:prSet presAssocID="{7F3F5D2E-CDCD-401C-ABD3-C4A43587E62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EE2A8A0-737D-4A83-9C79-6C27C6B624E6}" type="pres">
      <dgm:prSet presAssocID="{7F3F5D2E-CDCD-401C-ABD3-C4A43587E621}" presName="spaceRect" presStyleCnt="0"/>
      <dgm:spPr/>
    </dgm:pt>
    <dgm:pt modelId="{DBEFB084-5647-4E5C-A8BA-37CBBC35B1F3}" type="pres">
      <dgm:prSet presAssocID="{7F3F5D2E-CDCD-401C-ABD3-C4A43587E62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DF17410-83E9-47EC-ABA3-99AC3357E3D5}" type="presOf" srcId="{275FFADC-2573-4E85-A412-472EC4597DD0}" destId="{35168562-01F4-49A7-AD59-901D9FBDBA7B}" srcOrd="0" destOrd="0" presId="urn:microsoft.com/office/officeart/2018/5/layout/IconLeafLabelList"/>
    <dgm:cxn modelId="{A5F3E620-4F0B-49AA-A9C6-C7B3BF3FA839}" type="presOf" srcId="{F593AC4F-715B-4E39-BF9C-B2DBB2270112}" destId="{AB769D82-546D-476C-8C75-543B69F35400}" srcOrd="0" destOrd="0" presId="urn:microsoft.com/office/officeart/2018/5/layout/IconLeafLabelList"/>
    <dgm:cxn modelId="{1AEAB073-717A-42F3-AC9D-2DDE6A95554B}" srcId="{BD77409E-0D8D-4BCC-8FDA-7049D3560CB4}" destId="{F593AC4F-715B-4E39-BF9C-B2DBB2270112}" srcOrd="3" destOrd="0" parTransId="{DD18AAA1-FDBC-417F-AD10-605099A9A209}" sibTransId="{80CF367F-0EE0-406D-A6C8-738123F79FED}"/>
    <dgm:cxn modelId="{E1099D55-D449-497F-8CCA-8697FF982C5C}" type="presOf" srcId="{920D0516-CFA7-40D5-BEDD-46138664C9A5}" destId="{89B35B37-9D6F-480A-838D-1841770734A2}" srcOrd="0" destOrd="0" presId="urn:microsoft.com/office/officeart/2018/5/layout/IconLeafLabelList"/>
    <dgm:cxn modelId="{D7C7B078-9260-4D78-A0FB-B4C26E67346A}" srcId="{BD77409E-0D8D-4BCC-8FDA-7049D3560CB4}" destId="{920D0516-CFA7-40D5-BEDD-46138664C9A5}" srcOrd="4" destOrd="0" parTransId="{0F1FA224-254C-489A-9912-0CE03BDD224F}" sibTransId="{CC7FA2E0-C79F-4F2C-81A3-89CF31D31D04}"/>
    <dgm:cxn modelId="{F9132182-B82C-4553-A7A7-86B16A5BDA66}" type="presOf" srcId="{35747BAC-A54A-46E1-BF66-D4F5455707E0}" destId="{B590770A-2C6C-46F9-AB20-4CCAC499DEBD}" srcOrd="0" destOrd="0" presId="urn:microsoft.com/office/officeart/2018/5/layout/IconLeafLabelList"/>
    <dgm:cxn modelId="{0AB57C8D-C310-4C82-8BAE-7E36D76C9E5B}" srcId="{BD77409E-0D8D-4BCC-8FDA-7049D3560CB4}" destId="{275FFADC-2573-4E85-A412-472EC4597DD0}" srcOrd="0" destOrd="0" parTransId="{23B4628F-0370-4F96-9FCD-98EED3677DD1}" sibTransId="{41510FC4-96EE-4104-843C-6F110C318777}"/>
    <dgm:cxn modelId="{339CB993-215F-4CA6-92E7-DE31FDA77810}" type="presOf" srcId="{303D25E8-C164-4162-8D80-91F5653A0F88}" destId="{F4FA2D04-2E20-4F2C-8DAB-98DA1953590A}" srcOrd="0" destOrd="0" presId="urn:microsoft.com/office/officeart/2018/5/layout/IconLeafLabelList"/>
    <dgm:cxn modelId="{6A345DA7-B841-494F-86C0-FAF5D951D45A}" srcId="{BD77409E-0D8D-4BCC-8FDA-7049D3560CB4}" destId="{303D25E8-C164-4162-8D80-91F5653A0F88}" srcOrd="2" destOrd="0" parTransId="{D3A72247-1269-473F-BAA6-014AE52E45FE}" sibTransId="{46FEC354-9908-43B2-8135-05962FA64011}"/>
    <dgm:cxn modelId="{1E47D2C2-267F-4831-B0AE-C136FAAADB4C}" srcId="{BD77409E-0D8D-4BCC-8FDA-7049D3560CB4}" destId="{35747BAC-A54A-46E1-BF66-D4F5455707E0}" srcOrd="1" destOrd="0" parTransId="{DEF667BD-EC06-48D1-8FAA-A35F074B6903}" sibTransId="{6B7EE086-11F9-4ADE-99AC-E3F1841CA40E}"/>
    <dgm:cxn modelId="{A08CA5DD-00C5-42C0-B1C9-5DE7BC562D36}" type="presOf" srcId="{7F3F5D2E-CDCD-401C-ABD3-C4A43587E621}" destId="{DBEFB084-5647-4E5C-A8BA-37CBBC35B1F3}" srcOrd="0" destOrd="0" presId="urn:microsoft.com/office/officeart/2018/5/layout/IconLeafLabelList"/>
    <dgm:cxn modelId="{FB76DEE8-E016-4840-B1FA-5C8DF3B04667}" type="presOf" srcId="{BD77409E-0D8D-4BCC-8FDA-7049D3560CB4}" destId="{5B44D5B0-A495-4AFA-B0FE-C822A8FE708F}" srcOrd="0" destOrd="0" presId="urn:microsoft.com/office/officeart/2018/5/layout/IconLeafLabelList"/>
    <dgm:cxn modelId="{64BBA9F1-2DA4-4CFB-8765-F9D1BAA75907}" srcId="{BD77409E-0D8D-4BCC-8FDA-7049D3560CB4}" destId="{7F3F5D2E-CDCD-401C-ABD3-C4A43587E621}" srcOrd="5" destOrd="0" parTransId="{9FE5A09E-0B2A-42FC-84C8-C87F3813FDA1}" sibTransId="{A1F10B01-BA1C-427A-9F42-FA5CE93F2B70}"/>
    <dgm:cxn modelId="{299E7879-9FF4-4349-AD54-F74FC2C0C08F}" type="presParOf" srcId="{5B44D5B0-A495-4AFA-B0FE-C822A8FE708F}" destId="{C1D7FD72-39E2-4150-9E73-55A1FCB993EB}" srcOrd="0" destOrd="0" presId="urn:microsoft.com/office/officeart/2018/5/layout/IconLeafLabelList"/>
    <dgm:cxn modelId="{B3972342-BED9-487C-8175-48A8B47EF4F9}" type="presParOf" srcId="{C1D7FD72-39E2-4150-9E73-55A1FCB993EB}" destId="{3767D23D-C9C2-445F-B1EA-D051A2EFEA40}" srcOrd="0" destOrd="0" presId="urn:microsoft.com/office/officeart/2018/5/layout/IconLeafLabelList"/>
    <dgm:cxn modelId="{D290060F-859C-4F00-9AE2-BD20750408E6}" type="presParOf" srcId="{C1D7FD72-39E2-4150-9E73-55A1FCB993EB}" destId="{1474BCE2-EC9D-4589-BA7E-684E0A1E9CFE}" srcOrd="1" destOrd="0" presId="urn:microsoft.com/office/officeart/2018/5/layout/IconLeafLabelList"/>
    <dgm:cxn modelId="{AB05372E-C742-40A1-ADD9-6BED08421C95}" type="presParOf" srcId="{C1D7FD72-39E2-4150-9E73-55A1FCB993EB}" destId="{96907C18-A989-47F4-B6E9-E62ACDFE9CBE}" srcOrd="2" destOrd="0" presId="urn:microsoft.com/office/officeart/2018/5/layout/IconLeafLabelList"/>
    <dgm:cxn modelId="{D9ED380A-824F-4F3E-A5BC-A7C0F1C6A409}" type="presParOf" srcId="{C1D7FD72-39E2-4150-9E73-55A1FCB993EB}" destId="{35168562-01F4-49A7-AD59-901D9FBDBA7B}" srcOrd="3" destOrd="0" presId="urn:microsoft.com/office/officeart/2018/5/layout/IconLeafLabelList"/>
    <dgm:cxn modelId="{3B2254A1-9F06-4B4A-A406-D932C69E55FB}" type="presParOf" srcId="{5B44D5B0-A495-4AFA-B0FE-C822A8FE708F}" destId="{4E239BB9-EF07-4EFE-921C-D9C845D189D2}" srcOrd="1" destOrd="0" presId="urn:microsoft.com/office/officeart/2018/5/layout/IconLeafLabelList"/>
    <dgm:cxn modelId="{9C91CF6E-06C5-4677-BE06-515237448902}" type="presParOf" srcId="{5B44D5B0-A495-4AFA-B0FE-C822A8FE708F}" destId="{B5E836BA-E4AA-4E6A-81B5-55E13303B173}" srcOrd="2" destOrd="0" presId="urn:microsoft.com/office/officeart/2018/5/layout/IconLeafLabelList"/>
    <dgm:cxn modelId="{7A0D0D7B-10A5-4D5E-A368-9376348ECCEE}" type="presParOf" srcId="{B5E836BA-E4AA-4E6A-81B5-55E13303B173}" destId="{BB7FC0F2-DA7D-4026-9E52-99806DB821BE}" srcOrd="0" destOrd="0" presId="urn:microsoft.com/office/officeart/2018/5/layout/IconLeafLabelList"/>
    <dgm:cxn modelId="{89989A7F-65D1-4A32-8AAB-6180478380AA}" type="presParOf" srcId="{B5E836BA-E4AA-4E6A-81B5-55E13303B173}" destId="{C73C1E73-BAC5-44EB-A97A-0936FCCA085F}" srcOrd="1" destOrd="0" presId="urn:microsoft.com/office/officeart/2018/5/layout/IconLeafLabelList"/>
    <dgm:cxn modelId="{5A895D5C-7EBC-40CD-BB3D-C0D9298EB3CD}" type="presParOf" srcId="{B5E836BA-E4AA-4E6A-81B5-55E13303B173}" destId="{5B9219AA-427C-419A-AB47-DB20B10AE752}" srcOrd="2" destOrd="0" presId="urn:microsoft.com/office/officeart/2018/5/layout/IconLeafLabelList"/>
    <dgm:cxn modelId="{4BA9B843-7B78-4A33-9AF6-1CE28F2D57AB}" type="presParOf" srcId="{B5E836BA-E4AA-4E6A-81B5-55E13303B173}" destId="{B590770A-2C6C-46F9-AB20-4CCAC499DEBD}" srcOrd="3" destOrd="0" presId="urn:microsoft.com/office/officeart/2018/5/layout/IconLeafLabelList"/>
    <dgm:cxn modelId="{0A97D34A-5621-4F9B-A8A1-C75352395CC0}" type="presParOf" srcId="{5B44D5B0-A495-4AFA-B0FE-C822A8FE708F}" destId="{B0F191DC-5BCD-4EB4-9C09-F51F7A23DD81}" srcOrd="3" destOrd="0" presId="urn:microsoft.com/office/officeart/2018/5/layout/IconLeafLabelList"/>
    <dgm:cxn modelId="{B9158DAD-71A4-4C1D-9CAF-53C4EA6CECF8}" type="presParOf" srcId="{5B44D5B0-A495-4AFA-B0FE-C822A8FE708F}" destId="{1FF3A0DE-81FD-47FE-A170-3D4969B344CA}" srcOrd="4" destOrd="0" presId="urn:microsoft.com/office/officeart/2018/5/layout/IconLeafLabelList"/>
    <dgm:cxn modelId="{6BE719A9-BAF6-4FF9-A609-A3A96A9CC025}" type="presParOf" srcId="{1FF3A0DE-81FD-47FE-A170-3D4969B344CA}" destId="{3FD7C592-3860-4736-B859-D359D82800BE}" srcOrd="0" destOrd="0" presId="urn:microsoft.com/office/officeart/2018/5/layout/IconLeafLabelList"/>
    <dgm:cxn modelId="{FF3646EA-8BB4-4875-8B97-F66576C91F8C}" type="presParOf" srcId="{1FF3A0DE-81FD-47FE-A170-3D4969B344CA}" destId="{4983ED31-2D98-4644-809C-AD0F82213705}" srcOrd="1" destOrd="0" presId="urn:microsoft.com/office/officeart/2018/5/layout/IconLeafLabelList"/>
    <dgm:cxn modelId="{8BFE84F9-4F49-4325-AC4E-2965A8D76B39}" type="presParOf" srcId="{1FF3A0DE-81FD-47FE-A170-3D4969B344CA}" destId="{FE6975EE-E147-4A87-8D3D-B3255FAF2F65}" srcOrd="2" destOrd="0" presId="urn:microsoft.com/office/officeart/2018/5/layout/IconLeafLabelList"/>
    <dgm:cxn modelId="{0919D182-58CE-4422-9790-52E6111D4380}" type="presParOf" srcId="{1FF3A0DE-81FD-47FE-A170-3D4969B344CA}" destId="{F4FA2D04-2E20-4F2C-8DAB-98DA1953590A}" srcOrd="3" destOrd="0" presId="urn:microsoft.com/office/officeart/2018/5/layout/IconLeafLabelList"/>
    <dgm:cxn modelId="{3FCF83B9-700F-4EE9-9564-ABA55FA94ECB}" type="presParOf" srcId="{5B44D5B0-A495-4AFA-B0FE-C822A8FE708F}" destId="{873379A9-21CC-4BC1-B56E-C29E1B7DB83A}" srcOrd="5" destOrd="0" presId="urn:microsoft.com/office/officeart/2018/5/layout/IconLeafLabelList"/>
    <dgm:cxn modelId="{184F3AD5-5AB8-4AF5-959E-45CC216128A6}" type="presParOf" srcId="{5B44D5B0-A495-4AFA-B0FE-C822A8FE708F}" destId="{3BE8155C-F319-4D31-A37B-3D89A8181038}" srcOrd="6" destOrd="0" presId="urn:microsoft.com/office/officeart/2018/5/layout/IconLeafLabelList"/>
    <dgm:cxn modelId="{FA62C823-81AD-4E03-A88C-34BCC546BD96}" type="presParOf" srcId="{3BE8155C-F319-4D31-A37B-3D89A8181038}" destId="{D6817316-6A7B-4B55-8CBF-2E5FEFF0CF70}" srcOrd="0" destOrd="0" presId="urn:microsoft.com/office/officeart/2018/5/layout/IconLeafLabelList"/>
    <dgm:cxn modelId="{79BB1293-4284-42D3-8FE6-8148D912C88A}" type="presParOf" srcId="{3BE8155C-F319-4D31-A37B-3D89A8181038}" destId="{0ED8E8F0-D911-408C-85F7-09616EC7ECB7}" srcOrd="1" destOrd="0" presId="urn:microsoft.com/office/officeart/2018/5/layout/IconLeafLabelList"/>
    <dgm:cxn modelId="{0A4D1C6B-E2BE-458F-8923-B4045086A164}" type="presParOf" srcId="{3BE8155C-F319-4D31-A37B-3D89A8181038}" destId="{493A9975-E5EF-4294-9129-48DA9FF02928}" srcOrd="2" destOrd="0" presId="urn:microsoft.com/office/officeart/2018/5/layout/IconLeafLabelList"/>
    <dgm:cxn modelId="{C72A0E4F-6F7B-4F0B-A6B3-7EEA42AC7220}" type="presParOf" srcId="{3BE8155C-F319-4D31-A37B-3D89A8181038}" destId="{AB769D82-546D-476C-8C75-543B69F35400}" srcOrd="3" destOrd="0" presId="urn:microsoft.com/office/officeart/2018/5/layout/IconLeafLabelList"/>
    <dgm:cxn modelId="{88F016C5-BED5-4FE0-8FE5-D977C126E4AA}" type="presParOf" srcId="{5B44D5B0-A495-4AFA-B0FE-C822A8FE708F}" destId="{03DC626A-F686-422E-B57C-6E0106C79507}" srcOrd="7" destOrd="0" presId="urn:microsoft.com/office/officeart/2018/5/layout/IconLeafLabelList"/>
    <dgm:cxn modelId="{6DD3B689-BFBD-4A19-8881-F48BEF8AED80}" type="presParOf" srcId="{5B44D5B0-A495-4AFA-B0FE-C822A8FE708F}" destId="{A72F963F-CF0E-43DA-91BD-F936AFD20AD9}" srcOrd="8" destOrd="0" presId="urn:microsoft.com/office/officeart/2018/5/layout/IconLeafLabelList"/>
    <dgm:cxn modelId="{DB0E6025-CF2E-40F8-91DD-F1E244A02AA9}" type="presParOf" srcId="{A72F963F-CF0E-43DA-91BD-F936AFD20AD9}" destId="{4B5745E4-3911-42E8-AAEF-76C44C12E233}" srcOrd="0" destOrd="0" presId="urn:microsoft.com/office/officeart/2018/5/layout/IconLeafLabelList"/>
    <dgm:cxn modelId="{724ED60E-2EB5-4F05-8857-0972211268D2}" type="presParOf" srcId="{A72F963F-CF0E-43DA-91BD-F936AFD20AD9}" destId="{212A92FE-8CAF-4F1D-8C46-327B1247F755}" srcOrd="1" destOrd="0" presId="urn:microsoft.com/office/officeart/2018/5/layout/IconLeafLabelList"/>
    <dgm:cxn modelId="{395E397C-B725-4164-94C2-B45E6CC5DE6F}" type="presParOf" srcId="{A72F963F-CF0E-43DA-91BD-F936AFD20AD9}" destId="{969EFF4D-9DF9-4604-ADC5-45EC5AFF30E2}" srcOrd="2" destOrd="0" presId="urn:microsoft.com/office/officeart/2018/5/layout/IconLeafLabelList"/>
    <dgm:cxn modelId="{ED8351FF-144C-46A2-A9F7-DA06691C97D8}" type="presParOf" srcId="{A72F963F-CF0E-43DA-91BD-F936AFD20AD9}" destId="{89B35B37-9D6F-480A-838D-1841770734A2}" srcOrd="3" destOrd="0" presId="urn:microsoft.com/office/officeart/2018/5/layout/IconLeafLabelList"/>
    <dgm:cxn modelId="{AB9BBD64-DFA9-4488-A80F-265B87ECAB14}" type="presParOf" srcId="{5B44D5B0-A495-4AFA-B0FE-C822A8FE708F}" destId="{313378D7-183E-4725-A500-FF941DDB8914}" srcOrd="9" destOrd="0" presId="urn:microsoft.com/office/officeart/2018/5/layout/IconLeafLabelList"/>
    <dgm:cxn modelId="{630B191A-2490-4AEC-9CA3-D9C71BE074D8}" type="presParOf" srcId="{5B44D5B0-A495-4AFA-B0FE-C822A8FE708F}" destId="{9D31AEFE-45B8-4304-BED8-DA551164233F}" srcOrd="10" destOrd="0" presId="urn:microsoft.com/office/officeart/2018/5/layout/IconLeafLabelList"/>
    <dgm:cxn modelId="{8097D41A-6D1B-4BCA-8D43-776907DD8B18}" type="presParOf" srcId="{9D31AEFE-45B8-4304-BED8-DA551164233F}" destId="{F1ECB7F9-5F19-46BC-8BA1-7C2E3FABB46F}" srcOrd="0" destOrd="0" presId="urn:microsoft.com/office/officeart/2018/5/layout/IconLeafLabelList"/>
    <dgm:cxn modelId="{8828C046-0C67-4462-9271-BE52E5EDA3C3}" type="presParOf" srcId="{9D31AEFE-45B8-4304-BED8-DA551164233F}" destId="{70AD67DD-4FA1-4DB1-A3BC-3DAB6CB592E6}" srcOrd="1" destOrd="0" presId="urn:microsoft.com/office/officeart/2018/5/layout/IconLeafLabelList"/>
    <dgm:cxn modelId="{6B2E0D01-E5D5-45E9-90DA-BBE4B0814083}" type="presParOf" srcId="{9D31AEFE-45B8-4304-BED8-DA551164233F}" destId="{8EE2A8A0-737D-4A83-9C79-6C27C6B624E6}" srcOrd="2" destOrd="0" presId="urn:microsoft.com/office/officeart/2018/5/layout/IconLeafLabelList"/>
    <dgm:cxn modelId="{EE7D8E57-0ED9-4F70-852B-EB34A94397B3}" type="presParOf" srcId="{9D31AEFE-45B8-4304-BED8-DA551164233F}" destId="{DBEFB084-5647-4E5C-A8BA-37CBBC35B1F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5CD0A-9FBE-4306-A4D7-25E57EAD9E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9AE5DD-FAF5-4930-824B-EA1C612860B6}">
      <dgm:prSet/>
      <dgm:spPr/>
      <dgm:t>
        <a:bodyPr/>
        <a:lstStyle/>
        <a:p>
          <a:r>
            <a:rPr lang="en-US"/>
            <a:t>Know Your Objectives</a:t>
          </a:r>
        </a:p>
      </dgm:t>
    </dgm:pt>
    <dgm:pt modelId="{0470D11E-922F-4306-8273-3C498E1BB4D9}" type="parTrans" cxnId="{DB383262-E25C-4EC1-BA6D-CAB3AEA68377}">
      <dgm:prSet/>
      <dgm:spPr/>
      <dgm:t>
        <a:bodyPr/>
        <a:lstStyle/>
        <a:p>
          <a:endParaRPr lang="en-US"/>
        </a:p>
      </dgm:t>
    </dgm:pt>
    <dgm:pt modelId="{E0E6D3D3-EEBA-4916-9120-6E7DA43A94B8}" type="sibTrans" cxnId="{DB383262-E25C-4EC1-BA6D-CAB3AEA68377}">
      <dgm:prSet/>
      <dgm:spPr/>
      <dgm:t>
        <a:bodyPr/>
        <a:lstStyle/>
        <a:p>
          <a:endParaRPr lang="en-US"/>
        </a:p>
      </dgm:t>
    </dgm:pt>
    <dgm:pt modelId="{745B6F7C-0F30-4B51-B6B0-68FADB563824}">
      <dgm:prSet/>
      <dgm:spPr/>
      <dgm:t>
        <a:bodyPr/>
        <a:lstStyle/>
        <a:p>
          <a:r>
            <a:rPr lang="en-US"/>
            <a:t>Take Practice Exams</a:t>
          </a:r>
        </a:p>
      </dgm:t>
    </dgm:pt>
    <dgm:pt modelId="{B8CA90A0-D579-4C7F-8F3B-67E18F851096}" type="parTrans" cxnId="{7B4E668F-E8E2-43BC-A41F-8ED0FA4D2496}">
      <dgm:prSet/>
      <dgm:spPr/>
      <dgm:t>
        <a:bodyPr/>
        <a:lstStyle/>
        <a:p>
          <a:endParaRPr lang="en-US"/>
        </a:p>
      </dgm:t>
    </dgm:pt>
    <dgm:pt modelId="{FF7B73ED-18BD-42B5-8836-3BF23BA8B56B}" type="sibTrans" cxnId="{7B4E668F-E8E2-43BC-A41F-8ED0FA4D2496}">
      <dgm:prSet/>
      <dgm:spPr/>
      <dgm:t>
        <a:bodyPr/>
        <a:lstStyle/>
        <a:p>
          <a:endParaRPr lang="en-US"/>
        </a:p>
      </dgm:t>
    </dgm:pt>
    <dgm:pt modelId="{1243DAD2-21D5-402B-AB4D-81377A43965E}">
      <dgm:prSet/>
      <dgm:spPr/>
      <dgm:t>
        <a:bodyPr/>
        <a:lstStyle/>
        <a:p>
          <a:r>
            <a:rPr lang="en-US"/>
            <a:t>Simulate Exam Conditions</a:t>
          </a:r>
        </a:p>
      </dgm:t>
    </dgm:pt>
    <dgm:pt modelId="{13EEE789-71D0-4DAF-9CDB-72CDB334BDF2}" type="parTrans" cxnId="{DC4987A0-E622-4A08-8C7F-84977E0440BC}">
      <dgm:prSet/>
      <dgm:spPr/>
      <dgm:t>
        <a:bodyPr/>
        <a:lstStyle/>
        <a:p>
          <a:endParaRPr lang="en-US"/>
        </a:p>
      </dgm:t>
    </dgm:pt>
    <dgm:pt modelId="{5B74265A-1336-40CC-A37E-55BF8706B366}" type="sibTrans" cxnId="{DC4987A0-E622-4A08-8C7F-84977E0440BC}">
      <dgm:prSet/>
      <dgm:spPr/>
      <dgm:t>
        <a:bodyPr/>
        <a:lstStyle/>
        <a:p>
          <a:endParaRPr lang="en-US"/>
        </a:p>
      </dgm:t>
    </dgm:pt>
    <dgm:pt modelId="{FC97B86A-3472-4D7D-9DB7-7BEF8A987107}">
      <dgm:prSet/>
      <dgm:spPr/>
      <dgm:t>
        <a:bodyPr/>
        <a:lstStyle/>
        <a:p>
          <a:r>
            <a:rPr lang="en-US"/>
            <a:t>Master Time Management</a:t>
          </a:r>
        </a:p>
      </dgm:t>
    </dgm:pt>
    <dgm:pt modelId="{9B2198B0-86C4-407E-98BD-12CC6EC43B70}" type="parTrans" cxnId="{FC9DF55B-7B4C-4DD1-89E8-899E9EFF71AF}">
      <dgm:prSet/>
      <dgm:spPr/>
      <dgm:t>
        <a:bodyPr/>
        <a:lstStyle/>
        <a:p>
          <a:endParaRPr lang="en-US"/>
        </a:p>
      </dgm:t>
    </dgm:pt>
    <dgm:pt modelId="{95A53D8A-405C-4FF8-AEE6-84A596FFE5E4}" type="sibTrans" cxnId="{FC9DF55B-7B4C-4DD1-89E8-899E9EFF71AF}">
      <dgm:prSet/>
      <dgm:spPr/>
      <dgm:t>
        <a:bodyPr/>
        <a:lstStyle/>
        <a:p>
          <a:endParaRPr lang="en-US"/>
        </a:p>
      </dgm:t>
    </dgm:pt>
    <dgm:pt modelId="{2365FE79-214B-4509-B01B-EB56DAC1D1C9}">
      <dgm:prSet/>
      <dgm:spPr/>
      <dgm:t>
        <a:bodyPr/>
        <a:lstStyle/>
        <a:p>
          <a:r>
            <a:rPr lang="en-US"/>
            <a:t>Understand the Question Types</a:t>
          </a:r>
        </a:p>
      </dgm:t>
    </dgm:pt>
    <dgm:pt modelId="{C7C6A37D-2B1B-45E6-B48A-602FFC1691CD}" type="parTrans" cxnId="{6FD9BA5E-2BA8-4B67-ABBD-06007197657E}">
      <dgm:prSet/>
      <dgm:spPr/>
      <dgm:t>
        <a:bodyPr/>
        <a:lstStyle/>
        <a:p>
          <a:endParaRPr lang="en-US"/>
        </a:p>
      </dgm:t>
    </dgm:pt>
    <dgm:pt modelId="{F5ED0137-96CA-458D-8810-14EF00B93ED0}" type="sibTrans" cxnId="{6FD9BA5E-2BA8-4B67-ABBD-06007197657E}">
      <dgm:prSet/>
      <dgm:spPr/>
      <dgm:t>
        <a:bodyPr/>
        <a:lstStyle/>
        <a:p>
          <a:endParaRPr lang="en-US"/>
        </a:p>
      </dgm:t>
    </dgm:pt>
    <dgm:pt modelId="{B109A0D8-C7FB-4752-B153-E20A65646A5F}">
      <dgm:prSet/>
      <dgm:spPr/>
      <dgm:t>
        <a:bodyPr/>
        <a:lstStyle/>
        <a:p>
          <a:r>
            <a:rPr lang="en-US"/>
            <a:t>Plan Your Route!</a:t>
          </a:r>
        </a:p>
      </dgm:t>
    </dgm:pt>
    <dgm:pt modelId="{415FD1D1-2B1E-4AC5-8EF7-814A6BA77A3F}" type="parTrans" cxnId="{326B226B-9ADB-4730-9BDB-7628F4D294EA}">
      <dgm:prSet/>
      <dgm:spPr/>
      <dgm:t>
        <a:bodyPr/>
        <a:lstStyle/>
        <a:p>
          <a:endParaRPr lang="en-US"/>
        </a:p>
      </dgm:t>
    </dgm:pt>
    <dgm:pt modelId="{BD6CE2BC-973C-4B41-B9B4-BCA74568469C}" type="sibTrans" cxnId="{326B226B-9ADB-4730-9BDB-7628F4D294EA}">
      <dgm:prSet/>
      <dgm:spPr/>
      <dgm:t>
        <a:bodyPr/>
        <a:lstStyle/>
        <a:p>
          <a:endParaRPr lang="en-US"/>
        </a:p>
      </dgm:t>
    </dgm:pt>
    <dgm:pt modelId="{98327CA2-E068-4FC2-97ED-E59F4A3E8A3C}" type="pres">
      <dgm:prSet presAssocID="{D7F5CD0A-9FBE-4306-A4D7-25E57EAD9EBE}" presName="root" presStyleCnt="0">
        <dgm:presLayoutVars>
          <dgm:dir/>
          <dgm:resizeHandles val="exact"/>
        </dgm:presLayoutVars>
      </dgm:prSet>
      <dgm:spPr/>
    </dgm:pt>
    <dgm:pt modelId="{01EB71B4-803A-4B99-BE51-3E1FD06AD3F0}" type="pres">
      <dgm:prSet presAssocID="{649AE5DD-FAF5-4930-824B-EA1C612860B6}" presName="compNode" presStyleCnt="0"/>
      <dgm:spPr/>
    </dgm:pt>
    <dgm:pt modelId="{A2E8B49A-F049-4F4F-B5DB-A13F0B32456E}" type="pres">
      <dgm:prSet presAssocID="{649AE5DD-FAF5-4930-824B-EA1C612860B6}" presName="bgRect" presStyleLbl="bgShp" presStyleIdx="0" presStyleCnt="6"/>
      <dgm:spPr/>
    </dgm:pt>
    <dgm:pt modelId="{58EACB6D-F271-40A6-A599-E4E74FB54DB3}" type="pres">
      <dgm:prSet presAssocID="{649AE5DD-FAF5-4930-824B-EA1C612860B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C398120-128E-4497-81B2-A8F54EC3A321}" type="pres">
      <dgm:prSet presAssocID="{649AE5DD-FAF5-4930-824B-EA1C612860B6}" presName="spaceRect" presStyleCnt="0"/>
      <dgm:spPr/>
    </dgm:pt>
    <dgm:pt modelId="{EAB5ECC3-9516-4D5A-A954-A1780668E85D}" type="pres">
      <dgm:prSet presAssocID="{649AE5DD-FAF5-4930-824B-EA1C612860B6}" presName="parTx" presStyleLbl="revTx" presStyleIdx="0" presStyleCnt="6">
        <dgm:presLayoutVars>
          <dgm:chMax val="0"/>
          <dgm:chPref val="0"/>
        </dgm:presLayoutVars>
      </dgm:prSet>
      <dgm:spPr/>
    </dgm:pt>
    <dgm:pt modelId="{F510E8CD-5B80-460B-B45D-8432CF8C9FC5}" type="pres">
      <dgm:prSet presAssocID="{E0E6D3D3-EEBA-4916-9120-6E7DA43A94B8}" presName="sibTrans" presStyleCnt="0"/>
      <dgm:spPr/>
    </dgm:pt>
    <dgm:pt modelId="{38FFE00C-215A-4AE9-8A3E-6841FC136F88}" type="pres">
      <dgm:prSet presAssocID="{745B6F7C-0F30-4B51-B6B0-68FADB563824}" presName="compNode" presStyleCnt="0"/>
      <dgm:spPr/>
    </dgm:pt>
    <dgm:pt modelId="{F157FFCA-FBF8-49FD-8CF9-E386F9BABE28}" type="pres">
      <dgm:prSet presAssocID="{745B6F7C-0F30-4B51-B6B0-68FADB563824}" presName="bgRect" presStyleLbl="bgShp" presStyleIdx="1" presStyleCnt="6"/>
      <dgm:spPr/>
    </dgm:pt>
    <dgm:pt modelId="{8751F846-93C6-4149-98C6-95B4580DEDE7}" type="pres">
      <dgm:prSet presAssocID="{745B6F7C-0F30-4B51-B6B0-68FADB56382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190E3AA-7DFC-4403-A5D9-408665CBCA10}" type="pres">
      <dgm:prSet presAssocID="{745B6F7C-0F30-4B51-B6B0-68FADB563824}" presName="spaceRect" presStyleCnt="0"/>
      <dgm:spPr/>
    </dgm:pt>
    <dgm:pt modelId="{AFD8C1CA-DF23-495B-96D9-9F29A6667468}" type="pres">
      <dgm:prSet presAssocID="{745B6F7C-0F30-4B51-B6B0-68FADB563824}" presName="parTx" presStyleLbl="revTx" presStyleIdx="1" presStyleCnt="6">
        <dgm:presLayoutVars>
          <dgm:chMax val="0"/>
          <dgm:chPref val="0"/>
        </dgm:presLayoutVars>
      </dgm:prSet>
      <dgm:spPr/>
    </dgm:pt>
    <dgm:pt modelId="{2BFFBDFE-7D12-4276-8048-7699E57F6012}" type="pres">
      <dgm:prSet presAssocID="{FF7B73ED-18BD-42B5-8836-3BF23BA8B56B}" presName="sibTrans" presStyleCnt="0"/>
      <dgm:spPr/>
    </dgm:pt>
    <dgm:pt modelId="{69F5BD08-71D9-4263-AE14-449431A2DD79}" type="pres">
      <dgm:prSet presAssocID="{1243DAD2-21D5-402B-AB4D-81377A43965E}" presName="compNode" presStyleCnt="0"/>
      <dgm:spPr/>
    </dgm:pt>
    <dgm:pt modelId="{095E18ED-1654-450E-9D4C-BFD98A028BF7}" type="pres">
      <dgm:prSet presAssocID="{1243DAD2-21D5-402B-AB4D-81377A43965E}" presName="bgRect" presStyleLbl="bgShp" presStyleIdx="2" presStyleCnt="6"/>
      <dgm:spPr/>
    </dgm:pt>
    <dgm:pt modelId="{8CAC21AD-466F-41B4-85A1-64B24720D79F}" type="pres">
      <dgm:prSet presAssocID="{1243DAD2-21D5-402B-AB4D-81377A43965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646CC85-018F-45E5-A2D1-2670CB2A2524}" type="pres">
      <dgm:prSet presAssocID="{1243DAD2-21D5-402B-AB4D-81377A43965E}" presName="spaceRect" presStyleCnt="0"/>
      <dgm:spPr/>
    </dgm:pt>
    <dgm:pt modelId="{333759BA-6182-4CB1-9CD9-532C50880215}" type="pres">
      <dgm:prSet presAssocID="{1243DAD2-21D5-402B-AB4D-81377A43965E}" presName="parTx" presStyleLbl="revTx" presStyleIdx="2" presStyleCnt="6">
        <dgm:presLayoutVars>
          <dgm:chMax val="0"/>
          <dgm:chPref val="0"/>
        </dgm:presLayoutVars>
      </dgm:prSet>
      <dgm:spPr/>
    </dgm:pt>
    <dgm:pt modelId="{3F521DCA-4DD5-40AA-9C56-8C7C059A1B1E}" type="pres">
      <dgm:prSet presAssocID="{5B74265A-1336-40CC-A37E-55BF8706B366}" presName="sibTrans" presStyleCnt="0"/>
      <dgm:spPr/>
    </dgm:pt>
    <dgm:pt modelId="{0F95A136-D8E7-4C10-A1BC-B53232377E03}" type="pres">
      <dgm:prSet presAssocID="{FC97B86A-3472-4D7D-9DB7-7BEF8A987107}" presName="compNode" presStyleCnt="0"/>
      <dgm:spPr/>
    </dgm:pt>
    <dgm:pt modelId="{F6655EE4-83A4-463F-A9DA-58F4FF0A8DEE}" type="pres">
      <dgm:prSet presAssocID="{FC97B86A-3472-4D7D-9DB7-7BEF8A987107}" presName="bgRect" presStyleLbl="bgShp" presStyleIdx="3" presStyleCnt="6"/>
      <dgm:spPr/>
    </dgm:pt>
    <dgm:pt modelId="{1291129F-A767-40CA-B5CC-1E965B3AFAE6}" type="pres">
      <dgm:prSet presAssocID="{FC97B86A-3472-4D7D-9DB7-7BEF8A98710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F3A1A4C-2D8C-4DF2-8FB4-F53149168BFB}" type="pres">
      <dgm:prSet presAssocID="{FC97B86A-3472-4D7D-9DB7-7BEF8A987107}" presName="spaceRect" presStyleCnt="0"/>
      <dgm:spPr/>
    </dgm:pt>
    <dgm:pt modelId="{A5C8CC32-DFB3-421A-879E-F9FD54782965}" type="pres">
      <dgm:prSet presAssocID="{FC97B86A-3472-4D7D-9DB7-7BEF8A987107}" presName="parTx" presStyleLbl="revTx" presStyleIdx="3" presStyleCnt="6">
        <dgm:presLayoutVars>
          <dgm:chMax val="0"/>
          <dgm:chPref val="0"/>
        </dgm:presLayoutVars>
      </dgm:prSet>
      <dgm:spPr/>
    </dgm:pt>
    <dgm:pt modelId="{D386D7E4-4405-4367-AA7E-F867C077122E}" type="pres">
      <dgm:prSet presAssocID="{95A53D8A-405C-4FF8-AEE6-84A596FFE5E4}" presName="sibTrans" presStyleCnt="0"/>
      <dgm:spPr/>
    </dgm:pt>
    <dgm:pt modelId="{CE2D9892-25DB-4845-920A-78646AAE1BAE}" type="pres">
      <dgm:prSet presAssocID="{2365FE79-214B-4509-B01B-EB56DAC1D1C9}" presName="compNode" presStyleCnt="0"/>
      <dgm:spPr/>
    </dgm:pt>
    <dgm:pt modelId="{20F6B444-EEE9-4FD4-AFF2-A2EF73BBE93A}" type="pres">
      <dgm:prSet presAssocID="{2365FE79-214B-4509-B01B-EB56DAC1D1C9}" presName="bgRect" presStyleLbl="bgShp" presStyleIdx="4" presStyleCnt="6"/>
      <dgm:spPr/>
    </dgm:pt>
    <dgm:pt modelId="{490962B5-71F8-4667-B51F-3C4CD49BB093}" type="pres">
      <dgm:prSet presAssocID="{2365FE79-214B-4509-B01B-EB56DAC1D1C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92B4DCD-C0D3-4572-ABFA-334813BCD623}" type="pres">
      <dgm:prSet presAssocID="{2365FE79-214B-4509-B01B-EB56DAC1D1C9}" presName="spaceRect" presStyleCnt="0"/>
      <dgm:spPr/>
    </dgm:pt>
    <dgm:pt modelId="{BA8F9E9B-30AB-49BB-AA53-D6273BD941F8}" type="pres">
      <dgm:prSet presAssocID="{2365FE79-214B-4509-B01B-EB56DAC1D1C9}" presName="parTx" presStyleLbl="revTx" presStyleIdx="4" presStyleCnt="6">
        <dgm:presLayoutVars>
          <dgm:chMax val="0"/>
          <dgm:chPref val="0"/>
        </dgm:presLayoutVars>
      </dgm:prSet>
      <dgm:spPr/>
    </dgm:pt>
    <dgm:pt modelId="{306D0112-41BE-4D18-960C-9752A281BEAC}" type="pres">
      <dgm:prSet presAssocID="{F5ED0137-96CA-458D-8810-14EF00B93ED0}" presName="sibTrans" presStyleCnt="0"/>
      <dgm:spPr/>
    </dgm:pt>
    <dgm:pt modelId="{6A2468A5-58F6-4D77-8596-94A661ED5CF7}" type="pres">
      <dgm:prSet presAssocID="{B109A0D8-C7FB-4752-B153-E20A65646A5F}" presName="compNode" presStyleCnt="0"/>
      <dgm:spPr/>
    </dgm:pt>
    <dgm:pt modelId="{5D6CA559-64A5-4945-8E53-3E3D016BF835}" type="pres">
      <dgm:prSet presAssocID="{B109A0D8-C7FB-4752-B153-E20A65646A5F}" presName="bgRect" presStyleLbl="bgShp" presStyleIdx="5" presStyleCnt="6"/>
      <dgm:spPr/>
    </dgm:pt>
    <dgm:pt modelId="{C44D0433-72E2-46C8-BC2F-387BF4B717C3}" type="pres">
      <dgm:prSet presAssocID="{B109A0D8-C7FB-4752-B153-E20A65646A5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7F8FF611-FB16-4BF2-A18C-16FC7B3078DE}" type="pres">
      <dgm:prSet presAssocID="{B109A0D8-C7FB-4752-B153-E20A65646A5F}" presName="spaceRect" presStyleCnt="0"/>
      <dgm:spPr/>
    </dgm:pt>
    <dgm:pt modelId="{264319F9-A1DD-4D8E-8ADE-9A5EC3D441C2}" type="pres">
      <dgm:prSet presAssocID="{B109A0D8-C7FB-4752-B153-E20A65646A5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0117614-0BE8-4741-AF38-9A584C23B454}" type="presOf" srcId="{649AE5DD-FAF5-4930-824B-EA1C612860B6}" destId="{EAB5ECC3-9516-4D5A-A954-A1780668E85D}" srcOrd="0" destOrd="0" presId="urn:microsoft.com/office/officeart/2018/2/layout/IconVerticalSolidList"/>
    <dgm:cxn modelId="{2154E214-4FC0-4009-A423-C3AF2370743F}" type="presOf" srcId="{B109A0D8-C7FB-4752-B153-E20A65646A5F}" destId="{264319F9-A1DD-4D8E-8ADE-9A5EC3D441C2}" srcOrd="0" destOrd="0" presId="urn:microsoft.com/office/officeart/2018/2/layout/IconVerticalSolidList"/>
    <dgm:cxn modelId="{FC9DF55B-7B4C-4DD1-89E8-899E9EFF71AF}" srcId="{D7F5CD0A-9FBE-4306-A4D7-25E57EAD9EBE}" destId="{FC97B86A-3472-4D7D-9DB7-7BEF8A987107}" srcOrd="3" destOrd="0" parTransId="{9B2198B0-86C4-407E-98BD-12CC6EC43B70}" sibTransId="{95A53D8A-405C-4FF8-AEE6-84A596FFE5E4}"/>
    <dgm:cxn modelId="{6FD9BA5E-2BA8-4B67-ABBD-06007197657E}" srcId="{D7F5CD0A-9FBE-4306-A4D7-25E57EAD9EBE}" destId="{2365FE79-214B-4509-B01B-EB56DAC1D1C9}" srcOrd="4" destOrd="0" parTransId="{C7C6A37D-2B1B-45E6-B48A-602FFC1691CD}" sibTransId="{F5ED0137-96CA-458D-8810-14EF00B93ED0}"/>
    <dgm:cxn modelId="{DB383262-E25C-4EC1-BA6D-CAB3AEA68377}" srcId="{D7F5CD0A-9FBE-4306-A4D7-25E57EAD9EBE}" destId="{649AE5DD-FAF5-4930-824B-EA1C612860B6}" srcOrd="0" destOrd="0" parTransId="{0470D11E-922F-4306-8273-3C498E1BB4D9}" sibTransId="{E0E6D3D3-EEBA-4916-9120-6E7DA43A94B8}"/>
    <dgm:cxn modelId="{326B226B-9ADB-4730-9BDB-7628F4D294EA}" srcId="{D7F5CD0A-9FBE-4306-A4D7-25E57EAD9EBE}" destId="{B109A0D8-C7FB-4752-B153-E20A65646A5F}" srcOrd="5" destOrd="0" parTransId="{415FD1D1-2B1E-4AC5-8EF7-814A6BA77A3F}" sibTransId="{BD6CE2BC-973C-4B41-B9B4-BCA74568469C}"/>
    <dgm:cxn modelId="{CBF8D171-30C6-4818-A067-3B5095AE49CD}" type="presOf" srcId="{745B6F7C-0F30-4B51-B6B0-68FADB563824}" destId="{AFD8C1CA-DF23-495B-96D9-9F29A6667468}" srcOrd="0" destOrd="0" presId="urn:microsoft.com/office/officeart/2018/2/layout/IconVerticalSolidList"/>
    <dgm:cxn modelId="{59846058-72FE-4567-A6DC-14B28CD47D5F}" type="presOf" srcId="{D7F5CD0A-9FBE-4306-A4D7-25E57EAD9EBE}" destId="{98327CA2-E068-4FC2-97ED-E59F4A3E8A3C}" srcOrd="0" destOrd="0" presId="urn:microsoft.com/office/officeart/2018/2/layout/IconVerticalSolidList"/>
    <dgm:cxn modelId="{7B4E668F-E8E2-43BC-A41F-8ED0FA4D2496}" srcId="{D7F5CD0A-9FBE-4306-A4D7-25E57EAD9EBE}" destId="{745B6F7C-0F30-4B51-B6B0-68FADB563824}" srcOrd="1" destOrd="0" parTransId="{B8CA90A0-D579-4C7F-8F3B-67E18F851096}" sibTransId="{FF7B73ED-18BD-42B5-8836-3BF23BA8B56B}"/>
    <dgm:cxn modelId="{12D40293-BE51-4D33-BAD7-03E73790B388}" type="presOf" srcId="{2365FE79-214B-4509-B01B-EB56DAC1D1C9}" destId="{BA8F9E9B-30AB-49BB-AA53-D6273BD941F8}" srcOrd="0" destOrd="0" presId="urn:microsoft.com/office/officeart/2018/2/layout/IconVerticalSolidList"/>
    <dgm:cxn modelId="{DC4987A0-E622-4A08-8C7F-84977E0440BC}" srcId="{D7F5CD0A-9FBE-4306-A4D7-25E57EAD9EBE}" destId="{1243DAD2-21D5-402B-AB4D-81377A43965E}" srcOrd="2" destOrd="0" parTransId="{13EEE789-71D0-4DAF-9CDB-72CDB334BDF2}" sibTransId="{5B74265A-1336-40CC-A37E-55BF8706B366}"/>
    <dgm:cxn modelId="{0C94E2AE-5B2C-440D-B94F-89E4519237DE}" type="presOf" srcId="{FC97B86A-3472-4D7D-9DB7-7BEF8A987107}" destId="{A5C8CC32-DFB3-421A-879E-F9FD54782965}" srcOrd="0" destOrd="0" presId="urn:microsoft.com/office/officeart/2018/2/layout/IconVerticalSolidList"/>
    <dgm:cxn modelId="{1956A3E5-65E8-4733-8259-2261CBBE4668}" type="presOf" srcId="{1243DAD2-21D5-402B-AB4D-81377A43965E}" destId="{333759BA-6182-4CB1-9CD9-532C50880215}" srcOrd="0" destOrd="0" presId="urn:microsoft.com/office/officeart/2018/2/layout/IconVerticalSolidList"/>
    <dgm:cxn modelId="{97A1DB0D-1A97-40A0-A399-528B97B9D3F0}" type="presParOf" srcId="{98327CA2-E068-4FC2-97ED-E59F4A3E8A3C}" destId="{01EB71B4-803A-4B99-BE51-3E1FD06AD3F0}" srcOrd="0" destOrd="0" presId="urn:microsoft.com/office/officeart/2018/2/layout/IconVerticalSolidList"/>
    <dgm:cxn modelId="{16800C93-84AE-40D6-A3C1-BA1B18DD6926}" type="presParOf" srcId="{01EB71B4-803A-4B99-BE51-3E1FD06AD3F0}" destId="{A2E8B49A-F049-4F4F-B5DB-A13F0B32456E}" srcOrd="0" destOrd="0" presId="urn:microsoft.com/office/officeart/2018/2/layout/IconVerticalSolidList"/>
    <dgm:cxn modelId="{5CB90597-9996-4CCD-8F5C-C6DD9BA92CEC}" type="presParOf" srcId="{01EB71B4-803A-4B99-BE51-3E1FD06AD3F0}" destId="{58EACB6D-F271-40A6-A599-E4E74FB54DB3}" srcOrd="1" destOrd="0" presId="urn:microsoft.com/office/officeart/2018/2/layout/IconVerticalSolidList"/>
    <dgm:cxn modelId="{591317D1-0997-47F5-B1A2-B7F373519F2A}" type="presParOf" srcId="{01EB71B4-803A-4B99-BE51-3E1FD06AD3F0}" destId="{6C398120-128E-4497-81B2-A8F54EC3A321}" srcOrd="2" destOrd="0" presId="urn:microsoft.com/office/officeart/2018/2/layout/IconVerticalSolidList"/>
    <dgm:cxn modelId="{BA956A97-2FF3-4F39-B918-1C35B7828A23}" type="presParOf" srcId="{01EB71B4-803A-4B99-BE51-3E1FD06AD3F0}" destId="{EAB5ECC3-9516-4D5A-A954-A1780668E85D}" srcOrd="3" destOrd="0" presId="urn:microsoft.com/office/officeart/2018/2/layout/IconVerticalSolidList"/>
    <dgm:cxn modelId="{9535A2DC-EA7F-4BC3-90D1-AF6EF3E1F71F}" type="presParOf" srcId="{98327CA2-E068-4FC2-97ED-E59F4A3E8A3C}" destId="{F510E8CD-5B80-460B-B45D-8432CF8C9FC5}" srcOrd="1" destOrd="0" presId="urn:microsoft.com/office/officeart/2018/2/layout/IconVerticalSolidList"/>
    <dgm:cxn modelId="{FC7958CF-8DBB-48E8-B3EB-33F90CC38361}" type="presParOf" srcId="{98327CA2-E068-4FC2-97ED-E59F4A3E8A3C}" destId="{38FFE00C-215A-4AE9-8A3E-6841FC136F88}" srcOrd="2" destOrd="0" presId="urn:microsoft.com/office/officeart/2018/2/layout/IconVerticalSolidList"/>
    <dgm:cxn modelId="{8932FF31-2F43-40D1-BA95-87DCAF4B07C3}" type="presParOf" srcId="{38FFE00C-215A-4AE9-8A3E-6841FC136F88}" destId="{F157FFCA-FBF8-49FD-8CF9-E386F9BABE28}" srcOrd="0" destOrd="0" presId="urn:microsoft.com/office/officeart/2018/2/layout/IconVerticalSolidList"/>
    <dgm:cxn modelId="{24CBD859-DEC0-47B9-BA87-00EDA91FBF09}" type="presParOf" srcId="{38FFE00C-215A-4AE9-8A3E-6841FC136F88}" destId="{8751F846-93C6-4149-98C6-95B4580DEDE7}" srcOrd="1" destOrd="0" presId="urn:microsoft.com/office/officeart/2018/2/layout/IconVerticalSolidList"/>
    <dgm:cxn modelId="{32337692-99A6-4F86-8428-F2A9D59E8555}" type="presParOf" srcId="{38FFE00C-215A-4AE9-8A3E-6841FC136F88}" destId="{B190E3AA-7DFC-4403-A5D9-408665CBCA10}" srcOrd="2" destOrd="0" presId="urn:microsoft.com/office/officeart/2018/2/layout/IconVerticalSolidList"/>
    <dgm:cxn modelId="{CD91746D-8BA5-4604-81EE-A6E3B91F1A3D}" type="presParOf" srcId="{38FFE00C-215A-4AE9-8A3E-6841FC136F88}" destId="{AFD8C1CA-DF23-495B-96D9-9F29A6667468}" srcOrd="3" destOrd="0" presId="urn:microsoft.com/office/officeart/2018/2/layout/IconVerticalSolidList"/>
    <dgm:cxn modelId="{B7F7AA25-864A-444D-9F3D-DF1B343532BE}" type="presParOf" srcId="{98327CA2-E068-4FC2-97ED-E59F4A3E8A3C}" destId="{2BFFBDFE-7D12-4276-8048-7699E57F6012}" srcOrd="3" destOrd="0" presId="urn:microsoft.com/office/officeart/2018/2/layout/IconVerticalSolidList"/>
    <dgm:cxn modelId="{FC2034C0-03A7-4A67-9072-D458A5AC056B}" type="presParOf" srcId="{98327CA2-E068-4FC2-97ED-E59F4A3E8A3C}" destId="{69F5BD08-71D9-4263-AE14-449431A2DD79}" srcOrd="4" destOrd="0" presId="urn:microsoft.com/office/officeart/2018/2/layout/IconVerticalSolidList"/>
    <dgm:cxn modelId="{46E7B9CC-87EA-4358-99B5-47BB0D8AC8AB}" type="presParOf" srcId="{69F5BD08-71D9-4263-AE14-449431A2DD79}" destId="{095E18ED-1654-450E-9D4C-BFD98A028BF7}" srcOrd="0" destOrd="0" presId="urn:microsoft.com/office/officeart/2018/2/layout/IconVerticalSolidList"/>
    <dgm:cxn modelId="{81E300D4-0D3C-4B5D-97B9-38E121CE9C21}" type="presParOf" srcId="{69F5BD08-71D9-4263-AE14-449431A2DD79}" destId="{8CAC21AD-466F-41B4-85A1-64B24720D79F}" srcOrd="1" destOrd="0" presId="urn:microsoft.com/office/officeart/2018/2/layout/IconVerticalSolidList"/>
    <dgm:cxn modelId="{9FCD5289-8191-40DF-AFC8-E6A03B5D0161}" type="presParOf" srcId="{69F5BD08-71D9-4263-AE14-449431A2DD79}" destId="{E646CC85-018F-45E5-A2D1-2670CB2A2524}" srcOrd="2" destOrd="0" presId="urn:microsoft.com/office/officeart/2018/2/layout/IconVerticalSolidList"/>
    <dgm:cxn modelId="{DBAE43B6-053A-4D33-A203-322E52FEFA30}" type="presParOf" srcId="{69F5BD08-71D9-4263-AE14-449431A2DD79}" destId="{333759BA-6182-4CB1-9CD9-532C50880215}" srcOrd="3" destOrd="0" presId="urn:microsoft.com/office/officeart/2018/2/layout/IconVerticalSolidList"/>
    <dgm:cxn modelId="{6B937480-292C-4284-BBD7-6A647DA56E42}" type="presParOf" srcId="{98327CA2-E068-4FC2-97ED-E59F4A3E8A3C}" destId="{3F521DCA-4DD5-40AA-9C56-8C7C059A1B1E}" srcOrd="5" destOrd="0" presId="urn:microsoft.com/office/officeart/2018/2/layout/IconVerticalSolidList"/>
    <dgm:cxn modelId="{39848E6F-CD2F-4AAA-83FF-7CACD1C97EAC}" type="presParOf" srcId="{98327CA2-E068-4FC2-97ED-E59F4A3E8A3C}" destId="{0F95A136-D8E7-4C10-A1BC-B53232377E03}" srcOrd="6" destOrd="0" presId="urn:microsoft.com/office/officeart/2018/2/layout/IconVerticalSolidList"/>
    <dgm:cxn modelId="{93F1F432-6DB1-407B-A454-2CB8F1B0B290}" type="presParOf" srcId="{0F95A136-D8E7-4C10-A1BC-B53232377E03}" destId="{F6655EE4-83A4-463F-A9DA-58F4FF0A8DEE}" srcOrd="0" destOrd="0" presId="urn:microsoft.com/office/officeart/2018/2/layout/IconVerticalSolidList"/>
    <dgm:cxn modelId="{D09D697E-CE72-42F1-95CF-6F8933360992}" type="presParOf" srcId="{0F95A136-D8E7-4C10-A1BC-B53232377E03}" destId="{1291129F-A767-40CA-B5CC-1E965B3AFAE6}" srcOrd="1" destOrd="0" presId="urn:microsoft.com/office/officeart/2018/2/layout/IconVerticalSolidList"/>
    <dgm:cxn modelId="{FB2176FF-C887-4F14-B153-7E0A1F3AC651}" type="presParOf" srcId="{0F95A136-D8E7-4C10-A1BC-B53232377E03}" destId="{EF3A1A4C-2D8C-4DF2-8FB4-F53149168BFB}" srcOrd="2" destOrd="0" presId="urn:microsoft.com/office/officeart/2018/2/layout/IconVerticalSolidList"/>
    <dgm:cxn modelId="{35247902-04FD-4953-AEF3-6AAD5D7F9559}" type="presParOf" srcId="{0F95A136-D8E7-4C10-A1BC-B53232377E03}" destId="{A5C8CC32-DFB3-421A-879E-F9FD54782965}" srcOrd="3" destOrd="0" presId="urn:microsoft.com/office/officeart/2018/2/layout/IconVerticalSolidList"/>
    <dgm:cxn modelId="{E3446549-D477-4D92-9975-BF67E0E87642}" type="presParOf" srcId="{98327CA2-E068-4FC2-97ED-E59F4A3E8A3C}" destId="{D386D7E4-4405-4367-AA7E-F867C077122E}" srcOrd="7" destOrd="0" presId="urn:microsoft.com/office/officeart/2018/2/layout/IconVerticalSolidList"/>
    <dgm:cxn modelId="{2CA30C18-8A3A-4945-9E8F-EFF9814887FE}" type="presParOf" srcId="{98327CA2-E068-4FC2-97ED-E59F4A3E8A3C}" destId="{CE2D9892-25DB-4845-920A-78646AAE1BAE}" srcOrd="8" destOrd="0" presId="urn:microsoft.com/office/officeart/2018/2/layout/IconVerticalSolidList"/>
    <dgm:cxn modelId="{5912BCC6-CBB1-480E-B9A4-99393266EB28}" type="presParOf" srcId="{CE2D9892-25DB-4845-920A-78646AAE1BAE}" destId="{20F6B444-EEE9-4FD4-AFF2-A2EF73BBE93A}" srcOrd="0" destOrd="0" presId="urn:microsoft.com/office/officeart/2018/2/layout/IconVerticalSolidList"/>
    <dgm:cxn modelId="{0EDA36A8-73FE-47A8-9916-995FB012876F}" type="presParOf" srcId="{CE2D9892-25DB-4845-920A-78646AAE1BAE}" destId="{490962B5-71F8-4667-B51F-3C4CD49BB093}" srcOrd="1" destOrd="0" presId="urn:microsoft.com/office/officeart/2018/2/layout/IconVerticalSolidList"/>
    <dgm:cxn modelId="{A1DC662C-07A5-4C1D-93FA-ACBFD8504E5D}" type="presParOf" srcId="{CE2D9892-25DB-4845-920A-78646AAE1BAE}" destId="{192B4DCD-C0D3-4572-ABFA-334813BCD623}" srcOrd="2" destOrd="0" presId="urn:microsoft.com/office/officeart/2018/2/layout/IconVerticalSolidList"/>
    <dgm:cxn modelId="{120A438F-09A0-461E-B031-D6A199CBF930}" type="presParOf" srcId="{CE2D9892-25DB-4845-920A-78646AAE1BAE}" destId="{BA8F9E9B-30AB-49BB-AA53-D6273BD941F8}" srcOrd="3" destOrd="0" presId="urn:microsoft.com/office/officeart/2018/2/layout/IconVerticalSolidList"/>
    <dgm:cxn modelId="{41E24326-C8B5-47F3-843D-4B9091AE157F}" type="presParOf" srcId="{98327CA2-E068-4FC2-97ED-E59F4A3E8A3C}" destId="{306D0112-41BE-4D18-960C-9752A281BEAC}" srcOrd="9" destOrd="0" presId="urn:microsoft.com/office/officeart/2018/2/layout/IconVerticalSolidList"/>
    <dgm:cxn modelId="{BD2B3D7F-F9D1-4FAD-8BBF-323C3D55A1CF}" type="presParOf" srcId="{98327CA2-E068-4FC2-97ED-E59F4A3E8A3C}" destId="{6A2468A5-58F6-4D77-8596-94A661ED5CF7}" srcOrd="10" destOrd="0" presId="urn:microsoft.com/office/officeart/2018/2/layout/IconVerticalSolidList"/>
    <dgm:cxn modelId="{A3577577-889B-4D55-94F3-C8E52879C177}" type="presParOf" srcId="{6A2468A5-58F6-4D77-8596-94A661ED5CF7}" destId="{5D6CA559-64A5-4945-8E53-3E3D016BF835}" srcOrd="0" destOrd="0" presId="urn:microsoft.com/office/officeart/2018/2/layout/IconVerticalSolidList"/>
    <dgm:cxn modelId="{0625003F-98BA-4580-B9AF-0D3A75D0250D}" type="presParOf" srcId="{6A2468A5-58F6-4D77-8596-94A661ED5CF7}" destId="{C44D0433-72E2-46C8-BC2F-387BF4B717C3}" srcOrd="1" destOrd="0" presId="urn:microsoft.com/office/officeart/2018/2/layout/IconVerticalSolidList"/>
    <dgm:cxn modelId="{7A80BCC8-EEE1-4DB9-B6CE-032C360CB072}" type="presParOf" srcId="{6A2468A5-58F6-4D77-8596-94A661ED5CF7}" destId="{7F8FF611-FB16-4BF2-A18C-16FC7B3078DE}" srcOrd="2" destOrd="0" presId="urn:microsoft.com/office/officeart/2018/2/layout/IconVerticalSolidList"/>
    <dgm:cxn modelId="{E4666D22-6168-4443-97E4-EF5A50478C28}" type="presParOf" srcId="{6A2468A5-58F6-4D77-8596-94A661ED5CF7}" destId="{264319F9-A1DD-4D8E-8ADE-9A5EC3D441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D9D83F-A392-4776-B674-9D715E517EBA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03B631-0D08-49D9-9BF9-5E143E3596CB}">
      <dgm:prSet/>
      <dgm:spPr/>
      <dgm:t>
        <a:bodyPr/>
        <a:lstStyle/>
        <a:p>
          <a:r>
            <a:rPr lang="en-US"/>
            <a:t>Read</a:t>
          </a:r>
        </a:p>
      </dgm:t>
    </dgm:pt>
    <dgm:pt modelId="{87A228AC-F5A3-41A5-BE23-E0BA577B9135}" type="parTrans" cxnId="{882ECBFE-44C9-4F0D-858D-C7FA2D5B753A}">
      <dgm:prSet/>
      <dgm:spPr/>
      <dgm:t>
        <a:bodyPr/>
        <a:lstStyle/>
        <a:p>
          <a:endParaRPr lang="en-US"/>
        </a:p>
      </dgm:t>
    </dgm:pt>
    <dgm:pt modelId="{CCFF958E-38E8-4656-B205-91069FB60CF4}" type="sibTrans" cxnId="{882ECBFE-44C9-4F0D-858D-C7FA2D5B753A}">
      <dgm:prSet/>
      <dgm:spPr/>
      <dgm:t>
        <a:bodyPr/>
        <a:lstStyle/>
        <a:p>
          <a:endParaRPr lang="en-US"/>
        </a:p>
      </dgm:t>
    </dgm:pt>
    <dgm:pt modelId="{FDD9CE63-113D-4BA7-A76D-B27A590888EA}">
      <dgm:prSet/>
      <dgm:spPr/>
      <dgm:t>
        <a:bodyPr/>
        <a:lstStyle/>
        <a:p>
          <a:r>
            <a:rPr lang="en-US"/>
            <a:t>Read Every Question Carefully</a:t>
          </a:r>
        </a:p>
      </dgm:t>
    </dgm:pt>
    <dgm:pt modelId="{D21BC76A-232E-48EF-BEF9-839628CD21B6}" type="parTrans" cxnId="{C8AF8582-D475-4DD5-9869-16102802B0DA}">
      <dgm:prSet/>
      <dgm:spPr/>
      <dgm:t>
        <a:bodyPr/>
        <a:lstStyle/>
        <a:p>
          <a:endParaRPr lang="en-US"/>
        </a:p>
      </dgm:t>
    </dgm:pt>
    <dgm:pt modelId="{454B30FB-15D3-4B5C-80C8-5FCA61D33CD8}" type="sibTrans" cxnId="{C8AF8582-D475-4DD5-9869-16102802B0DA}">
      <dgm:prSet/>
      <dgm:spPr/>
      <dgm:t>
        <a:bodyPr/>
        <a:lstStyle/>
        <a:p>
          <a:endParaRPr lang="en-US"/>
        </a:p>
      </dgm:t>
    </dgm:pt>
    <dgm:pt modelId="{7779CB99-6294-4667-882B-284D0A24EE1F}">
      <dgm:prSet/>
      <dgm:spPr/>
      <dgm:t>
        <a:bodyPr/>
        <a:lstStyle/>
        <a:p>
          <a:r>
            <a:rPr lang="en-US"/>
            <a:t>Manage</a:t>
          </a:r>
        </a:p>
      </dgm:t>
    </dgm:pt>
    <dgm:pt modelId="{CE092317-6DE0-4D8B-A162-0368812406CF}" type="parTrans" cxnId="{CEF7FE3A-B933-4E93-9362-6B767C4A3C56}">
      <dgm:prSet/>
      <dgm:spPr/>
      <dgm:t>
        <a:bodyPr/>
        <a:lstStyle/>
        <a:p>
          <a:endParaRPr lang="en-US"/>
        </a:p>
      </dgm:t>
    </dgm:pt>
    <dgm:pt modelId="{FE30177A-28FD-40BE-9AA0-A50C2B1475E0}" type="sibTrans" cxnId="{CEF7FE3A-B933-4E93-9362-6B767C4A3C56}">
      <dgm:prSet/>
      <dgm:spPr/>
      <dgm:t>
        <a:bodyPr/>
        <a:lstStyle/>
        <a:p>
          <a:endParaRPr lang="en-US"/>
        </a:p>
      </dgm:t>
    </dgm:pt>
    <dgm:pt modelId="{2265302F-523A-46A4-885F-BE694DF6B900}">
      <dgm:prSet/>
      <dgm:spPr/>
      <dgm:t>
        <a:bodyPr/>
        <a:lstStyle/>
        <a:p>
          <a:r>
            <a:rPr lang="en-US"/>
            <a:t>Manage Your Time Wisely</a:t>
          </a:r>
        </a:p>
      </dgm:t>
    </dgm:pt>
    <dgm:pt modelId="{CF742185-55F7-47F1-B853-8326FCDBA15E}" type="parTrans" cxnId="{BD4B144E-DD2F-4F0C-9B72-E3DF36FCFF21}">
      <dgm:prSet/>
      <dgm:spPr/>
      <dgm:t>
        <a:bodyPr/>
        <a:lstStyle/>
        <a:p>
          <a:endParaRPr lang="en-US"/>
        </a:p>
      </dgm:t>
    </dgm:pt>
    <dgm:pt modelId="{14377324-039F-49FE-90CA-BAE13DDB2C09}" type="sibTrans" cxnId="{BD4B144E-DD2F-4F0C-9B72-E3DF36FCFF21}">
      <dgm:prSet/>
      <dgm:spPr/>
      <dgm:t>
        <a:bodyPr/>
        <a:lstStyle/>
        <a:p>
          <a:endParaRPr lang="en-US"/>
        </a:p>
      </dgm:t>
    </dgm:pt>
    <dgm:pt modelId="{C073CA4F-F66D-4850-B2A7-F5000BCE3AFC}">
      <dgm:prSet/>
      <dgm:spPr/>
      <dgm:t>
        <a:bodyPr/>
        <a:lstStyle/>
        <a:p>
          <a:r>
            <a:rPr lang="en-US"/>
            <a:t>Answer</a:t>
          </a:r>
        </a:p>
      </dgm:t>
    </dgm:pt>
    <dgm:pt modelId="{1D1EAAE3-7EB8-4C83-9A22-EBCC2FED5E2D}" type="parTrans" cxnId="{D11D8247-F965-44CF-B3CA-42E7A4C35ADB}">
      <dgm:prSet/>
      <dgm:spPr/>
      <dgm:t>
        <a:bodyPr/>
        <a:lstStyle/>
        <a:p>
          <a:endParaRPr lang="en-US"/>
        </a:p>
      </dgm:t>
    </dgm:pt>
    <dgm:pt modelId="{67EA007E-8452-413F-9A85-865406329D44}" type="sibTrans" cxnId="{D11D8247-F965-44CF-B3CA-42E7A4C35ADB}">
      <dgm:prSet/>
      <dgm:spPr/>
      <dgm:t>
        <a:bodyPr/>
        <a:lstStyle/>
        <a:p>
          <a:endParaRPr lang="en-US"/>
        </a:p>
      </dgm:t>
    </dgm:pt>
    <dgm:pt modelId="{8BB077FC-96FE-4313-A993-0BC052C7B603}">
      <dgm:prSet/>
      <dgm:spPr/>
      <dgm:t>
        <a:bodyPr/>
        <a:lstStyle/>
        <a:p>
          <a:r>
            <a:rPr lang="en-US"/>
            <a:t>Answer Every Question</a:t>
          </a:r>
        </a:p>
      </dgm:t>
    </dgm:pt>
    <dgm:pt modelId="{490632FF-1F30-439D-8BE7-A734A83DB7D5}" type="parTrans" cxnId="{AD0B574F-C161-43C1-BFC8-92F69D23E346}">
      <dgm:prSet/>
      <dgm:spPr/>
      <dgm:t>
        <a:bodyPr/>
        <a:lstStyle/>
        <a:p>
          <a:endParaRPr lang="en-US"/>
        </a:p>
      </dgm:t>
    </dgm:pt>
    <dgm:pt modelId="{CF65792C-1535-4359-8920-5A0A00F5254F}" type="sibTrans" cxnId="{AD0B574F-C161-43C1-BFC8-92F69D23E346}">
      <dgm:prSet/>
      <dgm:spPr/>
      <dgm:t>
        <a:bodyPr/>
        <a:lstStyle/>
        <a:p>
          <a:endParaRPr lang="en-US"/>
        </a:p>
      </dgm:t>
    </dgm:pt>
    <dgm:pt modelId="{0BDEF13C-89FD-4101-98FC-0A7D5DC9797D}">
      <dgm:prSet/>
      <dgm:spPr/>
      <dgm:t>
        <a:bodyPr/>
        <a:lstStyle/>
        <a:p>
          <a:r>
            <a:rPr lang="en-US"/>
            <a:t>Use</a:t>
          </a:r>
        </a:p>
      </dgm:t>
    </dgm:pt>
    <dgm:pt modelId="{EEFC7332-067B-400A-B8AD-84E26922E87D}" type="parTrans" cxnId="{BAB6B880-520B-427D-848F-D01F5D9B2260}">
      <dgm:prSet/>
      <dgm:spPr/>
      <dgm:t>
        <a:bodyPr/>
        <a:lstStyle/>
        <a:p>
          <a:endParaRPr lang="en-US"/>
        </a:p>
      </dgm:t>
    </dgm:pt>
    <dgm:pt modelId="{0A2C4A6A-6E5F-4DFA-B53E-666B99A4930E}" type="sibTrans" cxnId="{BAB6B880-520B-427D-848F-D01F5D9B2260}">
      <dgm:prSet/>
      <dgm:spPr/>
      <dgm:t>
        <a:bodyPr/>
        <a:lstStyle/>
        <a:p>
          <a:endParaRPr lang="en-US"/>
        </a:p>
      </dgm:t>
    </dgm:pt>
    <dgm:pt modelId="{A4CDFAB0-EB31-4E45-B312-FC51E85EB5CE}">
      <dgm:prSet/>
      <dgm:spPr/>
      <dgm:t>
        <a:bodyPr/>
        <a:lstStyle/>
        <a:p>
          <a:r>
            <a:rPr lang="en-US"/>
            <a:t>Use the Review Feature</a:t>
          </a:r>
        </a:p>
      </dgm:t>
    </dgm:pt>
    <dgm:pt modelId="{1AFDAEFD-92A2-4EA7-B2BB-2E8D9808A023}" type="parTrans" cxnId="{ADC9D3EB-D9F2-4784-ADF6-633528264510}">
      <dgm:prSet/>
      <dgm:spPr/>
      <dgm:t>
        <a:bodyPr/>
        <a:lstStyle/>
        <a:p>
          <a:endParaRPr lang="en-US"/>
        </a:p>
      </dgm:t>
    </dgm:pt>
    <dgm:pt modelId="{E85B8253-3EBF-48B7-9667-52081F975CA6}" type="sibTrans" cxnId="{ADC9D3EB-D9F2-4784-ADF6-633528264510}">
      <dgm:prSet/>
      <dgm:spPr/>
      <dgm:t>
        <a:bodyPr/>
        <a:lstStyle/>
        <a:p>
          <a:endParaRPr lang="en-US"/>
        </a:p>
      </dgm:t>
    </dgm:pt>
    <dgm:pt modelId="{26670D33-2A4F-4635-B58B-4131321ABBA2}">
      <dgm:prSet/>
      <dgm:spPr/>
      <dgm:t>
        <a:bodyPr/>
        <a:lstStyle/>
        <a:p>
          <a:r>
            <a:rPr lang="en-US"/>
            <a:t>Process</a:t>
          </a:r>
        </a:p>
      </dgm:t>
    </dgm:pt>
    <dgm:pt modelId="{04387A5F-F304-4CAD-A022-1A74AC555BBB}" type="parTrans" cxnId="{21EE0111-7CDE-4F49-A1E1-73773D0AB4A1}">
      <dgm:prSet/>
      <dgm:spPr/>
      <dgm:t>
        <a:bodyPr/>
        <a:lstStyle/>
        <a:p>
          <a:endParaRPr lang="en-US"/>
        </a:p>
      </dgm:t>
    </dgm:pt>
    <dgm:pt modelId="{589638DA-F701-456C-B547-4CE4EC363596}" type="sibTrans" cxnId="{21EE0111-7CDE-4F49-A1E1-73773D0AB4A1}">
      <dgm:prSet/>
      <dgm:spPr/>
      <dgm:t>
        <a:bodyPr/>
        <a:lstStyle/>
        <a:p>
          <a:endParaRPr lang="en-US"/>
        </a:p>
      </dgm:t>
    </dgm:pt>
    <dgm:pt modelId="{4CBFB731-EF2E-4812-B37A-FD5327B70F42}">
      <dgm:prSet/>
      <dgm:spPr/>
      <dgm:t>
        <a:bodyPr/>
        <a:lstStyle/>
        <a:p>
          <a:r>
            <a:rPr lang="en-US"/>
            <a:t>Process of Elimination </a:t>
          </a:r>
        </a:p>
      </dgm:t>
    </dgm:pt>
    <dgm:pt modelId="{82F291B2-5AA1-420C-907A-3C949BE29F5B}" type="parTrans" cxnId="{555F7D4C-0F41-45A7-90EC-AC7D8C5F0E20}">
      <dgm:prSet/>
      <dgm:spPr/>
      <dgm:t>
        <a:bodyPr/>
        <a:lstStyle/>
        <a:p>
          <a:endParaRPr lang="en-US"/>
        </a:p>
      </dgm:t>
    </dgm:pt>
    <dgm:pt modelId="{5C4AAC36-6333-4DA6-B23B-AC78C0BD02E1}" type="sibTrans" cxnId="{555F7D4C-0F41-45A7-90EC-AC7D8C5F0E20}">
      <dgm:prSet/>
      <dgm:spPr/>
      <dgm:t>
        <a:bodyPr/>
        <a:lstStyle/>
        <a:p>
          <a:endParaRPr lang="en-US"/>
        </a:p>
      </dgm:t>
    </dgm:pt>
    <dgm:pt modelId="{AF592A98-36D1-4121-80BE-2C0AD9A85390}">
      <dgm:prSet/>
      <dgm:spPr/>
      <dgm:t>
        <a:bodyPr/>
        <a:lstStyle/>
        <a:p>
          <a:r>
            <a:rPr lang="en-US"/>
            <a:t>Stay</a:t>
          </a:r>
        </a:p>
      </dgm:t>
    </dgm:pt>
    <dgm:pt modelId="{9360D649-3324-4142-BA00-FFBEF61FC2D0}" type="parTrans" cxnId="{D76BDD6B-0B68-43A9-8462-2F36A8B86EFC}">
      <dgm:prSet/>
      <dgm:spPr/>
      <dgm:t>
        <a:bodyPr/>
        <a:lstStyle/>
        <a:p>
          <a:endParaRPr lang="en-US"/>
        </a:p>
      </dgm:t>
    </dgm:pt>
    <dgm:pt modelId="{1A8B203B-838B-4A37-BDB9-CADE82ED271B}" type="sibTrans" cxnId="{D76BDD6B-0B68-43A9-8462-2F36A8B86EFC}">
      <dgm:prSet/>
      <dgm:spPr/>
      <dgm:t>
        <a:bodyPr/>
        <a:lstStyle/>
        <a:p>
          <a:endParaRPr lang="en-US"/>
        </a:p>
      </dgm:t>
    </dgm:pt>
    <dgm:pt modelId="{D7534BFD-958F-477B-9E9E-5F8F7D4BD073}">
      <dgm:prSet/>
      <dgm:spPr/>
      <dgm:t>
        <a:bodyPr/>
        <a:lstStyle/>
        <a:p>
          <a:r>
            <a:rPr lang="en-US"/>
            <a:t>Stay Calm and Focused</a:t>
          </a:r>
        </a:p>
      </dgm:t>
    </dgm:pt>
    <dgm:pt modelId="{8649C42C-F81D-4D08-A8D4-B84F4297D431}" type="parTrans" cxnId="{17058968-6783-4551-8A0B-9194857A0194}">
      <dgm:prSet/>
      <dgm:spPr/>
      <dgm:t>
        <a:bodyPr/>
        <a:lstStyle/>
        <a:p>
          <a:endParaRPr lang="en-US"/>
        </a:p>
      </dgm:t>
    </dgm:pt>
    <dgm:pt modelId="{8BF09EEA-59CE-4F2A-BF31-F657C050E223}" type="sibTrans" cxnId="{17058968-6783-4551-8A0B-9194857A0194}">
      <dgm:prSet/>
      <dgm:spPr/>
      <dgm:t>
        <a:bodyPr/>
        <a:lstStyle/>
        <a:p>
          <a:endParaRPr lang="en-US"/>
        </a:p>
      </dgm:t>
    </dgm:pt>
    <dgm:pt modelId="{A54E9F50-8822-44CE-B322-940A34B8CBE7}">
      <dgm:prSet/>
      <dgm:spPr/>
      <dgm:t>
        <a:bodyPr/>
        <a:lstStyle/>
        <a:p>
          <a:r>
            <a:rPr lang="en-US"/>
            <a:t>Review</a:t>
          </a:r>
        </a:p>
      </dgm:t>
    </dgm:pt>
    <dgm:pt modelId="{DC75535F-4890-4071-B399-0040655D0557}" type="parTrans" cxnId="{AFE7CD83-4F65-4277-9108-5D59C3B85545}">
      <dgm:prSet/>
      <dgm:spPr/>
      <dgm:t>
        <a:bodyPr/>
        <a:lstStyle/>
        <a:p>
          <a:endParaRPr lang="en-US"/>
        </a:p>
      </dgm:t>
    </dgm:pt>
    <dgm:pt modelId="{9964A93D-F512-454F-8333-2154571C7CCA}" type="sibTrans" cxnId="{AFE7CD83-4F65-4277-9108-5D59C3B85545}">
      <dgm:prSet/>
      <dgm:spPr/>
      <dgm:t>
        <a:bodyPr/>
        <a:lstStyle/>
        <a:p>
          <a:endParaRPr lang="en-US"/>
        </a:p>
      </dgm:t>
    </dgm:pt>
    <dgm:pt modelId="{B5D5A070-DEDF-4308-BC2F-8B973726AB78}">
      <dgm:prSet/>
      <dgm:spPr/>
      <dgm:t>
        <a:bodyPr/>
        <a:lstStyle/>
        <a:p>
          <a:r>
            <a:rPr lang="en-US"/>
            <a:t>Review Your Answer (If Time Permits)</a:t>
          </a:r>
        </a:p>
      </dgm:t>
    </dgm:pt>
    <dgm:pt modelId="{58E9E9B8-7416-4251-8516-9D02891B9816}" type="parTrans" cxnId="{33162D67-E322-48AE-BF38-B158C1381E98}">
      <dgm:prSet/>
      <dgm:spPr/>
      <dgm:t>
        <a:bodyPr/>
        <a:lstStyle/>
        <a:p>
          <a:endParaRPr lang="en-US"/>
        </a:p>
      </dgm:t>
    </dgm:pt>
    <dgm:pt modelId="{620DA404-2899-42AF-8DC4-B197A707466D}" type="sibTrans" cxnId="{33162D67-E322-48AE-BF38-B158C1381E98}">
      <dgm:prSet/>
      <dgm:spPr/>
      <dgm:t>
        <a:bodyPr/>
        <a:lstStyle/>
        <a:p>
          <a:endParaRPr lang="en-US"/>
        </a:p>
      </dgm:t>
    </dgm:pt>
    <dgm:pt modelId="{849B86F2-C1BA-4BCB-B3B9-23C95954FA06}" type="pres">
      <dgm:prSet presAssocID="{4DD9D83F-A392-4776-B674-9D715E517EBA}" presName="Name0" presStyleCnt="0">
        <dgm:presLayoutVars>
          <dgm:dir/>
          <dgm:animLvl val="lvl"/>
          <dgm:resizeHandles val="exact"/>
        </dgm:presLayoutVars>
      </dgm:prSet>
      <dgm:spPr/>
    </dgm:pt>
    <dgm:pt modelId="{8441F2BF-4880-43D1-993C-A69BF746F42E}" type="pres">
      <dgm:prSet presAssocID="{2603B631-0D08-49D9-9BF9-5E143E3596CB}" presName="linNode" presStyleCnt="0"/>
      <dgm:spPr/>
    </dgm:pt>
    <dgm:pt modelId="{342C7BE4-A99F-4544-AA35-E4D99A684D38}" type="pres">
      <dgm:prSet presAssocID="{2603B631-0D08-49D9-9BF9-5E143E3596CB}" presName="parentText" presStyleLbl="solidFgAcc1" presStyleIdx="0" presStyleCnt="7">
        <dgm:presLayoutVars>
          <dgm:chMax val="1"/>
          <dgm:bulletEnabled/>
        </dgm:presLayoutVars>
      </dgm:prSet>
      <dgm:spPr/>
    </dgm:pt>
    <dgm:pt modelId="{55F41890-96B3-45D5-B29E-6DA6417EDD43}" type="pres">
      <dgm:prSet presAssocID="{2603B631-0D08-49D9-9BF9-5E143E3596CB}" presName="descendantText" presStyleLbl="alignNode1" presStyleIdx="0" presStyleCnt="7">
        <dgm:presLayoutVars>
          <dgm:bulletEnabled/>
        </dgm:presLayoutVars>
      </dgm:prSet>
      <dgm:spPr/>
    </dgm:pt>
    <dgm:pt modelId="{39267CEE-7A0F-4A44-B28D-091084B56065}" type="pres">
      <dgm:prSet presAssocID="{CCFF958E-38E8-4656-B205-91069FB60CF4}" presName="sp" presStyleCnt="0"/>
      <dgm:spPr/>
    </dgm:pt>
    <dgm:pt modelId="{72EB00BB-C230-43A0-8916-1499F39683A5}" type="pres">
      <dgm:prSet presAssocID="{7779CB99-6294-4667-882B-284D0A24EE1F}" presName="linNode" presStyleCnt="0"/>
      <dgm:spPr/>
    </dgm:pt>
    <dgm:pt modelId="{73104BC3-D4FC-46C1-924B-F3DA3C1F8C49}" type="pres">
      <dgm:prSet presAssocID="{7779CB99-6294-4667-882B-284D0A24EE1F}" presName="parentText" presStyleLbl="solidFgAcc1" presStyleIdx="1" presStyleCnt="7">
        <dgm:presLayoutVars>
          <dgm:chMax val="1"/>
          <dgm:bulletEnabled/>
        </dgm:presLayoutVars>
      </dgm:prSet>
      <dgm:spPr/>
    </dgm:pt>
    <dgm:pt modelId="{C5DFB32B-3351-4696-8080-65A292D29C8C}" type="pres">
      <dgm:prSet presAssocID="{7779CB99-6294-4667-882B-284D0A24EE1F}" presName="descendantText" presStyleLbl="alignNode1" presStyleIdx="1" presStyleCnt="7">
        <dgm:presLayoutVars>
          <dgm:bulletEnabled/>
        </dgm:presLayoutVars>
      </dgm:prSet>
      <dgm:spPr/>
    </dgm:pt>
    <dgm:pt modelId="{069C3F9C-130A-4A9D-B146-AA67AFA1B980}" type="pres">
      <dgm:prSet presAssocID="{FE30177A-28FD-40BE-9AA0-A50C2B1475E0}" presName="sp" presStyleCnt="0"/>
      <dgm:spPr/>
    </dgm:pt>
    <dgm:pt modelId="{5E8B0247-499D-4721-9998-669F1154AA1D}" type="pres">
      <dgm:prSet presAssocID="{C073CA4F-F66D-4850-B2A7-F5000BCE3AFC}" presName="linNode" presStyleCnt="0"/>
      <dgm:spPr/>
    </dgm:pt>
    <dgm:pt modelId="{2697076E-2C41-4C47-B0D0-E59634DDA51E}" type="pres">
      <dgm:prSet presAssocID="{C073CA4F-F66D-4850-B2A7-F5000BCE3AFC}" presName="parentText" presStyleLbl="solidFgAcc1" presStyleIdx="2" presStyleCnt="7">
        <dgm:presLayoutVars>
          <dgm:chMax val="1"/>
          <dgm:bulletEnabled/>
        </dgm:presLayoutVars>
      </dgm:prSet>
      <dgm:spPr/>
    </dgm:pt>
    <dgm:pt modelId="{A6AB3E4C-54C5-4E3F-9234-11BEBB47B59C}" type="pres">
      <dgm:prSet presAssocID="{C073CA4F-F66D-4850-B2A7-F5000BCE3AFC}" presName="descendantText" presStyleLbl="alignNode1" presStyleIdx="2" presStyleCnt="7">
        <dgm:presLayoutVars>
          <dgm:bulletEnabled/>
        </dgm:presLayoutVars>
      </dgm:prSet>
      <dgm:spPr/>
    </dgm:pt>
    <dgm:pt modelId="{6C897EA3-0033-49A0-BA7E-C06A786731C8}" type="pres">
      <dgm:prSet presAssocID="{67EA007E-8452-413F-9A85-865406329D44}" presName="sp" presStyleCnt="0"/>
      <dgm:spPr/>
    </dgm:pt>
    <dgm:pt modelId="{F7D3EF68-D508-492A-A3A4-D3AF83ECABC8}" type="pres">
      <dgm:prSet presAssocID="{0BDEF13C-89FD-4101-98FC-0A7D5DC9797D}" presName="linNode" presStyleCnt="0"/>
      <dgm:spPr/>
    </dgm:pt>
    <dgm:pt modelId="{051F8B4F-1145-4221-87FC-BC935EF7937E}" type="pres">
      <dgm:prSet presAssocID="{0BDEF13C-89FD-4101-98FC-0A7D5DC9797D}" presName="parentText" presStyleLbl="solidFgAcc1" presStyleIdx="3" presStyleCnt="7">
        <dgm:presLayoutVars>
          <dgm:chMax val="1"/>
          <dgm:bulletEnabled/>
        </dgm:presLayoutVars>
      </dgm:prSet>
      <dgm:spPr/>
    </dgm:pt>
    <dgm:pt modelId="{11506A77-A8B3-44D6-A491-DAB1B86A336F}" type="pres">
      <dgm:prSet presAssocID="{0BDEF13C-89FD-4101-98FC-0A7D5DC9797D}" presName="descendantText" presStyleLbl="alignNode1" presStyleIdx="3" presStyleCnt="7">
        <dgm:presLayoutVars>
          <dgm:bulletEnabled/>
        </dgm:presLayoutVars>
      </dgm:prSet>
      <dgm:spPr/>
    </dgm:pt>
    <dgm:pt modelId="{8D07A35C-FB10-4D7E-801C-7270145FD2B3}" type="pres">
      <dgm:prSet presAssocID="{0A2C4A6A-6E5F-4DFA-B53E-666B99A4930E}" presName="sp" presStyleCnt="0"/>
      <dgm:spPr/>
    </dgm:pt>
    <dgm:pt modelId="{BF27F617-6C21-4C51-96AE-53ED67E5866B}" type="pres">
      <dgm:prSet presAssocID="{26670D33-2A4F-4635-B58B-4131321ABBA2}" presName="linNode" presStyleCnt="0"/>
      <dgm:spPr/>
    </dgm:pt>
    <dgm:pt modelId="{7DF87A94-614E-437F-9548-D177B9D68A77}" type="pres">
      <dgm:prSet presAssocID="{26670D33-2A4F-4635-B58B-4131321ABBA2}" presName="parentText" presStyleLbl="solidFgAcc1" presStyleIdx="4" presStyleCnt="7">
        <dgm:presLayoutVars>
          <dgm:chMax val="1"/>
          <dgm:bulletEnabled/>
        </dgm:presLayoutVars>
      </dgm:prSet>
      <dgm:spPr/>
    </dgm:pt>
    <dgm:pt modelId="{F4E927E1-BEC9-4A25-A02A-4BD8EDE00944}" type="pres">
      <dgm:prSet presAssocID="{26670D33-2A4F-4635-B58B-4131321ABBA2}" presName="descendantText" presStyleLbl="alignNode1" presStyleIdx="4" presStyleCnt="7">
        <dgm:presLayoutVars>
          <dgm:bulletEnabled/>
        </dgm:presLayoutVars>
      </dgm:prSet>
      <dgm:spPr/>
    </dgm:pt>
    <dgm:pt modelId="{971255C7-1FCA-4249-B541-CC8817518713}" type="pres">
      <dgm:prSet presAssocID="{589638DA-F701-456C-B547-4CE4EC363596}" presName="sp" presStyleCnt="0"/>
      <dgm:spPr/>
    </dgm:pt>
    <dgm:pt modelId="{50F5521C-510F-44AB-9E68-F167F06E69F1}" type="pres">
      <dgm:prSet presAssocID="{AF592A98-36D1-4121-80BE-2C0AD9A85390}" presName="linNode" presStyleCnt="0"/>
      <dgm:spPr/>
    </dgm:pt>
    <dgm:pt modelId="{1B5B01C4-3B8E-431D-96F9-425ECEA056C9}" type="pres">
      <dgm:prSet presAssocID="{AF592A98-36D1-4121-80BE-2C0AD9A85390}" presName="parentText" presStyleLbl="solidFgAcc1" presStyleIdx="5" presStyleCnt="7">
        <dgm:presLayoutVars>
          <dgm:chMax val="1"/>
          <dgm:bulletEnabled/>
        </dgm:presLayoutVars>
      </dgm:prSet>
      <dgm:spPr/>
    </dgm:pt>
    <dgm:pt modelId="{1BD4C562-F8FE-4260-B64E-117682CA61E2}" type="pres">
      <dgm:prSet presAssocID="{AF592A98-36D1-4121-80BE-2C0AD9A85390}" presName="descendantText" presStyleLbl="alignNode1" presStyleIdx="5" presStyleCnt="7">
        <dgm:presLayoutVars>
          <dgm:bulletEnabled/>
        </dgm:presLayoutVars>
      </dgm:prSet>
      <dgm:spPr/>
    </dgm:pt>
    <dgm:pt modelId="{76451226-B882-443B-AC52-86B6F1429735}" type="pres">
      <dgm:prSet presAssocID="{1A8B203B-838B-4A37-BDB9-CADE82ED271B}" presName="sp" presStyleCnt="0"/>
      <dgm:spPr/>
    </dgm:pt>
    <dgm:pt modelId="{D504DE3E-23F3-446A-8F13-D91D549CC0A5}" type="pres">
      <dgm:prSet presAssocID="{A54E9F50-8822-44CE-B322-940A34B8CBE7}" presName="linNode" presStyleCnt="0"/>
      <dgm:spPr/>
    </dgm:pt>
    <dgm:pt modelId="{5FC4742D-48FF-4B56-83F2-841D240BA476}" type="pres">
      <dgm:prSet presAssocID="{A54E9F50-8822-44CE-B322-940A34B8CBE7}" presName="parentText" presStyleLbl="solidFgAcc1" presStyleIdx="6" presStyleCnt="7">
        <dgm:presLayoutVars>
          <dgm:chMax val="1"/>
          <dgm:bulletEnabled/>
        </dgm:presLayoutVars>
      </dgm:prSet>
      <dgm:spPr/>
    </dgm:pt>
    <dgm:pt modelId="{983293C0-530E-4AE8-9112-2531AF69482F}" type="pres">
      <dgm:prSet presAssocID="{A54E9F50-8822-44CE-B322-940A34B8CBE7}" presName="descendantText" presStyleLbl="alignNode1" presStyleIdx="6" presStyleCnt="7">
        <dgm:presLayoutVars>
          <dgm:bulletEnabled/>
        </dgm:presLayoutVars>
      </dgm:prSet>
      <dgm:spPr/>
    </dgm:pt>
  </dgm:ptLst>
  <dgm:cxnLst>
    <dgm:cxn modelId="{5F520606-A5E9-409B-A404-CC361B3B5DA5}" type="presOf" srcId="{2265302F-523A-46A4-885F-BE694DF6B900}" destId="{C5DFB32B-3351-4696-8080-65A292D29C8C}" srcOrd="0" destOrd="0" presId="urn:microsoft.com/office/officeart/2016/7/layout/VerticalHollowActionList"/>
    <dgm:cxn modelId="{21EE0111-7CDE-4F49-A1E1-73773D0AB4A1}" srcId="{4DD9D83F-A392-4776-B674-9D715E517EBA}" destId="{26670D33-2A4F-4635-B58B-4131321ABBA2}" srcOrd="4" destOrd="0" parTransId="{04387A5F-F304-4CAD-A022-1A74AC555BBB}" sibTransId="{589638DA-F701-456C-B547-4CE4EC363596}"/>
    <dgm:cxn modelId="{CEF7FE3A-B933-4E93-9362-6B767C4A3C56}" srcId="{4DD9D83F-A392-4776-B674-9D715E517EBA}" destId="{7779CB99-6294-4667-882B-284D0A24EE1F}" srcOrd="1" destOrd="0" parTransId="{CE092317-6DE0-4D8B-A162-0368812406CF}" sibTransId="{FE30177A-28FD-40BE-9AA0-A50C2B1475E0}"/>
    <dgm:cxn modelId="{B0D9A23F-A8C1-4869-AB15-401D7C29A38D}" type="presOf" srcId="{4DD9D83F-A392-4776-B674-9D715E517EBA}" destId="{849B86F2-C1BA-4BCB-B3B9-23C95954FA06}" srcOrd="0" destOrd="0" presId="urn:microsoft.com/office/officeart/2016/7/layout/VerticalHollowActionList"/>
    <dgm:cxn modelId="{D6425142-BAC2-4ADF-9ABE-B8D72DB35F21}" type="presOf" srcId="{AF592A98-36D1-4121-80BE-2C0AD9A85390}" destId="{1B5B01C4-3B8E-431D-96F9-425ECEA056C9}" srcOrd="0" destOrd="0" presId="urn:microsoft.com/office/officeart/2016/7/layout/VerticalHollowActionList"/>
    <dgm:cxn modelId="{33162D67-E322-48AE-BF38-B158C1381E98}" srcId="{A54E9F50-8822-44CE-B322-940A34B8CBE7}" destId="{B5D5A070-DEDF-4308-BC2F-8B973726AB78}" srcOrd="0" destOrd="0" parTransId="{58E9E9B8-7416-4251-8516-9D02891B9816}" sibTransId="{620DA404-2899-42AF-8DC4-B197A707466D}"/>
    <dgm:cxn modelId="{D11D8247-F965-44CF-B3CA-42E7A4C35ADB}" srcId="{4DD9D83F-A392-4776-B674-9D715E517EBA}" destId="{C073CA4F-F66D-4850-B2A7-F5000BCE3AFC}" srcOrd="2" destOrd="0" parTransId="{1D1EAAE3-7EB8-4C83-9A22-EBCC2FED5E2D}" sibTransId="{67EA007E-8452-413F-9A85-865406329D44}"/>
    <dgm:cxn modelId="{17058968-6783-4551-8A0B-9194857A0194}" srcId="{AF592A98-36D1-4121-80BE-2C0AD9A85390}" destId="{D7534BFD-958F-477B-9E9E-5F8F7D4BD073}" srcOrd="0" destOrd="0" parTransId="{8649C42C-F81D-4D08-A8D4-B84F4297D431}" sibTransId="{8BF09EEA-59CE-4F2A-BF31-F657C050E223}"/>
    <dgm:cxn modelId="{D76BDD6B-0B68-43A9-8462-2F36A8B86EFC}" srcId="{4DD9D83F-A392-4776-B674-9D715E517EBA}" destId="{AF592A98-36D1-4121-80BE-2C0AD9A85390}" srcOrd="5" destOrd="0" parTransId="{9360D649-3324-4142-BA00-FFBEF61FC2D0}" sibTransId="{1A8B203B-838B-4A37-BDB9-CADE82ED271B}"/>
    <dgm:cxn modelId="{555F7D4C-0F41-45A7-90EC-AC7D8C5F0E20}" srcId="{26670D33-2A4F-4635-B58B-4131321ABBA2}" destId="{4CBFB731-EF2E-4812-B37A-FD5327B70F42}" srcOrd="0" destOrd="0" parTransId="{82F291B2-5AA1-420C-907A-3C949BE29F5B}" sibTransId="{5C4AAC36-6333-4DA6-B23B-AC78C0BD02E1}"/>
    <dgm:cxn modelId="{BD4B144E-DD2F-4F0C-9B72-E3DF36FCFF21}" srcId="{7779CB99-6294-4667-882B-284D0A24EE1F}" destId="{2265302F-523A-46A4-885F-BE694DF6B900}" srcOrd="0" destOrd="0" parTransId="{CF742185-55F7-47F1-B853-8326FCDBA15E}" sibTransId="{14377324-039F-49FE-90CA-BAE13DDB2C09}"/>
    <dgm:cxn modelId="{02639F6E-E46A-4B0E-8AFE-6D69D89700B3}" type="presOf" srcId="{26670D33-2A4F-4635-B58B-4131321ABBA2}" destId="{7DF87A94-614E-437F-9548-D177B9D68A77}" srcOrd="0" destOrd="0" presId="urn:microsoft.com/office/officeart/2016/7/layout/VerticalHollowActionList"/>
    <dgm:cxn modelId="{AD0B574F-C161-43C1-BFC8-92F69D23E346}" srcId="{C073CA4F-F66D-4850-B2A7-F5000BCE3AFC}" destId="{8BB077FC-96FE-4313-A993-0BC052C7B603}" srcOrd="0" destOrd="0" parTransId="{490632FF-1F30-439D-8BE7-A734A83DB7D5}" sibTransId="{CF65792C-1535-4359-8920-5A0A00F5254F}"/>
    <dgm:cxn modelId="{34712A50-C2EC-4291-A2C7-C640BCEB2DC9}" type="presOf" srcId="{A4CDFAB0-EB31-4E45-B312-FC51E85EB5CE}" destId="{11506A77-A8B3-44D6-A491-DAB1B86A336F}" srcOrd="0" destOrd="0" presId="urn:microsoft.com/office/officeart/2016/7/layout/VerticalHollowActionList"/>
    <dgm:cxn modelId="{F5DDA97F-68A4-4042-94A9-791398B30B85}" type="presOf" srcId="{0BDEF13C-89FD-4101-98FC-0A7D5DC9797D}" destId="{051F8B4F-1145-4221-87FC-BC935EF7937E}" srcOrd="0" destOrd="0" presId="urn:microsoft.com/office/officeart/2016/7/layout/VerticalHollowActionList"/>
    <dgm:cxn modelId="{BAB6B880-520B-427D-848F-D01F5D9B2260}" srcId="{4DD9D83F-A392-4776-B674-9D715E517EBA}" destId="{0BDEF13C-89FD-4101-98FC-0A7D5DC9797D}" srcOrd="3" destOrd="0" parTransId="{EEFC7332-067B-400A-B8AD-84E26922E87D}" sibTransId="{0A2C4A6A-6E5F-4DFA-B53E-666B99A4930E}"/>
    <dgm:cxn modelId="{89313681-1B02-49E8-9BBC-5731C654B387}" type="presOf" srcId="{2603B631-0D08-49D9-9BF9-5E143E3596CB}" destId="{342C7BE4-A99F-4544-AA35-E4D99A684D38}" srcOrd="0" destOrd="0" presId="urn:microsoft.com/office/officeart/2016/7/layout/VerticalHollowActionList"/>
    <dgm:cxn modelId="{C8AF8582-D475-4DD5-9869-16102802B0DA}" srcId="{2603B631-0D08-49D9-9BF9-5E143E3596CB}" destId="{FDD9CE63-113D-4BA7-A76D-B27A590888EA}" srcOrd="0" destOrd="0" parTransId="{D21BC76A-232E-48EF-BEF9-839628CD21B6}" sibTransId="{454B30FB-15D3-4B5C-80C8-5FCA61D33CD8}"/>
    <dgm:cxn modelId="{AFE7CD83-4F65-4277-9108-5D59C3B85545}" srcId="{4DD9D83F-A392-4776-B674-9D715E517EBA}" destId="{A54E9F50-8822-44CE-B322-940A34B8CBE7}" srcOrd="6" destOrd="0" parTransId="{DC75535F-4890-4071-B399-0040655D0557}" sibTransId="{9964A93D-F512-454F-8333-2154571C7CCA}"/>
    <dgm:cxn modelId="{8C630E9D-FC7C-4093-8D04-5B42A7F0D55C}" type="presOf" srcId="{D7534BFD-958F-477B-9E9E-5F8F7D4BD073}" destId="{1BD4C562-F8FE-4260-B64E-117682CA61E2}" srcOrd="0" destOrd="0" presId="urn:microsoft.com/office/officeart/2016/7/layout/VerticalHollowActionList"/>
    <dgm:cxn modelId="{3986BFAD-1801-4366-90B4-CF62096AB84A}" type="presOf" srcId="{C073CA4F-F66D-4850-B2A7-F5000BCE3AFC}" destId="{2697076E-2C41-4C47-B0D0-E59634DDA51E}" srcOrd="0" destOrd="0" presId="urn:microsoft.com/office/officeart/2016/7/layout/VerticalHollowActionList"/>
    <dgm:cxn modelId="{81F54DAF-BD08-4055-9C89-5B4D7FE11421}" type="presOf" srcId="{8BB077FC-96FE-4313-A993-0BC052C7B603}" destId="{A6AB3E4C-54C5-4E3F-9234-11BEBB47B59C}" srcOrd="0" destOrd="0" presId="urn:microsoft.com/office/officeart/2016/7/layout/VerticalHollowActionList"/>
    <dgm:cxn modelId="{C52DFFB5-57F8-46CC-939E-002A60277E39}" type="presOf" srcId="{4CBFB731-EF2E-4812-B37A-FD5327B70F42}" destId="{F4E927E1-BEC9-4A25-A02A-4BD8EDE00944}" srcOrd="0" destOrd="0" presId="urn:microsoft.com/office/officeart/2016/7/layout/VerticalHollowActionList"/>
    <dgm:cxn modelId="{AE86FBB9-EA17-4EEB-995E-3E61BD1BCB60}" type="presOf" srcId="{7779CB99-6294-4667-882B-284D0A24EE1F}" destId="{73104BC3-D4FC-46C1-924B-F3DA3C1F8C49}" srcOrd="0" destOrd="0" presId="urn:microsoft.com/office/officeart/2016/7/layout/VerticalHollowActionList"/>
    <dgm:cxn modelId="{1B6972CA-3481-4847-B627-6A55516BBF41}" type="presOf" srcId="{A54E9F50-8822-44CE-B322-940A34B8CBE7}" destId="{5FC4742D-48FF-4B56-83F2-841D240BA476}" srcOrd="0" destOrd="0" presId="urn:microsoft.com/office/officeart/2016/7/layout/VerticalHollowActionList"/>
    <dgm:cxn modelId="{30C4EBE0-DBAB-4153-B992-BFFE58ED118E}" type="presOf" srcId="{FDD9CE63-113D-4BA7-A76D-B27A590888EA}" destId="{55F41890-96B3-45D5-B29E-6DA6417EDD43}" srcOrd="0" destOrd="0" presId="urn:microsoft.com/office/officeart/2016/7/layout/VerticalHollowActionList"/>
    <dgm:cxn modelId="{ADC9D3EB-D9F2-4784-ADF6-633528264510}" srcId="{0BDEF13C-89FD-4101-98FC-0A7D5DC9797D}" destId="{A4CDFAB0-EB31-4E45-B312-FC51E85EB5CE}" srcOrd="0" destOrd="0" parTransId="{1AFDAEFD-92A2-4EA7-B2BB-2E8D9808A023}" sibTransId="{E85B8253-3EBF-48B7-9667-52081F975CA6}"/>
    <dgm:cxn modelId="{5A28AAF4-12F5-4FF6-8F68-F0C016B2FE8A}" type="presOf" srcId="{B5D5A070-DEDF-4308-BC2F-8B973726AB78}" destId="{983293C0-530E-4AE8-9112-2531AF69482F}" srcOrd="0" destOrd="0" presId="urn:microsoft.com/office/officeart/2016/7/layout/VerticalHollowActionList"/>
    <dgm:cxn modelId="{882ECBFE-44C9-4F0D-858D-C7FA2D5B753A}" srcId="{4DD9D83F-A392-4776-B674-9D715E517EBA}" destId="{2603B631-0D08-49D9-9BF9-5E143E3596CB}" srcOrd="0" destOrd="0" parTransId="{87A228AC-F5A3-41A5-BE23-E0BA577B9135}" sibTransId="{CCFF958E-38E8-4656-B205-91069FB60CF4}"/>
    <dgm:cxn modelId="{E4FB2929-2022-4C3F-8992-F9BFF77FCE56}" type="presParOf" srcId="{849B86F2-C1BA-4BCB-B3B9-23C95954FA06}" destId="{8441F2BF-4880-43D1-993C-A69BF746F42E}" srcOrd="0" destOrd="0" presId="urn:microsoft.com/office/officeart/2016/7/layout/VerticalHollowActionList"/>
    <dgm:cxn modelId="{577C3415-6E24-4799-B155-E69DF1EC34FB}" type="presParOf" srcId="{8441F2BF-4880-43D1-993C-A69BF746F42E}" destId="{342C7BE4-A99F-4544-AA35-E4D99A684D38}" srcOrd="0" destOrd="0" presId="urn:microsoft.com/office/officeart/2016/7/layout/VerticalHollowActionList"/>
    <dgm:cxn modelId="{8CD68530-E28E-4A51-9B9E-DF14D49E6D61}" type="presParOf" srcId="{8441F2BF-4880-43D1-993C-A69BF746F42E}" destId="{55F41890-96B3-45D5-B29E-6DA6417EDD43}" srcOrd="1" destOrd="0" presId="urn:microsoft.com/office/officeart/2016/7/layout/VerticalHollowActionList"/>
    <dgm:cxn modelId="{60581484-36B9-4C8B-BBA0-05CEC2BEC20C}" type="presParOf" srcId="{849B86F2-C1BA-4BCB-B3B9-23C95954FA06}" destId="{39267CEE-7A0F-4A44-B28D-091084B56065}" srcOrd="1" destOrd="0" presId="urn:microsoft.com/office/officeart/2016/7/layout/VerticalHollowActionList"/>
    <dgm:cxn modelId="{AD2C17EE-3D0A-417E-8FF0-9A6DA4E1CA06}" type="presParOf" srcId="{849B86F2-C1BA-4BCB-B3B9-23C95954FA06}" destId="{72EB00BB-C230-43A0-8916-1499F39683A5}" srcOrd="2" destOrd="0" presId="urn:microsoft.com/office/officeart/2016/7/layout/VerticalHollowActionList"/>
    <dgm:cxn modelId="{12495ED8-AF89-4D1D-B608-CF726C65FEA6}" type="presParOf" srcId="{72EB00BB-C230-43A0-8916-1499F39683A5}" destId="{73104BC3-D4FC-46C1-924B-F3DA3C1F8C49}" srcOrd="0" destOrd="0" presId="urn:microsoft.com/office/officeart/2016/7/layout/VerticalHollowActionList"/>
    <dgm:cxn modelId="{7CF37E2C-0C89-449B-A937-7BC467A510D4}" type="presParOf" srcId="{72EB00BB-C230-43A0-8916-1499F39683A5}" destId="{C5DFB32B-3351-4696-8080-65A292D29C8C}" srcOrd="1" destOrd="0" presId="urn:microsoft.com/office/officeart/2016/7/layout/VerticalHollowActionList"/>
    <dgm:cxn modelId="{75AA1F39-B7B8-4DB4-AFC1-873826C8BDAA}" type="presParOf" srcId="{849B86F2-C1BA-4BCB-B3B9-23C95954FA06}" destId="{069C3F9C-130A-4A9D-B146-AA67AFA1B980}" srcOrd="3" destOrd="0" presId="urn:microsoft.com/office/officeart/2016/7/layout/VerticalHollowActionList"/>
    <dgm:cxn modelId="{7D1D53CA-1BFC-4539-B4B8-76CBAFDD8B71}" type="presParOf" srcId="{849B86F2-C1BA-4BCB-B3B9-23C95954FA06}" destId="{5E8B0247-499D-4721-9998-669F1154AA1D}" srcOrd="4" destOrd="0" presId="urn:microsoft.com/office/officeart/2016/7/layout/VerticalHollowActionList"/>
    <dgm:cxn modelId="{5A86323B-3A5E-45D5-9B1F-030202590968}" type="presParOf" srcId="{5E8B0247-499D-4721-9998-669F1154AA1D}" destId="{2697076E-2C41-4C47-B0D0-E59634DDA51E}" srcOrd="0" destOrd="0" presId="urn:microsoft.com/office/officeart/2016/7/layout/VerticalHollowActionList"/>
    <dgm:cxn modelId="{9B53C5EC-1D36-48C9-9A9F-ED4C76B142AD}" type="presParOf" srcId="{5E8B0247-499D-4721-9998-669F1154AA1D}" destId="{A6AB3E4C-54C5-4E3F-9234-11BEBB47B59C}" srcOrd="1" destOrd="0" presId="urn:microsoft.com/office/officeart/2016/7/layout/VerticalHollowActionList"/>
    <dgm:cxn modelId="{D5DB6093-05C3-4CE6-882F-B77686E1A0D0}" type="presParOf" srcId="{849B86F2-C1BA-4BCB-B3B9-23C95954FA06}" destId="{6C897EA3-0033-49A0-BA7E-C06A786731C8}" srcOrd="5" destOrd="0" presId="urn:microsoft.com/office/officeart/2016/7/layout/VerticalHollowActionList"/>
    <dgm:cxn modelId="{A4B2013D-1A3E-4943-9845-5687E03A81AB}" type="presParOf" srcId="{849B86F2-C1BA-4BCB-B3B9-23C95954FA06}" destId="{F7D3EF68-D508-492A-A3A4-D3AF83ECABC8}" srcOrd="6" destOrd="0" presId="urn:microsoft.com/office/officeart/2016/7/layout/VerticalHollowActionList"/>
    <dgm:cxn modelId="{AF20A10D-463F-401C-AC0E-EAC939F28A0B}" type="presParOf" srcId="{F7D3EF68-D508-492A-A3A4-D3AF83ECABC8}" destId="{051F8B4F-1145-4221-87FC-BC935EF7937E}" srcOrd="0" destOrd="0" presId="urn:microsoft.com/office/officeart/2016/7/layout/VerticalHollowActionList"/>
    <dgm:cxn modelId="{4C45295B-BE98-4385-AD60-E37590E048BB}" type="presParOf" srcId="{F7D3EF68-D508-492A-A3A4-D3AF83ECABC8}" destId="{11506A77-A8B3-44D6-A491-DAB1B86A336F}" srcOrd="1" destOrd="0" presId="urn:microsoft.com/office/officeart/2016/7/layout/VerticalHollowActionList"/>
    <dgm:cxn modelId="{CA395356-CD0F-47F4-9B42-A013E56C36C0}" type="presParOf" srcId="{849B86F2-C1BA-4BCB-B3B9-23C95954FA06}" destId="{8D07A35C-FB10-4D7E-801C-7270145FD2B3}" srcOrd="7" destOrd="0" presId="urn:microsoft.com/office/officeart/2016/7/layout/VerticalHollowActionList"/>
    <dgm:cxn modelId="{14BA15E7-CDC9-44DA-9C66-6016A39A6585}" type="presParOf" srcId="{849B86F2-C1BA-4BCB-B3B9-23C95954FA06}" destId="{BF27F617-6C21-4C51-96AE-53ED67E5866B}" srcOrd="8" destOrd="0" presId="urn:microsoft.com/office/officeart/2016/7/layout/VerticalHollowActionList"/>
    <dgm:cxn modelId="{8EEBA073-D90E-4A83-B93B-D81F23F741B8}" type="presParOf" srcId="{BF27F617-6C21-4C51-96AE-53ED67E5866B}" destId="{7DF87A94-614E-437F-9548-D177B9D68A77}" srcOrd="0" destOrd="0" presId="urn:microsoft.com/office/officeart/2016/7/layout/VerticalHollowActionList"/>
    <dgm:cxn modelId="{6AE3B073-257E-4A85-9416-C9AFEC7779F0}" type="presParOf" srcId="{BF27F617-6C21-4C51-96AE-53ED67E5866B}" destId="{F4E927E1-BEC9-4A25-A02A-4BD8EDE00944}" srcOrd="1" destOrd="0" presId="urn:microsoft.com/office/officeart/2016/7/layout/VerticalHollowActionList"/>
    <dgm:cxn modelId="{A4B27647-A1D3-462D-87A1-FEC8EB127AC7}" type="presParOf" srcId="{849B86F2-C1BA-4BCB-B3B9-23C95954FA06}" destId="{971255C7-1FCA-4249-B541-CC8817518713}" srcOrd="9" destOrd="0" presId="urn:microsoft.com/office/officeart/2016/7/layout/VerticalHollowActionList"/>
    <dgm:cxn modelId="{D9B24AA5-4215-4C7E-B873-C9183EE26F1D}" type="presParOf" srcId="{849B86F2-C1BA-4BCB-B3B9-23C95954FA06}" destId="{50F5521C-510F-44AB-9E68-F167F06E69F1}" srcOrd="10" destOrd="0" presId="urn:microsoft.com/office/officeart/2016/7/layout/VerticalHollowActionList"/>
    <dgm:cxn modelId="{7C038E36-9495-4F7F-B0C1-280290C2FB09}" type="presParOf" srcId="{50F5521C-510F-44AB-9E68-F167F06E69F1}" destId="{1B5B01C4-3B8E-431D-96F9-425ECEA056C9}" srcOrd="0" destOrd="0" presId="urn:microsoft.com/office/officeart/2016/7/layout/VerticalHollowActionList"/>
    <dgm:cxn modelId="{0EAA90F2-F108-451B-B0B0-168A4043F283}" type="presParOf" srcId="{50F5521C-510F-44AB-9E68-F167F06E69F1}" destId="{1BD4C562-F8FE-4260-B64E-117682CA61E2}" srcOrd="1" destOrd="0" presId="urn:microsoft.com/office/officeart/2016/7/layout/VerticalHollowActionList"/>
    <dgm:cxn modelId="{2605305E-6893-4B1B-B811-B37DC6A531CC}" type="presParOf" srcId="{849B86F2-C1BA-4BCB-B3B9-23C95954FA06}" destId="{76451226-B882-443B-AC52-86B6F1429735}" srcOrd="11" destOrd="0" presId="urn:microsoft.com/office/officeart/2016/7/layout/VerticalHollowActionList"/>
    <dgm:cxn modelId="{503708D9-F261-4DCF-8BD0-14CA0F1FCFB2}" type="presParOf" srcId="{849B86F2-C1BA-4BCB-B3B9-23C95954FA06}" destId="{D504DE3E-23F3-446A-8F13-D91D549CC0A5}" srcOrd="12" destOrd="0" presId="urn:microsoft.com/office/officeart/2016/7/layout/VerticalHollowActionList"/>
    <dgm:cxn modelId="{64A72641-B524-4B50-AE91-7815B80469DA}" type="presParOf" srcId="{D504DE3E-23F3-446A-8F13-D91D549CC0A5}" destId="{5FC4742D-48FF-4B56-83F2-841D240BA476}" srcOrd="0" destOrd="0" presId="urn:microsoft.com/office/officeart/2016/7/layout/VerticalHollowActionList"/>
    <dgm:cxn modelId="{EA821D19-11F8-425A-9201-B5579AADE524}" type="presParOf" srcId="{D504DE3E-23F3-446A-8F13-D91D549CC0A5}" destId="{983293C0-530E-4AE8-9112-2531AF69482F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176849-D7DB-4EB2-86C6-84D3F8F26F4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B185114-D9CC-407E-B6BA-9C47DE02B5D3}">
      <dgm:prSet/>
      <dgm:spPr/>
      <dgm:t>
        <a:bodyPr/>
        <a:lstStyle/>
        <a:p>
          <a:pPr>
            <a:defRPr cap="all"/>
          </a:pPr>
          <a:r>
            <a:rPr lang="en-US"/>
            <a:t>Get a Good Night’s Sleep</a:t>
          </a:r>
        </a:p>
      </dgm:t>
    </dgm:pt>
    <dgm:pt modelId="{00268181-E639-4E91-87F8-57EB271B432B}" type="parTrans" cxnId="{8AE997A0-EA85-4A7E-9CE2-9DC7612F5ECD}">
      <dgm:prSet/>
      <dgm:spPr/>
      <dgm:t>
        <a:bodyPr/>
        <a:lstStyle/>
        <a:p>
          <a:endParaRPr lang="en-US"/>
        </a:p>
      </dgm:t>
    </dgm:pt>
    <dgm:pt modelId="{528BBDE9-04E6-4432-8768-617A3E5CD5DF}" type="sibTrans" cxnId="{8AE997A0-EA85-4A7E-9CE2-9DC7612F5ECD}">
      <dgm:prSet/>
      <dgm:spPr/>
      <dgm:t>
        <a:bodyPr/>
        <a:lstStyle/>
        <a:p>
          <a:endParaRPr lang="en-US"/>
        </a:p>
      </dgm:t>
    </dgm:pt>
    <dgm:pt modelId="{3FA59380-C33A-45BC-A60C-1051D20BD1BA}">
      <dgm:prSet/>
      <dgm:spPr/>
      <dgm:t>
        <a:bodyPr/>
        <a:lstStyle/>
        <a:p>
          <a:pPr>
            <a:defRPr cap="all"/>
          </a:pPr>
          <a:r>
            <a:rPr lang="en-US"/>
            <a:t>Eat Appropriately</a:t>
          </a:r>
        </a:p>
      </dgm:t>
    </dgm:pt>
    <dgm:pt modelId="{B94AAA03-60F8-4114-B339-86717B09E715}" type="parTrans" cxnId="{F4066970-0A4B-4826-8590-4AC42BEE4E21}">
      <dgm:prSet/>
      <dgm:spPr/>
      <dgm:t>
        <a:bodyPr/>
        <a:lstStyle/>
        <a:p>
          <a:endParaRPr lang="en-US"/>
        </a:p>
      </dgm:t>
    </dgm:pt>
    <dgm:pt modelId="{8B439772-23EE-4CD2-BB3B-6167C4836969}" type="sibTrans" cxnId="{F4066970-0A4B-4826-8590-4AC42BEE4E21}">
      <dgm:prSet/>
      <dgm:spPr/>
      <dgm:t>
        <a:bodyPr/>
        <a:lstStyle/>
        <a:p>
          <a:endParaRPr lang="en-US"/>
        </a:p>
      </dgm:t>
    </dgm:pt>
    <dgm:pt modelId="{B803BD54-C92D-4DBF-B921-F29331AAACA9}">
      <dgm:prSet/>
      <dgm:spPr/>
      <dgm:t>
        <a:bodyPr/>
        <a:lstStyle/>
        <a:p>
          <a:pPr>
            <a:defRPr cap="all"/>
          </a:pPr>
          <a:r>
            <a:rPr lang="en-US"/>
            <a:t>Arrive Early/Log in Early</a:t>
          </a:r>
        </a:p>
      </dgm:t>
    </dgm:pt>
    <dgm:pt modelId="{1765C7F5-E9A4-45C3-9B85-A5D243184004}" type="parTrans" cxnId="{648283D7-EC5C-4AB7-8859-C4843A1936B1}">
      <dgm:prSet/>
      <dgm:spPr/>
      <dgm:t>
        <a:bodyPr/>
        <a:lstStyle/>
        <a:p>
          <a:endParaRPr lang="en-US"/>
        </a:p>
      </dgm:t>
    </dgm:pt>
    <dgm:pt modelId="{965A6480-9365-4356-A415-DF5F950AD6AF}" type="sibTrans" cxnId="{648283D7-EC5C-4AB7-8859-C4843A1936B1}">
      <dgm:prSet/>
      <dgm:spPr/>
      <dgm:t>
        <a:bodyPr/>
        <a:lstStyle/>
        <a:p>
          <a:endParaRPr lang="en-US"/>
        </a:p>
      </dgm:t>
    </dgm:pt>
    <dgm:pt modelId="{E05ABE74-D1C3-43CA-B3BA-C234D3FF7989}">
      <dgm:prSet/>
      <dgm:spPr/>
      <dgm:t>
        <a:bodyPr/>
        <a:lstStyle/>
        <a:p>
          <a:pPr>
            <a:defRPr cap="all"/>
          </a:pPr>
          <a:r>
            <a:rPr lang="en-US"/>
            <a:t>Have Fun and Enjoy the process</a:t>
          </a:r>
        </a:p>
      </dgm:t>
    </dgm:pt>
    <dgm:pt modelId="{AFEA3FB8-93E8-4B03-9B55-F733FD9FB374}" type="parTrans" cxnId="{012F9CEF-55DD-4969-A870-C7476A1E3FD3}">
      <dgm:prSet/>
      <dgm:spPr/>
      <dgm:t>
        <a:bodyPr/>
        <a:lstStyle/>
        <a:p>
          <a:endParaRPr lang="en-US"/>
        </a:p>
      </dgm:t>
    </dgm:pt>
    <dgm:pt modelId="{642AE507-3535-4C27-935E-CFC08853BA52}" type="sibTrans" cxnId="{012F9CEF-55DD-4969-A870-C7476A1E3FD3}">
      <dgm:prSet/>
      <dgm:spPr/>
      <dgm:t>
        <a:bodyPr/>
        <a:lstStyle/>
        <a:p>
          <a:endParaRPr lang="en-US"/>
        </a:p>
      </dgm:t>
    </dgm:pt>
    <dgm:pt modelId="{A39350A8-07EB-402A-B968-33B68A190876}" type="pres">
      <dgm:prSet presAssocID="{82176849-D7DB-4EB2-86C6-84D3F8F26F4B}" presName="root" presStyleCnt="0">
        <dgm:presLayoutVars>
          <dgm:dir/>
          <dgm:resizeHandles val="exact"/>
        </dgm:presLayoutVars>
      </dgm:prSet>
      <dgm:spPr/>
    </dgm:pt>
    <dgm:pt modelId="{14B79F87-89B0-45C0-912E-20CE915DFED7}" type="pres">
      <dgm:prSet presAssocID="{DB185114-D9CC-407E-B6BA-9C47DE02B5D3}" presName="compNode" presStyleCnt="0"/>
      <dgm:spPr/>
    </dgm:pt>
    <dgm:pt modelId="{92FA9BC5-EAC6-4FB2-A63F-19D42F9325FE}" type="pres">
      <dgm:prSet presAssocID="{DB185114-D9CC-407E-B6BA-9C47DE02B5D3}" presName="iconBgRect" presStyleLbl="bgShp" presStyleIdx="0" presStyleCnt="4"/>
      <dgm:spPr/>
    </dgm:pt>
    <dgm:pt modelId="{27DB0ED3-1613-4F25-93A3-382C0E4E91F3}" type="pres">
      <dgm:prSet presAssocID="{DB185114-D9CC-407E-B6BA-9C47DE02B5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on and stars"/>
        </a:ext>
      </dgm:extLst>
    </dgm:pt>
    <dgm:pt modelId="{FFE1D7EB-2C53-4B6E-894B-D24495281E07}" type="pres">
      <dgm:prSet presAssocID="{DB185114-D9CC-407E-B6BA-9C47DE02B5D3}" presName="spaceRect" presStyleCnt="0"/>
      <dgm:spPr/>
    </dgm:pt>
    <dgm:pt modelId="{04B63566-13D5-41B3-A7C2-AD392F8D77E7}" type="pres">
      <dgm:prSet presAssocID="{DB185114-D9CC-407E-B6BA-9C47DE02B5D3}" presName="textRect" presStyleLbl="revTx" presStyleIdx="0" presStyleCnt="4">
        <dgm:presLayoutVars>
          <dgm:chMax val="1"/>
          <dgm:chPref val="1"/>
        </dgm:presLayoutVars>
      </dgm:prSet>
      <dgm:spPr/>
    </dgm:pt>
    <dgm:pt modelId="{5B059258-169A-463C-B4C2-EB39661196D9}" type="pres">
      <dgm:prSet presAssocID="{528BBDE9-04E6-4432-8768-617A3E5CD5DF}" presName="sibTrans" presStyleCnt="0"/>
      <dgm:spPr/>
    </dgm:pt>
    <dgm:pt modelId="{ECDAEBDB-622C-4225-A867-EBF16E0677B4}" type="pres">
      <dgm:prSet presAssocID="{3FA59380-C33A-45BC-A60C-1051D20BD1BA}" presName="compNode" presStyleCnt="0"/>
      <dgm:spPr/>
    </dgm:pt>
    <dgm:pt modelId="{265E3425-0932-44FC-99E7-5B5944D19ECF}" type="pres">
      <dgm:prSet presAssocID="{3FA59380-C33A-45BC-A60C-1051D20BD1BA}" presName="iconBgRect" presStyleLbl="bgShp" presStyleIdx="1" presStyleCnt="4"/>
      <dgm:spPr/>
    </dgm:pt>
    <dgm:pt modelId="{69805A44-7210-464B-A3FB-261F0EB42A8D}" type="pres">
      <dgm:prSet presAssocID="{3FA59380-C33A-45BC-A60C-1051D20BD1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59886654-9428-4093-9B2A-C45D51761ECF}" type="pres">
      <dgm:prSet presAssocID="{3FA59380-C33A-45BC-A60C-1051D20BD1BA}" presName="spaceRect" presStyleCnt="0"/>
      <dgm:spPr/>
    </dgm:pt>
    <dgm:pt modelId="{141F66D3-7925-47C3-9A33-DE6770965BBD}" type="pres">
      <dgm:prSet presAssocID="{3FA59380-C33A-45BC-A60C-1051D20BD1BA}" presName="textRect" presStyleLbl="revTx" presStyleIdx="1" presStyleCnt="4">
        <dgm:presLayoutVars>
          <dgm:chMax val="1"/>
          <dgm:chPref val="1"/>
        </dgm:presLayoutVars>
      </dgm:prSet>
      <dgm:spPr/>
    </dgm:pt>
    <dgm:pt modelId="{44D314D0-A004-4177-A626-16BFBE99589C}" type="pres">
      <dgm:prSet presAssocID="{8B439772-23EE-4CD2-BB3B-6167C4836969}" presName="sibTrans" presStyleCnt="0"/>
      <dgm:spPr/>
    </dgm:pt>
    <dgm:pt modelId="{93CD1D87-4B02-4F63-9EBB-2062CEEF93EB}" type="pres">
      <dgm:prSet presAssocID="{B803BD54-C92D-4DBF-B921-F29331AAACA9}" presName="compNode" presStyleCnt="0"/>
      <dgm:spPr/>
    </dgm:pt>
    <dgm:pt modelId="{1018487B-5F26-4B15-ABC8-7A088E6DC61B}" type="pres">
      <dgm:prSet presAssocID="{B803BD54-C92D-4DBF-B921-F29331AAACA9}" presName="iconBgRect" presStyleLbl="bgShp" presStyleIdx="2" presStyleCnt="4"/>
      <dgm:spPr/>
    </dgm:pt>
    <dgm:pt modelId="{29FAB543-4860-43BA-A078-395EA5E5F02F}" type="pres">
      <dgm:prSet presAssocID="{B803BD54-C92D-4DBF-B921-F29331AAAC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F5B9D67E-B79D-4365-AA3D-2FE91B8DECB2}" type="pres">
      <dgm:prSet presAssocID="{B803BD54-C92D-4DBF-B921-F29331AAACA9}" presName="spaceRect" presStyleCnt="0"/>
      <dgm:spPr/>
    </dgm:pt>
    <dgm:pt modelId="{7DDC9D86-0AFD-43C3-AC85-B90E53BEE4FE}" type="pres">
      <dgm:prSet presAssocID="{B803BD54-C92D-4DBF-B921-F29331AAACA9}" presName="textRect" presStyleLbl="revTx" presStyleIdx="2" presStyleCnt="4">
        <dgm:presLayoutVars>
          <dgm:chMax val="1"/>
          <dgm:chPref val="1"/>
        </dgm:presLayoutVars>
      </dgm:prSet>
      <dgm:spPr/>
    </dgm:pt>
    <dgm:pt modelId="{F57FA299-5A05-4D22-804A-B67314A66B46}" type="pres">
      <dgm:prSet presAssocID="{965A6480-9365-4356-A415-DF5F950AD6AF}" presName="sibTrans" presStyleCnt="0"/>
      <dgm:spPr/>
    </dgm:pt>
    <dgm:pt modelId="{F06E167A-213A-4FC6-9CEE-2CBF98788852}" type="pres">
      <dgm:prSet presAssocID="{E05ABE74-D1C3-43CA-B3BA-C234D3FF7989}" presName="compNode" presStyleCnt="0"/>
      <dgm:spPr/>
    </dgm:pt>
    <dgm:pt modelId="{241C59E6-38E0-44EB-A9F0-DD0AFB82083C}" type="pres">
      <dgm:prSet presAssocID="{E05ABE74-D1C3-43CA-B3BA-C234D3FF7989}" presName="iconBgRect" presStyleLbl="bgShp" presStyleIdx="3" presStyleCnt="4"/>
      <dgm:spPr/>
    </dgm:pt>
    <dgm:pt modelId="{12904295-F011-4F58-8E94-D163A1BC48C8}" type="pres">
      <dgm:prSet presAssocID="{E05ABE74-D1C3-43CA-B3BA-C234D3FF798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7AD592BE-78A3-4D2B-93D3-D6928D7A4815}" type="pres">
      <dgm:prSet presAssocID="{E05ABE74-D1C3-43CA-B3BA-C234D3FF7989}" presName="spaceRect" presStyleCnt="0"/>
      <dgm:spPr/>
    </dgm:pt>
    <dgm:pt modelId="{C9E7D22C-754F-4BC7-9D8E-959183F15E24}" type="pres">
      <dgm:prSet presAssocID="{E05ABE74-D1C3-43CA-B3BA-C234D3FF798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1AFA124-8407-4807-81AB-126867598129}" type="presOf" srcId="{B803BD54-C92D-4DBF-B921-F29331AAACA9}" destId="{7DDC9D86-0AFD-43C3-AC85-B90E53BEE4FE}" srcOrd="0" destOrd="0" presId="urn:microsoft.com/office/officeart/2018/5/layout/IconCircleLabelList"/>
    <dgm:cxn modelId="{9F244A68-FF03-450D-86CC-FCFD3BC049D5}" type="presOf" srcId="{E05ABE74-D1C3-43CA-B3BA-C234D3FF7989}" destId="{C9E7D22C-754F-4BC7-9D8E-959183F15E24}" srcOrd="0" destOrd="0" presId="urn:microsoft.com/office/officeart/2018/5/layout/IconCircleLabelList"/>
    <dgm:cxn modelId="{F4066970-0A4B-4826-8590-4AC42BEE4E21}" srcId="{82176849-D7DB-4EB2-86C6-84D3F8F26F4B}" destId="{3FA59380-C33A-45BC-A60C-1051D20BD1BA}" srcOrd="1" destOrd="0" parTransId="{B94AAA03-60F8-4114-B339-86717B09E715}" sibTransId="{8B439772-23EE-4CD2-BB3B-6167C4836969}"/>
    <dgm:cxn modelId="{64BB8388-7EE1-4023-B981-592C91A68EB2}" type="presOf" srcId="{DB185114-D9CC-407E-B6BA-9C47DE02B5D3}" destId="{04B63566-13D5-41B3-A7C2-AD392F8D77E7}" srcOrd="0" destOrd="0" presId="urn:microsoft.com/office/officeart/2018/5/layout/IconCircleLabelList"/>
    <dgm:cxn modelId="{8AE997A0-EA85-4A7E-9CE2-9DC7612F5ECD}" srcId="{82176849-D7DB-4EB2-86C6-84D3F8F26F4B}" destId="{DB185114-D9CC-407E-B6BA-9C47DE02B5D3}" srcOrd="0" destOrd="0" parTransId="{00268181-E639-4E91-87F8-57EB271B432B}" sibTransId="{528BBDE9-04E6-4432-8768-617A3E5CD5DF}"/>
    <dgm:cxn modelId="{BA3D91CA-BCDE-40A9-9BEC-B68DA3D7B74F}" type="presOf" srcId="{82176849-D7DB-4EB2-86C6-84D3F8F26F4B}" destId="{A39350A8-07EB-402A-B968-33B68A190876}" srcOrd="0" destOrd="0" presId="urn:microsoft.com/office/officeart/2018/5/layout/IconCircleLabelList"/>
    <dgm:cxn modelId="{648283D7-EC5C-4AB7-8859-C4843A1936B1}" srcId="{82176849-D7DB-4EB2-86C6-84D3F8F26F4B}" destId="{B803BD54-C92D-4DBF-B921-F29331AAACA9}" srcOrd="2" destOrd="0" parTransId="{1765C7F5-E9A4-45C3-9B85-A5D243184004}" sibTransId="{965A6480-9365-4356-A415-DF5F950AD6AF}"/>
    <dgm:cxn modelId="{012F9CEF-55DD-4969-A870-C7476A1E3FD3}" srcId="{82176849-D7DB-4EB2-86C6-84D3F8F26F4B}" destId="{E05ABE74-D1C3-43CA-B3BA-C234D3FF7989}" srcOrd="3" destOrd="0" parTransId="{AFEA3FB8-93E8-4B03-9B55-F733FD9FB374}" sibTransId="{642AE507-3535-4C27-935E-CFC08853BA52}"/>
    <dgm:cxn modelId="{4C9798F1-DE22-4B36-815E-F018F578EEB1}" type="presOf" srcId="{3FA59380-C33A-45BC-A60C-1051D20BD1BA}" destId="{141F66D3-7925-47C3-9A33-DE6770965BBD}" srcOrd="0" destOrd="0" presId="urn:microsoft.com/office/officeart/2018/5/layout/IconCircleLabelList"/>
    <dgm:cxn modelId="{785611A5-9D3A-4C02-83E4-C5750C1BD8C2}" type="presParOf" srcId="{A39350A8-07EB-402A-B968-33B68A190876}" destId="{14B79F87-89B0-45C0-912E-20CE915DFED7}" srcOrd="0" destOrd="0" presId="urn:microsoft.com/office/officeart/2018/5/layout/IconCircleLabelList"/>
    <dgm:cxn modelId="{6CC884B4-564B-4B1F-8FC7-08B1D38C73FD}" type="presParOf" srcId="{14B79F87-89B0-45C0-912E-20CE915DFED7}" destId="{92FA9BC5-EAC6-4FB2-A63F-19D42F9325FE}" srcOrd="0" destOrd="0" presId="urn:microsoft.com/office/officeart/2018/5/layout/IconCircleLabelList"/>
    <dgm:cxn modelId="{C40D300A-A443-4542-B0C3-09DF6F049AEF}" type="presParOf" srcId="{14B79F87-89B0-45C0-912E-20CE915DFED7}" destId="{27DB0ED3-1613-4F25-93A3-382C0E4E91F3}" srcOrd="1" destOrd="0" presId="urn:microsoft.com/office/officeart/2018/5/layout/IconCircleLabelList"/>
    <dgm:cxn modelId="{AA80FAB5-5DD2-43AE-B40B-C8628CCC4726}" type="presParOf" srcId="{14B79F87-89B0-45C0-912E-20CE915DFED7}" destId="{FFE1D7EB-2C53-4B6E-894B-D24495281E07}" srcOrd="2" destOrd="0" presId="urn:microsoft.com/office/officeart/2018/5/layout/IconCircleLabelList"/>
    <dgm:cxn modelId="{87D9AD0C-9515-4CD8-900C-04BBB2BCF722}" type="presParOf" srcId="{14B79F87-89B0-45C0-912E-20CE915DFED7}" destId="{04B63566-13D5-41B3-A7C2-AD392F8D77E7}" srcOrd="3" destOrd="0" presId="urn:microsoft.com/office/officeart/2018/5/layout/IconCircleLabelList"/>
    <dgm:cxn modelId="{28B3144C-2288-40CB-BA60-1165B6911906}" type="presParOf" srcId="{A39350A8-07EB-402A-B968-33B68A190876}" destId="{5B059258-169A-463C-B4C2-EB39661196D9}" srcOrd="1" destOrd="0" presId="urn:microsoft.com/office/officeart/2018/5/layout/IconCircleLabelList"/>
    <dgm:cxn modelId="{254437AA-56E6-4CDD-8B60-2F0F062FA9BD}" type="presParOf" srcId="{A39350A8-07EB-402A-B968-33B68A190876}" destId="{ECDAEBDB-622C-4225-A867-EBF16E0677B4}" srcOrd="2" destOrd="0" presId="urn:microsoft.com/office/officeart/2018/5/layout/IconCircleLabelList"/>
    <dgm:cxn modelId="{8F3D168F-6706-46CA-BAF4-494DB0919AD9}" type="presParOf" srcId="{ECDAEBDB-622C-4225-A867-EBF16E0677B4}" destId="{265E3425-0932-44FC-99E7-5B5944D19ECF}" srcOrd="0" destOrd="0" presId="urn:microsoft.com/office/officeart/2018/5/layout/IconCircleLabelList"/>
    <dgm:cxn modelId="{84A035D6-E977-4946-9869-107621DC1C18}" type="presParOf" srcId="{ECDAEBDB-622C-4225-A867-EBF16E0677B4}" destId="{69805A44-7210-464B-A3FB-261F0EB42A8D}" srcOrd="1" destOrd="0" presId="urn:microsoft.com/office/officeart/2018/5/layout/IconCircleLabelList"/>
    <dgm:cxn modelId="{DB339FC1-2642-4331-AF64-37EFB492869E}" type="presParOf" srcId="{ECDAEBDB-622C-4225-A867-EBF16E0677B4}" destId="{59886654-9428-4093-9B2A-C45D51761ECF}" srcOrd="2" destOrd="0" presId="urn:microsoft.com/office/officeart/2018/5/layout/IconCircleLabelList"/>
    <dgm:cxn modelId="{E44E61A3-41CD-4960-BE7F-FE1D50EDC49C}" type="presParOf" srcId="{ECDAEBDB-622C-4225-A867-EBF16E0677B4}" destId="{141F66D3-7925-47C3-9A33-DE6770965BBD}" srcOrd="3" destOrd="0" presId="urn:microsoft.com/office/officeart/2018/5/layout/IconCircleLabelList"/>
    <dgm:cxn modelId="{6E79C070-3BB5-4303-8622-C249C8D128A2}" type="presParOf" srcId="{A39350A8-07EB-402A-B968-33B68A190876}" destId="{44D314D0-A004-4177-A626-16BFBE99589C}" srcOrd="3" destOrd="0" presId="urn:microsoft.com/office/officeart/2018/5/layout/IconCircleLabelList"/>
    <dgm:cxn modelId="{CC0A7D3E-41D3-4C9E-A04D-8CF6E20BB7C6}" type="presParOf" srcId="{A39350A8-07EB-402A-B968-33B68A190876}" destId="{93CD1D87-4B02-4F63-9EBB-2062CEEF93EB}" srcOrd="4" destOrd="0" presId="urn:microsoft.com/office/officeart/2018/5/layout/IconCircleLabelList"/>
    <dgm:cxn modelId="{27190709-EC3B-4852-9DB3-18EFBF897F53}" type="presParOf" srcId="{93CD1D87-4B02-4F63-9EBB-2062CEEF93EB}" destId="{1018487B-5F26-4B15-ABC8-7A088E6DC61B}" srcOrd="0" destOrd="0" presId="urn:microsoft.com/office/officeart/2018/5/layout/IconCircleLabelList"/>
    <dgm:cxn modelId="{6B327159-8F25-41B7-A429-A33974AD0EA7}" type="presParOf" srcId="{93CD1D87-4B02-4F63-9EBB-2062CEEF93EB}" destId="{29FAB543-4860-43BA-A078-395EA5E5F02F}" srcOrd="1" destOrd="0" presId="urn:microsoft.com/office/officeart/2018/5/layout/IconCircleLabelList"/>
    <dgm:cxn modelId="{7F7AA94A-48E2-4862-B0BC-DFAF8B22D305}" type="presParOf" srcId="{93CD1D87-4B02-4F63-9EBB-2062CEEF93EB}" destId="{F5B9D67E-B79D-4365-AA3D-2FE91B8DECB2}" srcOrd="2" destOrd="0" presId="urn:microsoft.com/office/officeart/2018/5/layout/IconCircleLabelList"/>
    <dgm:cxn modelId="{033658CA-2875-42C5-BCEB-04F57B6E4E13}" type="presParOf" srcId="{93CD1D87-4B02-4F63-9EBB-2062CEEF93EB}" destId="{7DDC9D86-0AFD-43C3-AC85-B90E53BEE4FE}" srcOrd="3" destOrd="0" presId="urn:microsoft.com/office/officeart/2018/5/layout/IconCircleLabelList"/>
    <dgm:cxn modelId="{2B496DE1-9DE9-48E7-B21E-AC00ACAAD263}" type="presParOf" srcId="{A39350A8-07EB-402A-B968-33B68A190876}" destId="{F57FA299-5A05-4D22-804A-B67314A66B46}" srcOrd="5" destOrd="0" presId="urn:microsoft.com/office/officeart/2018/5/layout/IconCircleLabelList"/>
    <dgm:cxn modelId="{7C504F94-24FE-4748-8170-B5E82F17E0D5}" type="presParOf" srcId="{A39350A8-07EB-402A-B968-33B68A190876}" destId="{F06E167A-213A-4FC6-9CEE-2CBF98788852}" srcOrd="6" destOrd="0" presId="urn:microsoft.com/office/officeart/2018/5/layout/IconCircleLabelList"/>
    <dgm:cxn modelId="{DA1FF210-8636-445B-8552-B8DC0B38173D}" type="presParOf" srcId="{F06E167A-213A-4FC6-9CEE-2CBF98788852}" destId="{241C59E6-38E0-44EB-A9F0-DD0AFB82083C}" srcOrd="0" destOrd="0" presId="urn:microsoft.com/office/officeart/2018/5/layout/IconCircleLabelList"/>
    <dgm:cxn modelId="{A1FFD540-BDFF-4078-AAA0-1A2115FAADF1}" type="presParOf" srcId="{F06E167A-213A-4FC6-9CEE-2CBF98788852}" destId="{12904295-F011-4F58-8E94-D163A1BC48C8}" srcOrd="1" destOrd="0" presId="urn:microsoft.com/office/officeart/2018/5/layout/IconCircleLabelList"/>
    <dgm:cxn modelId="{D8E5BFF7-8B85-4478-B5BA-3A2DAE609C29}" type="presParOf" srcId="{F06E167A-213A-4FC6-9CEE-2CBF98788852}" destId="{7AD592BE-78A3-4D2B-93D3-D6928D7A4815}" srcOrd="2" destOrd="0" presId="urn:microsoft.com/office/officeart/2018/5/layout/IconCircleLabelList"/>
    <dgm:cxn modelId="{04DC55F3-889B-4D05-AE2B-5961599965E0}" type="presParOf" srcId="{F06E167A-213A-4FC6-9CEE-2CBF98788852}" destId="{C9E7D22C-754F-4BC7-9D8E-959183F15E2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D11FE-CA3A-463A-9A91-1BCC37847CF8}">
      <dsp:nvSpPr>
        <dsp:cNvPr id="0" name=""/>
        <dsp:cNvSpPr/>
      </dsp:nvSpPr>
      <dsp:spPr>
        <a:xfrm>
          <a:off x="0" y="1445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BD01D-1B58-4E04-B0EC-999ABE4A1435}">
      <dsp:nvSpPr>
        <dsp:cNvPr id="0" name=""/>
        <dsp:cNvSpPr/>
      </dsp:nvSpPr>
      <dsp:spPr>
        <a:xfrm>
          <a:off x="186298" y="140014"/>
          <a:ext cx="338723" cy="3387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AF27C-2C78-46B6-A822-86411432AA62}">
      <dsp:nvSpPr>
        <dsp:cNvPr id="0" name=""/>
        <dsp:cNvSpPr/>
      </dsp:nvSpPr>
      <dsp:spPr>
        <a:xfrm>
          <a:off x="711320" y="1445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1.0 IT Concepts and Terminology: 13% </a:t>
          </a:r>
        </a:p>
      </dsp:txBody>
      <dsp:txXfrm>
        <a:off x="711320" y="1445"/>
        <a:ext cx="5740622" cy="615861"/>
      </dsp:txXfrm>
    </dsp:sp>
    <dsp:sp modelId="{AA1537A3-1F3D-40E1-A422-34078614806C}">
      <dsp:nvSpPr>
        <dsp:cNvPr id="0" name=""/>
        <dsp:cNvSpPr/>
      </dsp:nvSpPr>
      <dsp:spPr>
        <a:xfrm>
          <a:off x="0" y="771272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B1505-555F-4BCE-A35C-0FC8824E9102}">
      <dsp:nvSpPr>
        <dsp:cNvPr id="0" name=""/>
        <dsp:cNvSpPr/>
      </dsp:nvSpPr>
      <dsp:spPr>
        <a:xfrm>
          <a:off x="186298" y="909841"/>
          <a:ext cx="338723" cy="3387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92474-A7A5-47E6-995E-BA4A54B7395A}">
      <dsp:nvSpPr>
        <dsp:cNvPr id="0" name=""/>
        <dsp:cNvSpPr/>
      </dsp:nvSpPr>
      <dsp:spPr>
        <a:xfrm>
          <a:off x="711320" y="771272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2.0 Infrastructure: 24% </a:t>
          </a:r>
        </a:p>
      </dsp:txBody>
      <dsp:txXfrm>
        <a:off x="711320" y="771272"/>
        <a:ext cx="5740622" cy="615861"/>
      </dsp:txXfrm>
    </dsp:sp>
    <dsp:sp modelId="{A2DB8DC6-56F9-4E91-92D0-DA088A970B40}">
      <dsp:nvSpPr>
        <dsp:cNvPr id="0" name=""/>
        <dsp:cNvSpPr/>
      </dsp:nvSpPr>
      <dsp:spPr>
        <a:xfrm>
          <a:off x="0" y="1541099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650DE-0648-4D11-A0DF-9CD8EE6020F5}">
      <dsp:nvSpPr>
        <dsp:cNvPr id="0" name=""/>
        <dsp:cNvSpPr/>
      </dsp:nvSpPr>
      <dsp:spPr>
        <a:xfrm>
          <a:off x="186298" y="1679668"/>
          <a:ext cx="338723" cy="3387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14578-737E-4E2D-8E3C-5CCD2D5B1171}">
      <dsp:nvSpPr>
        <dsp:cNvPr id="0" name=""/>
        <dsp:cNvSpPr/>
      </dsp:nvSpPr>
      <dsp:spPr>
        <a:xfrm>
          <a:off x="711320" y="1541099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3.0 Applications and Software: 18% </a:t>
          </a:r>
        </a:p>
      </dsp:txBody>
      <dsp:txXfrm>
        <a:off x="711320" y="1541099"/>
        <a:ext cx="5740622" cy="615861"/>
      </dsp:txXfrm>
    </dsp:sp>
    <dsp:sp modelId="{B48E5E4F-B18D-4461-9608-93875C12280D}">
      <dsp:nvSpPr>
        <dsp:cNvPr id="0" name=""/>
        <dsp:cNvSpPr/>
      </dsp:nvSpPr>
      <dsp:spPr>
        <a:xfrm>
          <a:off x="0" y="2310926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8D451-E3CB-4DE0-A8AD-28DBBB5572E8}">
      <dsp:nvSpPr>
        <dsp:cNvPr id="0" name=""/>
        <dsp:cNvSpPr/>
      </dsp:nvSpPr>
      <dsp:spPr>
        <a:xfrm>
          <a:off x="186298" y="2449495"/>
          <a:ext cx="338723" cy="3387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B8A1A-1E9B-466B-B9B8-BC350C72B7B4}">
      <dsp:nvSpPr>
        <dsp:cNvPr id="0" name=""/>
        <dsp:cNvSpPr/>
      </dsp:nvSpPr>
      <dsp:spPr>
        <a:xfrm>
          <a:off x="711320" y="2310926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4.0 Software Development Concepts: 13% </a:t>
          </a:r>
        </a:p>
      </dsp:txBody>
      <dsp:txXfrm>
        <a:off x="711320" y="2310926"/>
        <a:ext cx="5740622" cy="615861"/>
      </dsp:txXfrm>
    </dsp:sp>
    <dsp:sp modelId="{3F7986AE-C983-4386-A52A-A031E83E6B64}">
      <dsp:nvSpPr>
        <dsp:cNvPr id="0" name=""/>
        <dsp:cNvSpPr/>
      </dsp:nvSpPr>
      <dsp:spPr>
        <a:xfrm>
          <a:off x="0" y="3080753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20A81-DD8F-4945-A328-A5601D4475A2}">
      <dsp:nvSpPr>
        <dsp:cNvPr id="0" name=""/>
        <dsp:cNvSpPr/>
      </dsp:nvSpPr>
      <dsp:spPr>
        <a:xfrm>
          <a:off x="186298" y="3219322"/>
          <a:ext cx="338723" cy="3387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464DE-5BB1-4200-9C09-4D993903E575}">
      <dsp:nvSpPr>
        <dsp:cNvPr id="0" name=""/>
        <dsp:cNvSpPr/>
      </dsp:nvSpPr>
      <dsp:spPr>
        <a:xfrm>
          <a:off x="711320" y="3080753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5.0 Data and Database Fundamentals: 13% </a:t>
          </a:r>
        </a:p>
      </dsp:txBody>
      <dsp:txXfrm>
        <a:off x="711320" y="3080753"/>
        <a:ext cx="5740622" cy="615861"/>
      </dsp:txXfrm>
    </dsp:sp>
    <dsp:sp modelId="{C89B2E19-CF44-4870-9CEE-024A96F14FCB}">
      <dsp:nvSpPr>
        <dsp:cNvPr id="0" name=""/>
        <dsp:cNvSpPr/>
      </dsp:nvSpPr>
      <dsp:spPr>
        <a:xfrm>
          <a:off x="0" y="3850580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C859C-B6D0-44BB-8340-AD5181733463}">
      <dsp:nvSpPr>
        <dsp:cNvPr id="0" name=""/>
        <dsp:cNvSpPr/>
      </dsp:nvSpPr>
      <dsp:spPr>
        <a:xfrm>
          <a:off x="186298" y="3989148"/>
          <a:ext cx="338723" cy="3387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37FF3-101B-4C97-89CF-710F533C2D69}">
      <dsp:nvSpPr>
        <dsp:cNvPr id="0" name=""/>
        <dsp:cNvSpPr/>
      </dsp:nvSpPr>
      <dsp:spPr>
        <a:xfrm>
          <a:off x="711320" y="3850580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6.0 Security: 19%</a:t>
          </a:r>
        </a:p>
      </dsp:txBody>
      <dsp:txXfrm>
        <a:off x="711320" y="3850580"/>
        <a:ext cx="5740622" cy="615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7D23D-C9C2-445F-B1EA-D051A2EFEA40}">
      <dsp:nvSpPr>
        <dsp:cNvPr id="0" name=""/>
        <dsp:cNvSpPr/>
      </dsp:nvSpPr>
      <dsp:spPr>
        <a:xfrm>
          <a:off x="285370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4BCE2-EC9D-4589-BA7E-684E0A1E9CFE}">
      <dsp:nvSpPr>
        <dsp:cNvPr id="0" name=""/>
        <dsp:cNvSpPr/>
      </dsp:nvSpPr>
      <dsp:spPr>
        <a:xfrm>
          <a:off x="471839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68562-01F4-49A7-AD59-901D9FBDBA7B}">
      <dsp:nvSpPr>
        <dsp:cNvPr id="0" name=""/>
        <dsp:cNvSpPr/>
      </dsp:nvSpPr>
      <dsp:spPr>
        <a:xfrm>
          <a:off x="5667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Read Each Chapter Thoroughly</a:t>
          </a:r>
        </a:p>
      </dsp:txBody>
      <dsp:txXfrm>
        <a:off x="5667" y="2185610"/>
        <a:ext cx="1434374" cy="573750"/>
      </dsp:txXfrm>
    </dsp:sp>
    <dsp:sp modelId="{BB7FC0F2-DA7D-4026-9E52-99806DB821BE}">
      <dsp:nvSpPr>
        <dsp:cNvPr id="0" name=""/>
        <dsp:cNvSpPr/>
      </dsp:nvSpPr>
      <dsp:spPr>
        <a:xfrm>
          <a:off x="1970761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C1E73-BAC5-44EB-A97A-0936FCCA085F}">
      <dsp:nvSpPr>
        <dsp:cNvPr id="0" name=""/>
        <dsp:cNvSpPr/>
      </dsp:nvSpPr>
      <dsp:spPr>
        <a:xfrm>
          <a:off x="2157229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0770A-2C6C-46F9-AB20-4CCAC499DEBD}">
      <dsp:nvSpPr>
        <dsp:cNvPr id="0" name=""/>
        <dsp:cNvSpPr/>
      </dsp:nvSpPr>
      <dsp:spPr>
        <a:xfrm>
          <a:off x="1691058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Engage with the Content</a:t>
          </a:r>
        </a:p>
      </dsp:txBody>
      <dsp:txXfrm>
        <a:off x="1691058" y="2185610"/>
        <a:ext cx="1434374" cy="573750"/>
      </dsp:txXfrm>
    </dsp:sp>
    <dsp:sp modelId="{3FD7C592-3860-4736-B859-D359D82800BE}">
      <dsp:nvSpPr>
        <dsp:cNvPr id="0" name=""/>
        <dsp:cNvSpPr/>
      </dsp:nvSpPr>
      <dsp:spPr>
        <a:xfrm>
          <a:off x="3656151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3ED31-2D98-4644-809C-AD0F82213705}">
      <dsp:nvSpPr>
        <dsp:cNvPr id="0" name=""/>
        <dsp:cNvSpPr/>
      </dsp:nvSpPr>
      <dsp:spPr>
        <a:xfrm>
          <a:off x="3842620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A2D04-2E20-4F2C-8DAB-98DA1953590A}">
      <dsp:nvSpPr>
        <dsp:cNvPr id="0" name=""/>
        <dsp:cNvSpPr/>
      </dsp:nvSpPr>
      <dsp:spPr>
        <a:xfrm>
          <a:off x="3376448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Test your knowledge</a:t>
          </a:r>
        </a:p>
      </dsp:txBody>
      <dsp:txXfrm>
        <a:off x="3376448" y="2185610"/>
        <a:ext cx="1434374" cy="573750"/>
      </dsp:txXfrm>
    </dsp:sp>
    <dsp:sp modelId="{D6817316-6A7B-4B55-8CBF-2E5FEFF0CF70}">
      <dsp:nvSpPr>
        <dsp:cNvPr id="0" name=""/>
        <dsp:cNvSpPr/>
      </dsp:nvSpPr>
      <dsp:spPr>
        <a:xfrm>
          <a:off x="5341542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8E8F0-D911-408C-85F7-09616EC7ECB7}">
      <dsp:nvSpPr>
        <dsp:cNvPr id="0" name=""/>
        <dsp:cNvSpPr/>
      </dsp:nvSpPr>
      <dsp:spPr>
        <a:xfrm>
          <a:off x="5528011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69D82-546D-476C-8C75-543B69F35400}">
      <dsp:nvSpPr>
        <dsp:cNvPr id="0" name=""/>
        <dsp:cNvSpPr/>
      </dsp:nvSpPr>
      <dsp:spPr>
        <a:xfrm>
          <a:off x="5061839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Explore Labs</a:t>
          </a:r>
        </a:p>
      </dsp:txBody>
      <dsp:txXfrm>
        <a:off x="5061839" y="2185610"/>
        <a:ext cx="1434374" cy="573750"/>
      </dsp:txXfrm>
    </dsp:sp>
    <dsp:sp modelId="{4B5745E4-3911-42E8-AAEF-76C44C12E233}">
      <dsp:nvSpPr>
        <dsp:cNvPr id="0" name=""/>
        <dsp:cNvSpPr/>
      </dsp:nvSpPr>
      <dsp:spPr>
        <a:xfrm>
          <a:off x="7026933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A92FE-8CAF-4F1D-8C46-327B1247F755}">
      <dsp:nvSpPr>
        <dsp:cNvPr id="0" name=""/>
        <dsp:cNvSpPr/>
      </dsp:nvSpPr>
      <dsp:spPr>
        <a:xfrm>
          <a:off x="7213401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35B37-9D6F-480A-838D-1841770734A2}">
      <dsp:nvSpPr>
        <dsp:cNvPr id="0" name=""/>
        <dsp:cNvSpPr/>
      </dsp:nvSpPr>
      <dsp:spPr>
        <a:xfrm>
          <a:off x="6747229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Review and Revisit</a:t>
          </a:r>
        </a:p>
      </dsp:txBody>
      <dsp:txXfrm>
        <a:off x="6747229" y="2185610"/>
        <a:ext cx="1434374" cy="573750"/>
      </dsp:txXfrm>
    </dsp:sp>
    <dsp:sp modelId="{F1ECB7F9-5F19-46BC-8BA1-7C2E3FABB46F}">
      <dsp:nvSpPr>
        <dsp:cNvPr id="0" name=""/>
        <dsp:cNvSpPr/>
      </dsp:nvSpPr>
      <dsp:spPr>
        <a:xfrm>
          <a:off x="8712323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D67DD-4FA1-4DB1-A3BC-3DAB6CB592E6}">
      <dsp:nvSpPr>
        <dsp:cNvPr id="0" name=""/>
        <dsp:cNvSpPr/>
      </dsp:nvSpPr>
      <dsp:spPr>
        <a:xfrm>
          <a:off x="8898792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FB084-5647-4E5C-A8BA-37CBBC35B1F3}">
      <dsp:nvSpPr>
        <dsp:cNvPr id="0" name=""/>
        <dsp:cNvSpPr/>
      </dsp:nvSpPr>
      <dsp:spPr>
        <a:xfrm>
          <a:off x="8432620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Pace yourself</a:t>
          </a:r>
        </a:p>
      </dsp:txBody>
      <dsp:txXfrm>
        <a:off x="8432620" y="2185610"/>
        <a:ext cx="1434374" cy="573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8B49A-F049-4F4F-B5DB-A13F0B32456E}">
      <dsp:nvSpPr>
        <dsp:cNvPr id="0" name=""/>
        <dsp:cNvSpPr/>
      </dsp:nvSpPr>
      <dsp:spPr>
        <a:xfrm>
          <a:off x="0" y="1445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ACB6D-F271-40A6-A599-E4E74FB54DB3}">
      <dsp:nvSpPr>
        <dsp:cNvPr id="0" name=""/>
        <dsp:cNvSpPr/>
      </dsp:nvSpPr>
      <dsp:spPr>
        <a:xfrm>
          <a:off x="186298" y="140014"/>
          <a:ext cx="338723" cy="3387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5ECC3-9516-4D5A-A954-A1780668E85D}">
      <dsp:nvSpPr>
        <dsp:cNvPr id="0" name=""/>
        <dsp:cNvSpPr/>
      </dsp:nvSpPr>
      <dsp:spPr>
        <a:xfrm>
          <a:off x="711320" y="1445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Know Your Objectives</a:t>
          </a:r>
        </a:p>
      </dsp:txBody>
      <dsp:txXfrm>
        <a:off x="711320" y="1445"/>
        <a:ext cx="5740622" cy="615861"/>
      </dsp:txXfrm>
    </dsp:sp>
    <dsp:sp modelId="{F157FFCA-FBF8-49FD-8CF9-E386F9BABE28}">
      <dsp:nvSpPr>
        <dsp:cNvPr id="0" name=""/>
        <dsp:cNvSpPr/>
      </dsp:nvSpPr>
      <dsp:spPr>
        <a:xfrm>
          <a:off x="0" y="771272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1F846-93C6-4149-98C6-95B4580DEDE7}">
      <dsp:nvSpPr>
        <dsp:cNvPr id="0" name=""/>
        <dsp:cNvSpPr/>
      </dsp:nvSpPr>
      <dsp:spPr>
        <a:xfrm>
          <a:off x="186298" y="909841"/>
          <a:ext cx="338723" cy="3387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8C1CA-DF23-495B-96D9-9F29A6667468}">
      <dsp:nvSpPr>
        <dsp:cNvPr id="0" name=""/>
        <dsp:cNvSpPr/>
      </dsp:nvSpPr>
      <dsp:spPr>
        <a:xfrm>
          <a:off x="711320" y="771272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Take Practice Exams</a:t>
          </a:r>
        </a:p>
      </dsp:txBody>
      <dsp:txXfrm>
        <a:off x="711320" y="771272"/>
        <a:ext cx="5740622" cy="615861"/>
      </dsp:txXfrm>
    </dsp:sp>
    <dsp:sp modelId="{095E18ED-1654-450E-9D4C-BFD98A028BF7}">
      <dsp:nvSpPr>
        <dsp:cNvPr id="0" name=""/>
        <dsp:cNvSpPr/>
      </dsp:nvSpPr>
      <dsp:spPr>
        <a:xfrm>
          <a:off x="0" y="1541099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C21AD-466F-41B4-85A1-64B24720D79F}">
      <dsp:nvSpPr>
        <dsp:cNvPr id="0" name=""/>
        <dsp:cNvSpPr/>
      </dsp:nvSpPr>
      <dsp:spPr>
        <a:xfrm>
          <a:off x="186298" y="1679668"/>
          <a:ext cx="338723" cy="3387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759BA-6182-4CB1-9CD9-532C50880215}">
      <dsp:nvSpPr>
        <dsp:cNvPr id="0" name=""/>
        <dsp:cNvSpPr/>
      </dsp:nvSpPr>
      <dsp:spPr>
        <a:xfrm>
          <a:off x="711320" y="1541099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Simulate Exam Conditions</a:t>
          </a:r>
        </a:p>
      </dsp:txBody>
      <dsp:txXfrm>
        <a:off x="711320" y="1541099"/>
        <a:ext cx="5740622" cy="615861"/>
      </dsp:txXfrm>
    </dsp:sp>
    <dsp:sp modelId="{F6655EE4-83A4-463F-A9DA-58F4FF0A8DEE}">
      <dsp:nvSpPr>
        <dsp:cNvPr id="0" name=""/>
        <dsp:cNvSpPr/>
      </dsp:nvSpPr>
      <dsp:spPr>
        <a:xfrm>
          <a:off x="0" y="2310926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1129F-A767-40CA-B5CC-1E965B3AFAE6}">
      <dsp:nvSpPr>
        <dsp:cNvPr id="0" name=""/>
        <dsp:cNvSpPr/>
      </dsp:nvSpPr>
      <dsp:spPr>
        <a:xfrm>
          <a:off x="186298" y="2449495"/>
          <a:ext cx="338723" cy="3387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8CC32-DFB3-421A-879E-F9FD54782965}">
      <dsp:nvSpPr>
        <dsp:cNvPr id="0" name=""/>
        <dsp:cNvSpPr/>
      </dsp:nvSpPr>
      <dsp:spPr>
        <a:xfrm>
          <a:off x="711320" y="2310926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Master Time Management</a:t>
          </a:r>
        </a:p>
      </dsp:txBody>
      <dsp:txXfrm>
        <a:off x="711320" y="2310926"/>
        <a:ext cx="5740622" cy="615861"/>
      </dsp:txXfrm>
    </dsp:sp>
    <dsp:sp modelId="{20F6B444-EEE9-4FD4-AFF2-A2EF73BBE93A}">
      <dsp:nvSpPr>
        <dsp:cNvPr id="0" name=""/>
        <dsp:cNvSpPr/>
      </dsp:nvSpPr>
      <dsp:spPr>
        <a:xfrm>
          <a:off x="0" y="3080753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962B5-71F8-4667-B51F-3C4CD49BB093}">
      <dsp:nvSpPr>
        <dsp:cNvPr id="0" name=""/>
        <dsp:cNvSpPr/>
      </dsp:nvSpPr>
      <dsp:spPr>
        <a:xfrm>
          <a:off x="186298" y="3219322"/>
          <a:ext cx="338723" cy="3387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F9E9B-30AB-49BB-AA53-D6273BD941F8}">
      <dsp:nvSpPr>
        <dsp:cNvPr id="0" name=""/>
        <dsp:cNvSpPr/>
      </dsp:nvSpPr>
      <dsp:spPr>
        <a:xfrm>
          <a:off x="711320" y="3080753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the Question Types</a:t>
          </a:r>
        </a:p>
      </dsp:txBody>
      <dsp:txXfrm>
        <a:off x="711320" y="3080753"/>
        <a:ext cx="5740622" cy="615861"/>
      </dsp:txXfrm>
    </dsp:sp>
    <dsp:sp modelId="{5D6CA559-64A5-4945-8E53-3E3D016BF835}">
      <dsp:nvSpPr>
        <dsp:cNvPr id="0" name=""/>
        <dsp:cNvSpPr/>
      </dsp:nvSpPr>
      <dsp:spPr>
        <a:xfrm>
          <a:off x="0" y="3850580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D0433-72E2-46C8-BC2F-387BF4B717C3}">
      <dsp:nvSpPr>
        <dsp:cNvPr id="0" name=""/>
        <dsp:cNvSpPr/>
      </dsp:nvSpPr>
      <dsp:spPr>
        <a:xfrm>
          <a:off x="186298" y="3989148"/>
          <a:ext cx="338723" cy="3387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319F9-A1DD-4D8E-8ADE-9A5EC3D441C2}">
      <dsp:nvSpPr>
        <dsp:cNvPr id="0" name=""/>
        <dsp:cNvSpPr/>
      </dsp:nvSpPr>
      <dsp:spPr>
        <a:xfrm>
          <a:off x="711320" y="3850580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 Your Route!</a:t>
          </a:r>
        </a:p>
      </dsp:txBody>
      <dsp:txXfrm>
        <a:off x="711320" y="3850580"/>
        <a:ext cx="5740622" cy="615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41890-96B3-45D5-B29E-6DA6417EDD43}">
      <dsp:nvSpPr>
        <dsp:cNvPr id="0" name=""/>
        <dsp:cNvSpPr/>
      </dsp:nvSpPr>
      <dsp:spPr>
        <a:xfrm>
          <a:off x="1974574" y="1893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 Every Question Carefully</a:t>
          </a:r>
        </a:p>
      </dsp:txBody>
      <dsp:txXfrm>
        <a:off x="1974574" y="1893"/>
        <a:ext cx="7898296" cy="548208"/>
      </dsp:txXfrm>
    </dsp:sp>
    <dsp:sp modelId="{342C7BE4-A99F-4544-AA35-E4D99A684D38}">
      <dsp:nvSpPr>
        <dsp:cNvPr id="0" name=""/>
        <dsp:cNvSpPr/>
      </dsp:nvSpPr>
      <dsp:spPr>
        <a:xfrm>
          <a:off x="0" y="1893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Read</a:t>
          </a:r>
        </a:p>
      </dsp:txBody>
      <dsp:txXfrm>
        <a:off x="0" y="1893"/>
        <a:ext cx="1974574" cy="548208"/>
      </dsp:txXfrm>
    </dsp:sp>
    <dsp:sp modelId="{C5DFB32B-3351-4696-8080-65A292D29C8C}">
      <dsp:nvSpPr>
        <dsp:cNvPr id="0" name=""/>
        <dsp:cNvSpPr/>
      </dsp:nvSpPr>
      <dsp:spPr>
        <a:xfrm>
          <a:off x="1974574" y="582993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 Your Time Wisely</a:t>
          </a:r>
        </a:p>
      </dsp:txBody>
      <dsp:txXfrm>
        <a:off x="1974574" y="582993"/>
        <a:ext cx="7898296" cy="548208"/>
      </dsp:txXfrm>
    </dsp:sp>
    <dsp:sp modelId="{73104BC3-D4FC-46C1-924B-F3DA3C1F8C49}">
      <dsp:nvSpPr>
        <dsp:cNvPr id="0" name=""/>
        <dsp:cNvSpPr/>
      </dsp:nvSpPr>
      <dsp:spPr>
        <a:xfrm>
          <a:off x="0" y="582993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Manage</a:t>
          </a:r>
        </a:p>
      </dsp:txBody>
      <dsp:txXfrm>
        <a:off x="0" y="582993"/>
        <a:ext cx="1974574" cy="548208"/>
      </dsp:txXfrm>
    </dsp:sp>
    <dsp:sp modelId="{A6AB3E4C-54C5-4E3F-9234-11BEBB47B59C}">
      <dsp:nvSpPr>
        <dsp:cNvPr id="0" name=""/>
        <dsp:cNvSpPr/>
      </dsp:nvSpPr>
      <dsp:spPr>
        <a:xfrm>
          <a:off x="1974574" y="1164094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Answer Every Question</a:t>
          </a:r>
        </a:p>
      </dsp:txBody>
      <dsp:txXfrm>
        <a:off x="1974574" y="1164094"/>
        <a:ext cx="7898296" cy="548208"/>
      </dsp:txXfrm>
    </dsp:sp>
    <dsp:sp modelId="{2697076E-2C41-4C47-B0D0-E59634DDA51E}">
      <dsp:nvSpPr>
        <dsp:cNvPr id="0" name=""/>
        <dsp:cNvSpPr/>
      </dsp:nvSpPr>
      <dsp:spPr>
        <a:xfrm>
          <a:off x="0" y="1164094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Answer</a:t>
          </a:r>
        </a:p>
      </dsp:txBody>
      <dsp:txXfrm>
        <a:off x="0" y="1164094"/>
        <a:ext cx="1974574" cy="548208"/>
      </dsp:txXfrm>
    </dsp:sp>
    <dsp:sp modelId="{11506A77-A8B3-44D6-A491-DAB1B86A336F}">
      <dsp:nvSpPr>
        <dsp:cNvPr id="0" name=""/>
        <dsp:cNvSpPr/>
      </dsp:nvSpPr>
      <dsp:spPr>
        <a:xfrm>
          <a:off x="1974574" y="1745195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the Review Feature</a:t>
          </a:r>
        </a:p>
      </dsp:txBody>
      <dsp:txXfrm>
        <a:off x="1974574" y="1745195"/>
        <a:ext cx="7898296" cy="548208"/>
      </dsp:txXfrm>
    </dsp:sp>
    <dsp:sp modelId="{051F8B4F-1145-4221-87FC-BC935EF7937E}">
      <dsp:nvSpPr>
        <dsp:cNvPr id="0" name=""/>
        <dsp:cNvSpPr/>
      </dsp:nvSpPr>
      <dsp:spPr>
        <a:xfrm>
          <a:off x="0" y="1745195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</a:t>
          </a:r>
        </a:p>
      </dsp:txBody>
      <dsp:txXfrm>
        <a:off x="0" y="1745195"/>
        <a:ext cx="1974574" cy="548208"/>
      </dsp:txXfrm>
    </dsp:sp>
    <dsp:sp modelId="{F4E927E1-BEC9-4A25-A02A-4BD8EDE00944}">
      <dsp:nvSpPr>
        <dsp:cNvPr id="0" name=""/>
        <dsp:cNvSpPr/>
      </dsp:nvSpPr>
      <dsp:spPr>
        <a:xfrm>
          <a:off x="1974574" y="2326296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Process of Elimination </a:t>
          </a:r>
        </a:p>
      </dsp:txBody>
      <dsp:txXfrm>
        <a:off x="1974574" y="2326296"/>
        <a:ext cx="7898296" cy="548208"/>
      </dsp:txXfrm>
    </dsp:sp>
    <dsp:sp modelId="{7DF87A94-614E-437F-9548-D177B9D68A77}">
      <dsp:nvSpPr>
        <dsp:cNvPr id="0" name=""/>
        <dsp:cNvSpPr/>
      </dsp:nvSpPr>
      <dsp:spPr>
        <a:xfrm>
          <a:off x="0" y="2326296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Process</a:t>
          </a:r>
        </a:p>
      </dsp:txBody>
      <dsp:txXfrm>
        <a:off x="0" y="2326296"/>
        <a:ext cx="1974574" cy="548208"/>
      </dsp:txXfrm>
    </dsp:sp>
    <dsp:sp modelId="{1BD4C562-F8FE-4260-B64E-117682CA61E2}">
      <dsp:nvSpPr>
        <dsp:cNvPr id="0" name=""/>
        <dsp:cNvSpPr/>
      </dsp:nvSpPr>
      <dsp:spPr>
        <a:xfrm>
          <a:off x="1974574" y="2907397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Stay Calm and Focused</a:t>
          </a:r>
        </a:p>
      </dsp:txBody>
      <dsp:txXfrm>
        <a:off x="1974574" y="2907397"/>
        <a:ext cx="7898296" cy="548208"/>
      </dsp:txXfrm>
    </dsp:sp>
    <dsp:sp modelId="{1B5B01C4-3B8E-431D-96F9-425ECEA056C9}">
      <dsp:nvSpPr>
        <dsp:cNvPr id="0" name=""/>
        <dsp:cNvSpPr/>
      </dsp:nvSpPr>
      <dsp:spPr>
        <a:xfrm>
          <a:off x="0" y="2907397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Stay</a:t>
          </a:r>
        </a:p>
      </dsp:txBody>
      <dsp:txXfrm>
        <a:off x="0" y="2907397"/>
        <a:ext cx="1974574" cy="548208"/>
      </dsp:txXfrm>
    </dsp:sp>
    <dsp:sp modelId="{983293C0-530E-4AE8-9112-2531AF69482F}">
      <dsp:nvSpPr>
        <dsp:cNvPr id="0" name=""/>
        <dsp:cNvSpPr/>
      </dsp:nvSpPr>
      <dsp:spPr>
        <a:xfrm>
          <a:off x="1974574" y="3488498"/>
          <a:ext cx="7898296" cy="5482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249" tIns="139245" rIns="153249" bIns="13924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Review Your Answer (If Time Permits)</a:t>
          </a:r>
        </a:p>
      </dsp:txBody>
      <dsp:txXfrm>
        <a:off x="1974574" y="3488498"/>
        <a:ext cx="7898296" cy="548208"/>
      </dsp:txXfrm>
    </dsp:sp>
    <dsp:sp modelId="{5FC4742D-48FF-4B56-83F2-841D240BA476}">
      <dsp:nvSpPr>
        <dsp:cNvPr id="0" name=""/>
        <dsp:cNvSpPr/>
      </dsp:nvSpPr>
      <dsp:spPr>
        <a:xfrm>
          <a:off x="0" y="3488498"/>
          <a:ext cx="1974574" cy="5482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88" tIns="54151" rIns="104488" bIns="5415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Review</a:t>
          </a:r>
        </a:p>
      </dsp:txBody>
      <dsp:txXfrm>
        <a:off x="0" y="3488498"/>
        <a:ext cx="1974574" cy="5482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A9BC5-EAC6-4FB2-A63F-19D42F9325FE}">
      <dsp:nvSpPr>
        <dsp:cNvPr id="0" name=""/>
        <dsp:cNvSpPr/>
      </dsp:nvSpPr>
      <dsp:spPr>
        <a:xfrm>
          <a:off x="693261" y="717826"/>
          <a:ext cx="1251885" cy="12518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B0ED3-1613-4F25-93A3-382C0E4E91F3}">
      <dsp:nvSpPr>
        <dsp:cNvPr id="0" name=""/>
        <dsp:cNvSpPr/>
      </dsp:nvSpPr>
      <dsp:spPr>
        <a:xfrm>
          <a:off x="960056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63566-13D5-41B3-A7C2-AD392F8D77E7}">
      <dsp:nvSpPr>
        <dsp:cNvPr id="0" name=""/>
        <dsp:cNvSpPr/>
      </dsp:nvSpPr>
      <dsp:spPr>
        <a:xfrm>
          <a:off x="293068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Get a Good Night’s Sleep</a:t>
          </a:r>
        </a:p>
      </dsp:txBody>
      <dsp:txXfrm>
        <a:off x="293068" y="2359643"/>
        <a:ext cx="2052270" cy="720000"/>
      </dsp:txXfrm>
    </dsp:sp>
    <dsp:sp modelId="{265E3425-0932-44FC-99E7-5B5944D19ECF}">
      <dsp:nvSpPr>
        <dsp:cNvPr id="0" name=""/>
        <dsp:cNvSpPr/>
      </dsp:nvSpPr>
      <dsp:spPr>
        <a:xfrm>
          <a:off x="3104679" y="717826"/>
          <a:ext cx="1251885" cy="12518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805A44-7210-464B-A3FB-261F0EB42A8D}">
      <dsp:nvSpPr>
        <dsp:cNvPr id="0" name=""/>
        <dsp:cNvSpPr/>
      </dsp:nvSpPr>
      <dsp:spPr>
        <a:xfrm>
          <a:off x="3371475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F66D3-7925-47C3-9A33-DE6770965BBD}">
      <dsp:nvSpPr>
        <dsp:cNvPr id="0" name=""/>
        <dsp:cNvSpPr/>
      </dsp:nvSpPr>
      <dsp:spPr>
        <a:xfrm>
          <a:off x="2704487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Eat Appropriately</a:t>
          </a:r>
        </a:p>
      </dsp:txBody>
      <dsp:txXfrm>
        <a:off x="2704487" y="2359643"/>
        <a:ext cx="2052270" cy="720000"/>
      </dsp:txXfrm>
    </dsp:sp>
    <dsp:sp modelId="{1018487B-5F26-4B15-ABC8-7A088E6DC61B}">
      <dsp:nvSpPr>
        <dsp:cNvPr id="0" name=""/>
        <dsp:cNvSpPr/>
      </dsp:nvSpPr>
      <dsp:spPr>
        <a:xfrm>
          <a:off x="5516097" y="717826"/>
          <a:ext cx="1251885" cy="12518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AB543-4860-43BA-A078-395EA5E5F02F}">
      <dsp:nvSpPr>
        <dsp:cNvPr id="0" name=""/>
        <dsp:cNvSpPr/>
      </dsp:nvSpPr>
      <dsp:spPr>
        <a:xfrm>
          <a:off x="5782893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C9D86-0AFD-43C3-AC85-B90E53BEE4FE}">
      <dsp:nvSpPr>
        <dsp:cNvPr id="0" name=""/>
        <dsp:cNvSpPr/>
      </dsp:nvSpPr>
      <dsp:spPr>
        <a:xfrm>
          <a:off x="5115905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Arrive Early/Log in Early</a:t>
          </a:r>
        </a:p>
      </dsp:txBody>
      <dsp:txXfrm>
        <a:off x="5115905" y="2359643"/>
        <a:ext cx="2052270" cy="720000"/>
      </dsp:txXfrm>
    </dsp:sp>
    <dsp:sp modelId="{241C59E6-38E0-44EB-A9F0-DD0AFB82083C}">
      <dsp:nvSpPr>
        <dsp:cNvPr id="0" name=""/>
        <dsp:cNvSpPr/>
      </dsp:nvSpPr>
      <dsp:spPr>
        <a:xfrm>
          <a:off x="7927516" y="717826"/>
          <a:ext cx="1251885" cy="12518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04295-F011-4F58-8E94-D163A1BC48C8}">
      <dsp:nvSpPr>
        <dsp:cNvPr id="0" name=""/>
        <dsp:cNvSpPr/>
      </dsp:nvSpPr>
      <dsp:spPr>
        <a:xfrm>
          <a:off x="8194311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7D22C-754F-4BC7-9D8E-959183F15E24}">
      <dsp:nvSpPr>
        <dsp:cNvPr id="0" name=""/>
        <dsp:cNvSpPr/>
      </dsp:nvSpPr>
      <dsp:spPr>
        <a:xfrm>
          <a:off x="7527323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Have Fun and Enjoy the process</a:t>
          </a:r>
        </a:p>
      </dsp:txBody>
      <dsp:txXfrm>
        <a:off x="7527323" y="2359643"/>
        <a:ext cx="205227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75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0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0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3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8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8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5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9662688-3AF5-4FCD-A9A1-7E982B0B915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E0A47F6-8ACE-4C5B-B2DD-D6A1CD707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7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6E89-EE33-3CBF-9E6D-9D8C4318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A5FF3-5EF0-B722-E31D-AF192423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John Haskell</a:t>
            </a:r>
          </a:p>
          <a:p>
            <a:r>
              <a:rPr lang="en-US" dirty="0"/>
              <a:t>Over 20 years in Industry</a:t>
            </a:r>
          </a:p>
          <a:p>
            <a:r>
              <a:rPr lang="en-US" dirty="0"/>
              <a:t>Over 30 Certifications</a:t>
            </a:r>
          </a:p>
          <a:p>
            <a:r>
              <a:rPr lang="en-US" dirty="0"/>
              <a:t>4 Degrees</a:t>
            </a:r>
          </a:p>
          <a:p>
            <a:pPr lvl="1"/>
            <a:r>
              <a:rPr lang="en-US" dirty="0"/>
              <a:t>BS Mathematics</a:t>
            </a:r>
          </a:p>
          <a:p>
            <a:pPr lvl="1"/>
            <a:r>
              <a:rPr lang="en-US" dirty="0"/>
              <a:t>BS Computer Information Systems</a:t>
            </a:r>
          </a:p>
          <a:p>
            <a:pPr lvl="1"/>
            <a:r>
              <a:rPr lang="en-US" dirty="0"/>
              <a:t>MS Cybersecurity and Assurance</a:t>
            </a:r>
          </a:p>
          <a:p>
            <a:pPr lvl="1"/>
            <a:r>
              <a:rPr lang="en-US" dirty="0"/>
              <a:t>Master in Business Administration</a:t>
            </a:r>
          </a:p>
          <a:p>
            <a:r>
              <a:rPr lang="en-US" dirty="0"/>
              <a:t>Love Flying, Snowboarding, and the Outdoors</a:t>
            </a:r>
          </a:p>
        </p:txBody>
      </p:sp>
      <p:pic>
        <p:nvPicPr>
          <p:cNvPr id="5" name="Picture 4" descr="A person wearing glasses and a plaid shirt&#10;&#10;AI-generated content may be incorrect.">
            <a:extLst>
              <a:ext uri="{FF2B5EF4-FFF2-40B4-BE49-F238E27FC236}">
                <a16:creationId xmlns:a16="http://schemas.microsoft.com/office/drawing/2014/main" id="{A93C8381-99FA-39F6-E832-F7BA197D4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160" y="870473"/>
            <a:ext cx="329184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8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2CD6-16CB-B3D1-BC6A-74CF717E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Tech+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52D35-2F44-7705-9620-30F2354E0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newest CompTIA exams</a:t>
            </a:r>
          </a:p>
          <a:p>
            <a:r>
              <a:rPr lang="en-US" dirty="0"/>
              <a:t>Entry exam for those getting into IT</a:t>
            </a:r>
          </a:p>
          <a:p>
            <a:r>
              <a:rPr lang="en-US" dirty="0"/>
              <a:t>Exam Code FC0-U71</a:t>
            </a:r>
          </a:p>
          <a:p>
            <a:r>
              <a:rPr lang="en-US" dirty="0"/>
              <a:t>Up to 70 Questions</a:t>
            </a:r>
          </a:p>
          <a:p>
            <a:r>
              <a:rPr lang="en-US" dirty="0"/>
              <a:t>Multiple Choice Questions</a:t>
            </a:r>
          </a:p>
          <a:p>
            <a:r>
              <a:rPr lang="en-US" dirty="0"/>
              <a:t>650 out of 900 pass score</a:t>
            </a:r>
          </a:p>
          <a:p>
            <a:r>
              <a:rPr lang="en-US" dirty="0"/>
              <a:t>60 Minutes to complete</a:t>
            </a:r>
          </a:p>
          <a:p>
            <a:r>
              <a:rPr lang="en-US"/>
              <a:t>LIFETIME CERTIFICATION!!!</a:t>
            </a:r>
            <a:endParaRPr lang="en-US" dirty="0"/>
          </a:p>
          <a:p>
            <a:endParaRPr lang="en-US" dirty="0"/>
          </a:p>
        </p:txBody>
      </p:sp>
      <p:pic>
        <p:nvPicPr>
          <p:cNvPr id="1028" name="Picture 4" descr="CompTIA Tech+ Certification was issued by CompTIA to Christopher Ryan… |  Chris Simonavice">
            <a:extLst>
              <a:ext uri="{FF2B5EF4-FFF2-40B4-BE49-F238E27FC236}">
                <a16:creationId xmlns:a16="http://schemas.microsoft.com/office/drawing/2014/main" id="{95680225-5962-F7CB-19AD-1EC84103D7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6" t="-111" r="27330" b="111"/>
          <a:stretch/>
        </p:blipFill>
        <p:spPr bwMode="auto">
          <a:xfrm>
            <a:off x="7256929" y="1371599"/>
            <a:ext cx="3429000" cy="40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64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82DB-788B-C7DF-D94B-4E2E52D9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578196" cy="5606143"/>
          </a:xfrm>
        </p:spPr>
        <p:txBody>
          <a:bodyPr>
            <a:normAutofit/>
          </a:bodyPr>
          <a:lstStyle/>
          <a:p>
            <a:r>
              <a:rPr lang="en-US" sz="4800" dirty="0"/>
              <a:t>What does Tech+ Cover?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F89385-882C-74C1-C9A9-761F707C9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066868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698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80C0C-80B9-6719-E8BA-433BA6C2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How to use this course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C16EC8-CCD0-9A1C-7702-DF85408DB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180296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75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5BD8-233B-477D-95A9-8716FD09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Exam Tips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85A413-1300-9ACB-5D6D-ED1350D9D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953140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704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52B2-0DE3-BA71-B001-97E785E7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Exam Day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4648F6-B139-07F3-5917-CF75B05DEC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310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66E8-895F-D822-98BD-F89F961F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Most Importantly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CBAC62-3FA5-54BF-4E52-FCAB0A67A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426461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286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9B1AF8-A94D-4E21-A2A0-7F161E1E8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0CB9E-4C45-46DB-835A-2C29CE29A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1AF0B9-E97D-4D5D-BA2D-1C0BDE3A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513689-D00A-4D15-B8A3-AA50EC4B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12</TotalTime>
  <Words>238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Corbel</vt:lpstr>
      <vt:lpstr>Basis</vt:lpstr>
      <vt:lpstr>Chapter 1</vt:lpstr>
      <vt:lpstr>Who am I?</vt:lpstr>
      <vt:lpstr>What is Tech+</vt:lpstr>
      <vt:lpstr>What does Tech+ Cover?</vt:lpstr>
      <vt:lpstr>How to use this course</vt:lpstr>
      <vt:lpstr>Exam Tips</vt:lpstr>
      <vt:lpstr>On Exam Day</vt:lpstr>
      <vt:lpstr>Most Importantly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2025-05-27T15:21:40Z</dcterms:created>
  <dcterms:modified xsi:type="dcterms:W3CDTF">2025-05-27T16:43:13Z</dcterms:modified>
</cp:coreProperties>
</file>